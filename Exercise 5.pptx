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ags/tag2.xml" ContentType="application/vnd.openxmlformats-officedocument.presentationml.tags+xml"/>
  <Override PartName="/ppt/theme/theme2.xml" ContentType="application/vnd.openxmlformats-officedocument.theme+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4"/>
  </p:sldMasterIdLst>
  <p:notesMasterIdLst>
    <p:notesMasterId r:id="rId36"/>
  </p:notesMasterIdLst>
  <p:sldIdLst>
    <p:sldId id="1502" r:id="rId5"/>
    <p:sldId id="1503" r:id="rId6"/>
    <p:sldId id="1554" r:id="rId7"/>
    <p:sldId id="3320" r:id="rId8"/>
    <p:sldId id="3318" r:id="rId9"/>
    <p:sldId id="3312" r:id="rId10"/>
    <p:sldId id="3313" r:id="rId11"/>
    <p:sldId id="3314" r:id="rId12"/>
    <p:sldId id="3321" r:id="rId13"/>
    <p:sldId id="3316" r:id="rId14"/>
    <p:sldId id="3307" r:id="rId15"/>
    <p:sldId id="1461" r:id="rId16"/>
    <p:sldId id="3296" r:id="rId17"/>
    <p:sldId id="3297" r:id="rId18"/>
    <p:sldId id="3298" r:id="rId19"/>
    <p:sldId id="3299" r:id="rId20"/>
    <p:sldId id="3300" r:id="rId21"/>
    <p:sldId id="3301" r:id="rId22"/>
    <p:sldId id="1464" r:id="rId23"/>
    <p:sldId id="3302" r:id="rId24"/>
    <p:sldId id="3303" r:id="rId25"/>
    <p:sldId id="3304" r:id="rId26"/>
    <p:sldId id="1529" r:id="rId27"/>
    <p:sldId id="3305" r:id="rId28"/>
    <p:sldId id="1530" r:id="rId29"/>
    <p:sldId id="3308" r:id="rId30"/>
    <p:sldId id="3309" r:id="rId31"/>
    <p:sldId id="3310" r:id="rId32"/>
    <p:sldId id="3311" r:id="rId33"/>
    <p:sldId id="1465" r:id="rId34"/>
    <p:sldId id="1425" r:id="rId35"/>
  </p:sldIdLst>
  <p:sldSz cx="9144000" cy="5143500" type="screen16x9"/>
  <p:notesSz cx="6858000" cy="9144000"/>
  <p:custDataLst>
    <p:tags r:id="rId37"/>
  </p:custDataLst>
  <p:defaultTextStyle>
    <a:defPPr>
      <a:defRPr lang="de-DE"/>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43">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781EADA-B33A-31CA-FE0C-129C4F82D78C}" name="Maillard, Alexiane" initials="MA" userId="Maillard, Alexiane" providerId="Non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A5F2D"/>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746"/>
    <p:restoredTop sz="94699"/>
  </p:normalViewPr>
  <p:slideViewPr>
    <p:cSldViewPr snapToGrid="0">
      <p:cViewPr varScale="1">
        <p:scale>
          <a:sx n="199" d="100"/>
          <a:sy n="199" d="100"/>
        </p:scale>
        <p:origin x="1134" y="150"/>
      </p:cViewPr>
      <p:guideLst>
        <p:guide orient="horz" pos="1643"/>
        <p:guide pos="2880"/>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viewProps" Target="viewProps.xml"/><Relationship Id="rId21" Type="http://schemas.openxmlformats.org/officeDocument/2006/relationships/slide" Target="slides/slide17.xml"/><Relationship Id="rId34" Type="http://schemas.openxmlformats.org/officeDocument/2006/relationships/slide" Target="slides/slide30.xml"/><Relationship Id="rId42" Type="http://schemas.microsoft.com/office/2016/11/relationships/changesInfo" Target="changesInfos/changesInfo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tags" Target="tags/tag1.xml"/><Relationship Id="rId40"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microsoft.com/office/2018/10/relationships/authors" Target="author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njha, Muhammad" userId="e990983f-f29f-4bdf-adc8-6f5f6b5d0037" providerId="ADAL" clId="{0BBD9217-3A12-4EE8-B97C-EFCE1E2B04A0}"/>
    <pc:docChg chg="custSel modSld">
      <pc:chgData name="Ranjha, Muhammad" userId="e990983f-f29f-4bdf-adc8-6f5f6b5d0037" providerId="ADAL" clId="{0BBD9217-3A12-4EE8-B97C-EFCE1E2B04A0}" dt="2026-03-19T20:14:24.463" v="3" actId="1076"/>
      <pc:docMkLst>
        <pc:docMk/>
      </pc:docMkLst>
      <pc:sldChg chg="addSp delSp modSp mod">
        <pc:chgData name="Ranjha, Muhammad" userId="e990983f-f29f-4bdf-adc8-6f5f6b5d0037" providerId="ADAL" clId="{0BBD9217-3A12-4EE8-B97C-EFCE1E2B04A0}" dt="2026-03-19T20:14:24.463" v="3" actId="1076"/>
        <pc:sldMkLst>
          <pc:docMk/>
          <pc:sldMk cId="1897395214" sldId="3301"/>
        </pc:sldMkLst>
        <pc:picChg chg="del">
          <ac:chgData name="Ranjha, Muhammad" userId="e990983f-f29f-4bdf-adc8-6f5f6b5d0037" providerId="ADAL" clId="{0BBD9217-3A12-4EE8-B97C-EFCE1E2B04A0}" dt="2026-03-19T20:14:09.044" v="0" actId="478"/>
          <ac:picMkLst>
            <pc:docMk/>
            <pc:sldMk cId="1897395214" sldId="3301"/>
            <ac:picMk id="6" creationId="{96B61B58-281B-7C59-5867-7AD244C830DD}"/>
          </ac:picMkLst>
        </pc:picChg>
        <pc:picChg chg="add mod">
          <ac:chgData name="Ranjha, Muhammad" userId="e990983f-f29f-4bdf-adc8-6f5f6b5d0037" providerId="ADAL" clId="{0BBD9217-3A12-4EE8-B97C-EFCE1E2B04A0}" dt="2026-03-19T20:14:24.463" v="3" actId="1076"/>
          <ac:picMkLst>
            <pc:docMk/>
            <pc:sldMk cId="1897395214" sldId="3301"/>
            <ac:picMk id="9" creationId="{5FD274DB-A6A3-1BB7-0C66-0731046B5263}"/>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78F3C46-3F11-47F1-8233-2D2A4F656EAA}" type="datetimeFigureOut">
              <a:rPr lang="de-DE" smtClean="0"/>
              <a:t>19.03.2026</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F18140C-7C65-48C5-AF48-8AE3F4A693ED}" type="slidenum">
              <a:rPr lang="de-DE" smtClean="0"/>
              <a:t>‹#›</a:t>
            </a:fld>
            <a:endParaRPr lang="de-DE"/>
          </a:p>
        </p:txBody>
      </p:sp>
    </p:spTree>
    <p:extLst>
      <p:ext uri="{BB962C8B-B14F-4D97-AF65-F5344CB8AC3E}">
        <p14:creationId xmlns:p14="http://schemas.microsoft.com/office/powerpoint/2010/main" val="24745064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5"/>
          </p:nvPr>
        </p:nvSpPr>
        <p:spPr/>
        <p:txBody>
          <a:bodyPr/>
          <a:lstStyle/>
          <a:p>
            <a:fld id="{6F18140C-7C65-48C5-AF48-8AE3F4A693ED}" type="slidenum">
              <a:rPr lang="de-DE" smtClean="0"/>
              <a:t>28</a:t>
            </a:fld>
            <a:endParaRPr lang="de-DE"/>
          </a:p>
        </p:txBody>
      </p:sp>
    </p:spTree>
    <p:extLst>
      <p:ext uri="{BB962C8B-B14F-4D97-AF65-F5344CB8AC3E}">
        <p14:creationId xmlns:p14="http://schemas.microsoft.com/office/powerpoint/2010/main" val="34972468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6F18140C-7C65-48C5-AF48-8AE3F4A693ED}" type="slidenum">
              <a:rPr lang="de-DE" smtClean="0"/>
              <a:t>29</a:t>
            </a:fld>
            <a:endParaRPr lang="de-DE"/>
          </a:p>
        </p:txBody>
      </p:sp>
    </p:spTree>
    <p:extLst>
      <p:ext uri="{BB962C8B-B14F-4D97-AF65-F5344CB8AC3E}">
        <p14:creationId xmlns:p14="http://schemas.microsoft.com/office/powerpoint/2010/main" val="38806455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a:p>
        </p:txBody>
      </p:sp>
      <p:sp>
        <p:nvSpPr>
          <p:cNvPr id="4" name="Foliennummernplatzhalt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281C78C-DF60-43AA-9025-896AF7F51202}"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03950448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8" Type="http://schemas.openxmlformats.org/officeDocument/2006/relationships/image" Target="../media/image10.emf"/><Relationship Id="rId3" Type="http://schemas.openxmlformats.org/officeDocument/2006/relationships/image" Target="../media/image6.jpeg"/><Relationship Id="rId7" Type="http://schemas.openxmlformats.org/officeDocument/2006/relationships/image" Target="../media/image9.emf"/><Relationship Id="rId2" Type="http://schemas.openxmlformats.org/officeDocument/2006/relationships/slideMaster" Target="../slideMasters/slideMaster1.xml"/><Relationship Id="rId1" Type="http://schemas.openxmlformats.org/officeDocument/2006/relationships/tags" Target="../tags/tag2.xml"/><Relationship Id="rId6" Type="http://schemas.openxmlformats.org/officeDocument/2006/relationships/image" Target="../media/image8.png"/><Relationship Id="rId5" Type="http://schemas.openxmlformats.org/officeDocument/2006/relationships/image" Target="../media/image7.emf"/><Relationship Id="rId10" Type="http://schemas.openxmlformats.org/officeDocument/2006/relationships/image" Target="../media/image1.png"/><Relationship Id="rId4" Type="http://schemas.openxmlformats.org/officeDocument/2006/relationships/oleObject" Target="../embeddings/oleObject1.bin"/><Relationship Id="rId9" Type="http://schemas.openxmlformats.org/officeDocument/2006/relationships/image" Target="../media/image11.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2_Titel Slide 1">
    <p:bg>
      <p:bgPr>
        <a:solidFill>
          <a:schemeClr val="bg1"/>
        </a:solidFill>
        <a:effectLst/>
      </p:bgPr>
    </p:bg>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EEE742CE-731B-4B2E-A341-DD1A2BF3F5B5}"/>
              </a:ext>
            </a:extLst>
          </p:cNvPr>
          <p:cNvPicPr>
            <a:picLocks noChangeAspect="1" noChangeArrowheads="1"/>
          </p:cNvPicPr>
          <p:nvPr userDrawn="1"/>
        </p:nvPicPr>
        <p:blipFill rotWithShape="1">
          <a:blip r:embed="rId2" cstate="print">
            <a:extLst>
              <a:ext uri="{28A0092B-C50C-407E-A947-70E740481C1C}">
                <a14:useLocalDpi xmlns:a14="http://schemas.microsoft.com/office/drawing/2010/main"/>
              </a:ext>
            </a:extLst>
          </a:blip>
          <a:srcRect/>
          <a:stretch/>
        </p:blipFill>
        <p:spPr bwMode="auto">
          <a:xfrm>
            <a:off x="0" y="0"/>
            <a:ext cx="9144000" cy="5143498"/>
          </a:xfrm>
          <a:prstGeom prst="rect">
            <a:avLst/>
          </a:prstGeom>
          <a:noFill/>
          <a:extLst>
            <a:ext uri="{909E8E84-426E-40DD-AFC4-6F175D3DCCD1}">
              <a14:hiddenFill xmlns:a14="http://schemas.microsoft.com/office/drawing/2010/main">
                <a:solidFill>
                  <a:srgbClr val="FFFFFF"/>
                </a:solidFill>
              </a14:hiddenFill>
            </a:ext>
          </a:extLst>
        </p:spPr>
      </p:pic>
      <p:sp>
        <p:nvSpPr>
          <p:cNvPr id="9" name="Freeform: Shape 8">
            <a:extLst>
              <a:ext uri="{FF2B5EF4-FFF2-40B4-BE49-F238E27FC236}">
                <a16:creationId xmlns:a16="http://schemas.microsoft.com/office/drawing/2014/main" id="{DFF74B8C-606D-4C49-A5DA-1496FFDE21B4}"/>
              </a:ext>
            </a:extLst>
          </p:cNvPr>
          <p:cNvSpPr/>
          <p:nvPr/>
        </p:nvSpPr>
        <p:spPr>
          <a:xfrm>
            <a:off x="4583371" y="3168046"/>
            <a:ext cx="4560629" cy="1975452"/>
          </a:xfrm>
          <a:custGeom>
            <a:avLst/>
            <a:gdLst>
              <a:gd name="connsiteX0" fmla="*/ 4560629 w 4560629"/>
              <a:gd name="connsiteY0" fmla="*/ 0 h 1975452"/>
              <a:gd name="connsiteX1" fmla="*/ 4560629 w 4560629"/>
              <a:gd name="connsiteY1" fmla="*/ 1975452 h 1975452"/>
              <a:gd name="connsiteX2" fmla="*/ 166568 w 4560629"/>
              <a:gd name="connsiteY2" fmla="*/ 1975452 h 1975452"/>
              <a:gd name="connsiteX3" fmla="*/ 0 w 4560629"/>
              <a:gd name="connsiteY3" fmla="*/ 1045124 h 1975452"/>
            </a:gdLst>
            <a:ahLst/>
            <a:cxnLst>
              <a:cxn ang="0">
                <a:pos x="connsiteX0" y="connsiteY0"/>
              </a:cxn>
              <a:cxn ang="0">
                <a:pos x="connsiteX1" y="connsiteY1"/>
              </a:cxn>
              <a:cxn ang="0">
                <a:pos x="connsiteX2" y="connsiteY2"/>
              </a:cxn>
              <a:cxn ang="0">
                <a:pos x="connsiteX3" y="connsiteY3"/>
              </a:cxn>
            </a:cxnLst>
            <a:rect l="l" t="t" r="r" b="b"/>
            <a:pathLst>
              <a:path w="4560629" h="1975452">
                <a:moveTo>
                  <a:pt x="4560629" y="0"/>
                </a:moveTo>
                <a:lnTo>
                  <a:pt x="4560629" y="1975452"/>
                </a:lnTo>
                <a:lnTo>
                  <a:pt x="166568" y="1975452"/>
                </a:lnTo>
                <a:lnTo>
                  <a:pt x="0" y="1045124"/>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de-DE"/>
          </a:p>
        </p:txBody>
      </p:sp>
      <p:sp>
        <p:nvSpPr>
          <p:cNvPr id="14" name="TextBox 13">
            <a:extLst>
              <a:ext uri="{FF2B5EF4-FFF2-40B4-BE49-F238E27FC236}">
                <a16:creationId xmlns:a16="http://schemas.microsoft.com/office/drawing/2014/main" id="{69B6FC2A-29C4-4742-B32D-604659C0CB22}"/>
              </a:ext>
            </a:extLst>
          </p:cNvPr>
          <p:cNvSpPr txBox="1"/>
          <p:nvPr/>
        </p:nvSpPr>
        <p:spPr>
          <a:xfrm>
            <a:off x="6789318" y="4613375"/>
            <a:ext cx="1995907" cy="153888"/>
          </a:xfrm>
          <a:prstGeom prst="rect">
            <a:avLst/>
          </a:prstGeom>
          <a:noFill/>
        </p:spPr>
        <p:txBody>
          <a:bodyPr wrap="square" lIns="0" tIns="0" rIns="0" bIns="0" rtlCol="0">
            <a:spAutoFit/>
          </a:bodyPr>
          <a:lstStyle/>
          <a:p>
            <a:pPr algn="r"/>
            <a:r>
              <a:rPr lang="en-GB" sz="1000">
                <a:solidFill>
                  <a:schemeClr val="bg2"/>
                </a:solidFill>
              </a:rPr>
              <a:t>From </a:t>
            </a:r>
            <a:r>
              <a:rPr lang="en-GB" sz="1000" err="1">
                <a:solidFill>
                  <a:schemeClr val="bg2"/>
                </a:solidFill>
              </a:rPr>
              <a:t>insight</a:t>
            </a:r>
            <a:r>
              <a:rPr lang="en-GB" sz="1000">
                <a:solidFill>
                  <a:schemeClr val="bg2"/>
                </a:solidFill>
              </a:rPr>
              <a:t> </a:t>
            </a:r>
            <a:r>
              <a:rPr lang="en-GB" sz="1000" err="1">
                <a:solidFill>
                  <a:schemeClr val="bg2"/>
                </a:solidFill>
              </a:rPr>
              <a:t>to</a:t>
            </a:r>
            <a:r>
              <a:rPr lang="en-GB" sz="1000">
                <a:solidFill>
                  <a:schemeClr val="bg2"/>
                </a:solidFill>
              </a:rPr>
              <a:t> </a:t>
            </a:r>
            <a:r>
              <a:rPr lang="en-GB" sz="1000" err="1">
                <a:solidFill>
                  <a:schemeClr val="bg2"/>
                </a:solidFill>
              </a:rPr>
              <a:t>impact</a:t>
            </a:r>
            <a:r>
              <a:rPr lang="en-GB" sz="1000">
                <a:solidFill>
                  <a:schemeClr val="bg2"/>
                </a:solidFill>
              </a:rPr>
              <a:t>.</a:t>
            </a:r>
          </a:p>
        </p:txBody>
      </p:sp>
      <p:pic>
        <p:nvPicPr>
          <p:cNvPr id="1609015164" name="Rectangle 2" descr="{&quot;templafy&quot;:{&quot;id&quot;:&quot;b9ddadaa-0495-446c-a774-3deec88f84b2&quot;}}"/>
          <p:cNvPicPr>
            <a:picLocks noChangeAspect="1"/>
          </p:cNvPicPr>
          <p:nvPr/>
        </p:nvPicPr>
        <p:blipFill>
          <a:blip r:embed="rId3"/>
          <a:stretch>
            <a:fillRect/>
          </a:stretch>
        </p:blipFill>
        <p:spPr>
          <a:xfrm>
            <a:off x="361173" y="313025"/>
            <a:ext cx="2221200" cy="460800"/>
          </a:xfrm>
          <a:prstGeom prst="rect">
            <a:avLst/>
          </a:prstGeom>
        </p:spPr>
      </p:pic>
      <p:sp>
        <p:nvSpPr>
          <p:cNvPr id="5" name="Title 4">
            <a:extLst>
              <a:ext uri="{FF2B5EF4-FFF2-40B4-BE49-F238E27FC236}">
                <a16:creationId xmlns:a16="http://schemas.microsoft.com/office/drawing/2014/main" id="{A891F29F-BED8-4555-9938-829D3AC33287}"/>
              </a:ext>
            </a:extLst>
          </p:cNvPr>
          <p:cNvSpPr>
            <a:spLocks noGrp="1"/>
          </p:cNvSpPr>
          <p:nvPr>
            <p:ph type="title"/>
          </p:nvPr>
        </p:nvSpPr>
        <p:spPr>
          <a:xfrm>
            <a:off x="827015" y="1636541"/>
            <a:ext cx="7958210" cy="1531505"/>
          </a:xfrm>
        </p:spPr>
        <p:txBody>
          <a:bodyPr anchor="b"/>
          <a:lstStyle>
            <a:lvl1pPr>
              <a:lnSpc>
                <a:spcPts val="4200"/>
              </a:lnSpc>
              <a:defRPr sz="4000">
                <a:latin typeface="Gill Sans Nova Light" panose="020B0302020104020203" pitchFamily="34" charset="0"/>
              </a:defRPr>
            </a:lvl1pPr>
          </a:lstStyle>
          <a:p>
            <a:r>
              <a:rPr lang="de-DE"/>
              <a:t>Mastertitelformat bearbeiten</a:t>
            </a:r>
            <a:endParaRPr lang="en-GB"/>
          </a:p>
        </p:txBody>
      </p:sp>
      <p:sp>
        <p:nvSpPr>
          <p:cNvPr id="7" name="Text Placeholder 6">
            <a:extLst>
              <a:ext uri="{FF2B5EF4-FFF2-40B4-BE49-F238E27FC236}">
                <a16:creationId xmlns:a16="http://schemas.microsoft.com/office/drawing/2014/main" id="{D3654089-CB0E-4321-8557-8E0B4ACD847A}"/>
              </a:ext>
            </a:extLst>
          </p:cNvPr>
          <p:cNvSpPr>
            <a:spLocks noGrp="1"/>
          </p:cNvSpPr>
          <p:nvPr>
            <p:ph type="body" sz="quarter" idx="10" hasCustomPrompt="1"/>
          </p:nvPr>
        </p:nvSpPr>
        <p:spPr>
          <a:xfrm>
            <a:off x="831027" y="3305908"/>
            <a:ext cx="3650486" cy="1174017"/>
          </a:xfrm>
        </p:spPr>
        <p:txBody>
          <a:bodyPr>
            <a:normAutofit/>
          </a:bodyPr>
          <a:lstStyle>
            <a:lvl1pPr marL="0" indent="0">
              <a:spcAft>
                <a:spcPts val="0"/>
              </a:spcAft>
              <a:buFont typeface="Arial" panose="020B0604020202020204" pitchFamily="34" charset="0"/>
              <a:buNone/>
              <a:defRPr sz="1600"/>
            </a:lvl1pPr>
            <a:lvl2pPr marL="0" indent="0">
              <a:spcAft>
                <a:spcPts val="0"/>
              </a:spcAft>
              <a:buNone/>
              <a:defRPr sz="1600"/>
            </a:lvl2pPr>
            <a:lvl3pPr marL="0" indent="0">
              <a:spcAft>
                <a:spcPts val="0"/>
              </a:spcAft>
              <a:buNone/>
              <a:defRPr sz="1600"/>
            </a:lvl3pPr>
            <a:lvl4pPr marL="0" indent="0">
              <a:spcAft>
                <a:spcPts val="0"/>
              </a:spcAft>
              <a:buNone/>
              <a:defRPr sz="1600"/>
            </a:lvl4pPr>
            <a:lvl5pPr marL="0" indent="0">
              <a:spcAft>
                <a:spcPts val="0"/>
              </a:spcAft>
              <a:buNone/>
              <a:defRPr sz="1600"/>
            </a:lvl5pPr>
          </a:lstStyle>
          <a:p>
            <a:pPr lvl="0"/>
            <a:r>
              <a:rPr lang="en-US" noProof="0"/>
              <a:t>Placeholder for subtitle, contact information, date etc.</a:t>
            </a:r>
          </a:p>
        </p:txBody>
      </p:sp>
    </p:spTree>
    <p:extLst>
      <p:ext uri="{BB962C8B-B14F-4D97-AF65-F5344CB8AC3E}">
        <p14:creationId xmlns:p14="http://schemas.microsoft.com/office/powerpoint/2010/main" val="28517680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Titel Slide 2">
    <p:bg>
      <p:bgPr>
        <a:solidFill>
          <a:schemeClr val="bg1"/>
        </a:solidFill>
        <a:effectLst/>
      </p:bgPr>
    </p:bg>
    <p:spTree>
      <p:nvGrpSpPr>
        <p:cNvPr id="1" name=""/>
        <p:cNvGrpSpPr/>
        <p:nvPr/>
      </p:nvGrpSpPr>
      <p:grpSpPr>
        <a:xfrm>
          <a:off x="0" y="0"/>
          <a:ext cx="0" cy="0"/>
          <a:chOff x="0" y="0"/>
          <a:chExt cx="0" cy="0"/>
        </a:xfrm>
      </p:grpSpPr>
      <p:sp>
        <p:nvSpPr>
          <p:cNvPr id="14" name="TextBox 13">
            <a:extLst>
              <a:ext uri="{FF2B5EF4-FFF2-40B4-BE49-F238E27FC236}">
                <a16:creationId xmlns:a16="http://schemas.microsoft.com/office/drawing/2014/main" id="{69B6FC2A-29C4-4742-B32D-604659C0CB22}"/>
              </a:ext>
            </a:extLst>
          </p:cNvPr>
          <p:cNvSpPr txBox="1"/>
          <p:nvPr/>
        </p:nvSpPr>
        <p:spPr>
          <a:xfrm>
            <a:off x="828000" y="4613375"/>
            <a:ext cx="1997563" cy="153888"/>
          </a:xfrm>
          <a:prstGeom prst="rect">
            <a:avLst/>
          </a:prstGeom>
          <a:noFill/>
        </p:spPr>
        <p:txBody>
          <a:bodyPr wrap="square" lIns="0" tIns="0" rIns="0" bIns="0" rtlCol="0">
            <a:spAutoFit/>
          </a:bodyPr>
          <a:lstStyle/>
          <a:p>
            <a:pPr algn="l"/>
            <a:r>
              <a:rPr lang="en-US" sz="1000" noProof="0">
                <a:solidFill>
                  <a:schemeClr val="tx1"/>
                </a:solidFill>
              </a:rPr>
              <a:t>From insight to impact</a:t>
            </a:r>
          </a:p>
        </p:txBody>
      </p:sp>
      <p:sp>
        <p:nvSpPr>
          <p:cNvPr id="6" name="Picture Placeholder 5">
            <a:extLst>
              <a:ext uri="{FF2B5EF4-FFF2-40B4-BE49-F238E27FC236}">
                <a16:creationId xmlns:a16="http://schemas.microsoft.com/office/drawing/2014/main" id="{1CACC6D5-D1D4-442A-84CB-4AA5E5B9ECDE}"/>
              </a:ext>
            </a:extLst>
          </p:cNvPr>
          <p:cNvSpPr>
            <a:spLocks noGrp="1"/>
          </p:cNvSpPr>
          <p:nvPr>
            <p:ph type="pic" sz="quarter" idx="10" hasCustomPrompt="1"/>
          </p:nvPr>
        </p:nvSpPr>
        <p:spPr>
          <a:xfrm>
            <a:off x="5965200" y="0"/>
            <a:ext cx="3178800" cy="5143500"/>
          </a:xfrm>
          <a:pattFill prst="wdUpDiag">
            <a:fgClr>
              <a:schemeClr val="accent1"/>
            </a:fgClr>
            <a:bgClr>
              <a:schemeClr val="bg1"/>
            </a:bgClr>
          </a:pattFill>
        </p:spPr>
        <p:txBody>
          <a:bodyPr anchor="ctr"/>
          <a:lstStyle>
            <a:lvl1pPr algn="ctr">
              <a:defRPr>
                <a:solidFill>
                  <a:schemeClr val="tx1"/>
                </a:solidFill>
              </a:defRPr>
            </a:lvl1pPr>
          </a:lstStyle>
          <a:p>
            <a:r>
              <a:rPr lang="en-US" noProof="0"/>
              <a:t>(click to insert a picture)</a:t>
            </a:r>
          </a:p>
        </p:txBody>
      </p:sp>
      <p:sp>
        <p:nvSpPr>
          <p:cNvPr id="13" name="Titel 2">
            <a:extLst>
              <a:ext uri="{FF2B5EF4-FFF2-40B4-BE49-F238E27FC236}">
                <a16:creationId xmlns:a16="http://schemas.microsoft.com/office/drawing/2014/main" id="{A1CDFD74-691B-4614-A492-077E7072F1AC}"/>
              </a:ext>
            </a:extLst>
          </p:cNvPr>
          <p:cNvSpPr>
            <a:spLocks noGrp="1"/>
          </p:cNvSpPr>
          <p:nvPr>
            <p:ph type="title" hasCustomPrompt="1"/>
          </p:nvPr>
        </p:nvSpPr>
        <p:spPr>
          <a:xfrm>
            <a:off x="827999" y="1204714"/>
            <a:ext cx="4810801" cy="1686263"/>
          </a:xfrm>
        </p:spPr>
        <p:txBody>
          <a:bodyPr anchor="b"/>
          <a:lstStyle>
            <a:lvl1pPr>
              <a:defRPr sz="4000" b="0">
                <a:latin typeface="Gill Sans Nova Light" panose="020B0302020104020203" pitchFamily="34" charset="0"/>
              </a:defRPr>
            </a:lvl1pPr>
          </a:lstStyle>
          <a:p>
            <a:r>
              <a:rPr lang="en-US" noProof="0"/>
              <a:t>Title placeholder</a:t>
            </a:r>
          </a:p>
        </p:txBody>
      </p:sp>
      <p:sp>
        <p:nvSpPr>
          <p:cNvPr id="15" name="Inhaltsplatzhalter 5">
            <a:extLst>
              <a:ext uri="{FF2B5EF4-FFF2-40B4-BE49-F238E27FC236}">
                <a16:creationId xmlns:a16="http://schemas.microsoft.com/office/drawing/2014/main" id="{AE1AF548-C38C-443B-8063-F7E88D88692B}"/>
              </a:ext>
            </a:extLst>
          </p:cNvPr>
          <p:cNvSpPr>
            <a:spLocks noGrp="1"/>
          </p:cNvSpPr>
          <p:nvPr>
            <p:ph sz="quarter" idx="11" hasCustomPrompt="1"/>
          </p:nvPr>
        </p:nvSpPr>
        <p:spPr>
          <a:xfrm>
            <a:off x="827999" y="3123866"/>
            <a:ext cx="4810801" cy="1341437"/>
          </a:xfrm>
        </p:spPr>
        <p:txBody>
          <a:bodyPr>
            <a:normAutofit/>
          </a:bodyPr>
          <a:lstStyle>
            <a:lvl1pPr>
              <a:defRPr sz="1600"/>
            </a:lvl1pPr>
          </a:lstStyle>
          <a:p>
            <a:pPr lvl="0"/>
            <a:r>
              <a:rPr lang="en-US" noProof="0"/>
              <a:t>Placeholder for subtitle, contact information, date etc.</a:t>
            </a:r>
          </a:p>
        </p:txBody>
      </p:sp>
      <p:pic>
        <p:nvPicPr>
          <p:cNvPr id="7" name="Rectangle 2" descr="{&quot;templafy&quot;:{&quot;id&quot;:&quot;b9ddadaa-0495-446c-a774-3deec88f84b2&quot;}}">
            <a:extLst>
              <a:ext uri="{FF2B5EF4-FFF2-40B4-BE49-F238E27FC236}">
                <a16:creationId xmlns:a16="http://schemas.microsoft.com/office/drawing/2014/main" id="{9E48B927-DD41-4992-B1BC-98281B1B6BED}"/>
              </a:ext>
            </a:extLst>
          </p:cNvPr>
          <p:cNvPicPr>
            <a:picLocks noChangeAspect="1"/>
          </p:cNvPicPr>
          <p:nvPr/>
        </p:nvPicPr>
        <p:blipFill>
          <a:blip r:embed="rId2"/>
          <a:stretch>
            <a:fillRect/>
          </a:stretch>
        </p:blipFill>
        <p:spPr>
          <a:xfrm>
            <a:off x="361173" y="313025"/>
            <a:ext cx="2221200" cy="460800"/>
          </a:xfrm>
          <a:prstGeom prst="rect">
            <a:avLst/>
          </a:prstGeom>
        </p:spPr>
      </p:pic>
    </p:spTree>
    <p:extLst>
      <p:ext uri="{BB962C8B-B14F-4D97-AF65-F5344CB8AC3E}">
        <p14:creationId xmlns:p14="http://schemas.microsoft.com/office/powerpoint/2010/main" val="1279096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el Slide 3">
    <p:bg>
      <p:bgPr>
        <a:solidFill>
          <a:schemeClr val="bg1"/>
        </a:solidFill>
        <a:effectLst/>
      </p:bgPr>
    </p:bg>
    <p:spTree>
      <p:nvGrpSpPr>
        <p:cNvPr id="1" name=""/>
        <p:cNvGrpSpPr/>
        <p:nvPr/>
      </p:nvGrpSpPr>
      <p:grpSpPr>
        <a:xfrm>
          <a:off x="0" y="0"/>
          <a:ext cx="0" cy="0"/>
          <a:chOff x="0" y="0"/>
          <a:chExt cx="0" cy="0"/>
        </a:xfrm>
      </p:grpSpPr>
      <p:sp>
        <p:nvSpPr>
          <p:cNvPr id="26" name="Freihandform: Form 25">
            <a:extLst>
              <a:ext uri="{FF2B5EF4-FFF2-40B4-BE49-F238E27FC236}">
                <a16:creationId xmlns:a16="http://schemas.microsoft.com/office/drawing/2014/main" id="{50C66745-AD63-46D3-91AF-72BE6979D8D8}"/>
              </a:ext>
            </a:extLst>
          </p:cNvPr>
          <p:cNvSpPr/>
          <p:nvPr/>
        </p:nvSpPr>
        <p:spPr>
          <a:xfrm>
            <a:off x="0" y="0"/>
            <a:ext cx="9144000" cy="5143500"/>
          </a:xfrm>
          <a:custGeom>
            <a:avLst/>
            <a:gdLst>
              <a:gd name="connsiteX0" fmla="*/ 0 w 9144000"/>
              <a:gd name="connsiteY0" fmla="*/ 0 h 5143500"/>
              <a:gd name="connsiteX1" fmla="*/ 9144000 w 9144000"/>
              <a:gd name="connsiteY1" fmla="*/ 0 h 5143500"/>
              <a:gd name="connsiteX2" fmla="*/ 9144000 w 9144000"/>
              <a:gd name="connsiteY2" fmla="*/ 453906 h 5143500"/>
              <a:gd name="connsiteX3" fmla="*/ 5748398 w 9144000"/>
              <a:gd name="connsiteY3" fmla="*/ 1289643 h 5143500"/>
              <a:gd name="connsiteX4" fmla="*/ 6249560 w 9144000"/>
              <a:gd name="connsiteY4" fmla="*/ 3963138 h 5143500"/>
              <a:gd name="connsiteX5" fmla="*/ 9144000 w 9144000"/>
              <a:gd name="connsiteY5" fmla="*/ 4239640 h 5143500"/>
              <a:gd name="connsiteX6" fmla="*/ 9144000 w 9144000"/>
              <a:gd name="connsiteY6" fmla="*/ 5143500 h 5143500"/>
              <a:gd name="connsiteX7" fmla="*/ 0 w 9144000"/>
              <a:gd name="connsiteY7" fmla="*/ 5143500 h 5143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44000" h="5143500">
                <a:moveTo>
                  <a:pt x="0" y="0"/>
                </a:moveTo>
                <a:lnTo>
                  <a:pt x="9144000" y="0"/>
                </a:lnTo>
                <a:lnTo>
                  <a:pt x="9144000" y="453906"/>
                </a:lnTo>
                <a:lnTo>
                  <a:pt x="5748398" y="1289643"/>
                </a:lnTo>
                <a:lnTo>
                  <a:pt x="6249560" y="3963138"/>
                </a:lnTo>
                <a:lnTo>
                  <a:pt x="9144000" y="4239640"/>
                </a:lnTo>
                <a:lnTo>
                  <a:pt x="9144000" y="5143500"/>
                </a:lnTo>
                <a:lnTo>
                  <a:pt x="0" y="5143500"/>
                </a:lnTo>
                <a:close/>
              </a:path>
            </a:pathLst>
          </a:cu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de-DE"/>
          </a:p>
        </p:txBody>
      </p:sp>
      <p:pic>
        <p:nvPicPr>
          <p:cNvPr id="21" name="Grafik 20">
            <a:extLst>
              <a:ext uri="{FF2B5EF4-FFF2-40B4-BE49-F238E27FC236}">
                <a16:creationId xmlns:a16="http://schemas.microsoft.com/office/drawing/2014/main" id="{FAD15927-0B76-484F-B9F5-0F2A90885963}"/>
              </a:ext>
            </a:extLst>
          </p:cNvPr>
          <p:cNvPicPr>
            <a:picLocks noChangeAspect="1"/>
          </p:cNvPicPr>
          <p:nvPr/>
        </p:nvPicPr>
        <p:blipFill>
          <a:blip r:embed="rId2"/>
          <a:srcRect/>
          <a:stretch>
            <a:fillRect/>
          </a:stretch>
        </p:blipFill>
        <p:spPr>
          <a:xfrm>
            <a:off x="5730729" y="1591797"/>
            <a:ext cx="2481287" cy="2755631"/>
          </a:xfrm>
          <a:custGeom>
            <a:avLst/>
            <a:gdLst>
              <a:gd name="connsiteX0" fmla="*/ 0 w 2481287"/>
              <a:gd name="connsiteY0" fmla="*/ 0 h 2755631"/>
              <a:gd name="connsiteX1" fmla="*/ 87497 w 2481287"/>
              <a:gd name="connsiteY1" fmla="*/ 0 h 2755631"/>
              <a:gd name="connsiteX2" fmla="*/ 532018 w 2481287"/>
              <a:gd name="connsiteY2" fmla="*/ 2371341 h 2755631"/>
              <a:gd name="connsiteX3" fmla="*/ 2481287 w 2481287"/>
              <a:gd name="connsiteY3" fmla="*/ 2557552 h 2755631"/>
              <a:gd name="connsiteX4" fmla="*/ 2481287 w 2481287"/>
              <a:gd name="connsiteY4" fmla="*/ 2755631 h 2755631"/>
              <a:gd name="connsiteX5" fmla="*/ 0 w 2481287"/>
              <a:gd name="connsiteY5" fmla="*/ 2755631 h 2755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81287" h="2755631">
                <a:moveTo>
                  <a:pt x="0" y="0"/>
                </a:moveTo>
                <a:lnTo>
                  <a:pt x="87497" y="0"/>
                </a:lnTo>
                <a:lnTo>
                  <a:pt x="532018" y="2371341"/>
                </a:lnTo>
                <a:lnTo>
                  <a:pt x="2481287" y="2557552"/>
                </a:lnTo>
                <a:lnTo>
                  <a:pt x="2481287" y="2755631"/>
                </a:lnTo>
                <a:lnTo>
                  <a:pt x="0" y="2755631"/>
                </a:lnTo>
                <a:close/>
              </a:path>
            </a:pathLst>
          </a:custGeom>
        </p:spPr>
      </p:pic>
      <p:sp>
        <p:nvSpPr>
          <p:cNvPr id="29" name="Titel 2">
            <a:extLst>
              <a:ext uri="{FF2B5EF4-FFF2-40B4-BE49-F238E27FC236}">
                <a16:creationId xmlns:a16="http://schemas.microsoft.com/office/drawing/2014/main" id="{07DB7A25-2D45-4530-B352-72872D010CD3}"/>
              </a:ext>
            </a:extLst>
          </p:cNvPr>
          <p:cNvSpPr>
            <a:spLocks noGrp="1"/>
          </p:cNvSpPr>
          <p:nvPr>
            <p:ph type="title" hasCustomPrompt="1"/>
          </p:nvPr>
        </p:nvSpPr>
        <p:spPr>
          <a:xfrm>
            <a:off x="828000" y="1204714"/>
            <a:ext cx="4518700" cy="1686263"/>
          </a:xfrm>
        </p:spPr>
        <p:txBody>
          <a:bodyPr anchor="b"/>
          <a:lstStyle>
            <a:lvl1pPr>
              <a:defRPr sz="4000" b="0">
                <a:latin typeface="Gill Sans Nova Light" panose="020B0302020104020203" pitchFamily="34" charset="0"/>
              </a:defRPr>
            </a:lvl1pPr>
          </a:lstStyle>
          <a:p>
            <a:r>
              <a:rPr lang="en-US" noProof="0"/>
              <a:t>Title placeholder</a:t>
            </a:r>
          </a:p>
        </p:txBody>
      </p:sp>
      <p:sp>
        <p:nvSpPr>
          <p:cNvPr id="30" name="Inhaltsplatzhalter 5">
            <a:extLst>
              <a:ext uri="{FF2B5EF4-FFF2-40B4-BE49-F238E27FC236}">
                <a16:creationId xmlns:a16="http://schemas.microsoft.com/office/drawing/2014/main" id="{066A8D03-CD39-4F89-8162-A97B7CF5D95A}"/>
              </a:ext>
            </a:extLst>
          </p:cNvPr>
          <p:cNvSpPr>
            <a:spLocks noGrp="1"/>
          </p:cNvSpPr>
          <p:nvPr>
            <p:ph sz="quarter" idx="11" hasCustomPrompt="1"/>
          </p:nvPr>
        </p:nvSpPr>
        <p:spPr>
          <a:xfrm>
            <a:off x="827999" y="3123866"/>
            <a:ext cx="4518700" cy="1341437"/>
          </a:xfrm>
        </p:spPr>
        <p:txBody>
          <a:bodyPr>
            <a:normAutofit/>
          </a:bodyPr>
          <a:lstStyle>
            <a:lvl1pPr>
              <a:defRPr sz="1600"/>
            </a:lvl1pPr>
          </a:lstStyle>
          <a:p>
            <a:pPr lvl="0"/>
            <a:r>
              <a:rPr lang="en-US" noProof="0"/>
              <a:t>Placeholder for subtitle, contact information, date etc.</a:t>
            </a:r>
          </a:p>
        </p:txBody>
      </p:sp>
      <p:sp>
        <p:nvSpPr>
          <p:cNvPr id="18" name="Bildplatzhalter 17">
            <a:extLst>
              <a:ext uri="{FF2B5EF4-FFF2-40B4-BE49-F238E27FC236}">
                <a16:creationId xmlns:a16="http://schemas.microsoft.com/office/drawing/2014/main" id="{CE66955E-0BC6-4E77-9B70-B03B43501DBC}"/>
              </a:ext>
            </a:extLst>
          </p:cNvPr>
          <p:cNvSpPr>
            <a:spLocks noGrp="1"/>
          </p:cNvSpPr>
          <p:nvPr>
            <p:ph type="pic" sz="quarter" idx="12" hasCustomPrompt="1"/>
          </p:nvPr>
        </p:nvSpPr>
        <p:spPr>
          <a:xfrm>
            <a:off x="5772152" y="428626"/>
            <a:ext cx="3386845" cy="3822698"/>
          </a:xfrm>
          <a:custGeom>
            <a:avLst/>
            <a:gdLst>
              <a:gd name="connsiteX0" fmla="*/ 3386845 w 3386845"/>
              <a:gd name="connsiteY0" fmla="*/ 0 h 3822698"/>
              <a:gd name="connsiteX1" fmla="*/ 3386845 w 3386845"/>
              <a:gd name="connsiteY1" fmla="*/ 3822698 h 3822698"/>
              <a:gd name="connsiteX2" fmla="*/ 3167140 w 3386845"/>
              <a:gd name="connsiteY2" fmla="*/ 3822698 h 3822698"/>
              <a:gd name="connsiteX3" fmla="*/ 467964 w 3386845"/>
              <a:gd name="connsiteY3" fmla="*/ 3582358 h 3822698"/>
              <a:gd name="connsiteX4" fmla="*/ 0 w 3386845"/>
              <a:gd name="connsiteY4" fmla="*/ 873668 h 3822698"/>
              <a:gd name="connsiteX5" fmla="*/ 0 w 3386845"/>
              <a:gd name="connsiteY5" fmla="*/ 844319 h 38226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86845" h="3822698">
                <a:moveTo>
                  <a:pt x="3386845" y="0"/>
                </a:moveTo>
                <a:lnTo>
                  <a:pt x="3386845" y="3822698"/>
                </a:lnTo>
                <a:lnTo>
                  <a:pt x="3167140" y="3822698"/>
                </a:lnTo>
                <a:lnTo>
                  <a:pt x="467964" y="3582358"/>
                </a:lnTo>
                <a:lnTo>
                  <a:pt x="0" y="873668"/>
                </a:lnTo>
                <a:lnTo>
                  <a:pt x="0" y="844319"/>
                </a:lnTo>
                <a:close/>
              </a:path>
            </a:pathLst>
          </a:custGeom>
          <a:pattFill prst="wdUpDiag">
            <a:fgClr>
              <a:schemeClr val="accent1"/>
            </a:fgClr>
            <a:bgClr>
              <a:schemeClr val="bg1"/>
            </a:bgClr>
          </a:pattFill>
        </p:spPr>
        <p:txBody>
          <a:bodyPr wrap="square" anchor="ctr">
            <a:noAutofit/>
          </a:bodyPr>
          <a:lstStyle>
            <a:lvl1pPr algn="ctr">
              <a:defRPr>
                <a:solidFill>
                  <a:schemeClr val="tx1"/>
                </a:solidFill>
              </a:defRPr>
            </a:lvl1pPr>
          </a:lstStyle>
          <a:p>
            <a:r>
              <a:rPr lang="de-DE"/>
              <a:t>(Click </a:t>
            </a:r>
            <a:r>
              <a:rPr lang="de-DE" err="1"/>
              <a:t>to</a:t>
            </a:r>
            <a:r>
              <a:rPr lang="de-DE"/>
              <a:t> </a:t>
            </a:r>
            <a:r>
              <a:rPr lang="de-DE" err="1"/>
              <a:t>add</a:t>
            </a:r>
            <a:r>
              <a:rPr lang="de-DE"/>
              <a:t> a </a:t>
            </a:r>
            <a:r>
              <a:rPr lang="de-DE" err="1"/>
              <a:t>picture</a:t>
            </a:r>
            <a:r>
              <a:rPr lang="de-DE"/>
              <a:t>)</a:t>
            </a:r>
          </a:p>
        </p:txBody>
      </p:sp>
      <p:sp>
        <p:nvSpPr>
          <p:cNvPr id="19" name="TextBox 13">
            <a:extLst>
              <a:ext uri="{FF2B5EF4-FFF2-40B4-BE49-F238E27FC236}">
                <a16:creationId xmlns:a16="http://schemas.microsoft.com/office/drawing/2014/main" id="{7ACC6FF3-DF98-4F66-A5CD-D09A8C963719}"/>
              </a:ext>
            </a:extLst>
          </p:cNvPr>
          <p:cNvSpPr txBox="1"/>
          <p:nvPr/>
        </p:nvSpPr>
        <p:spPr>
          <a:xfrm>
            <a:off x="828000" y="4613375"/>
            <a:ext cx="1997563" cy="153888"/>
          </a:xfrm>
          <a:prstGeom prst="rect">
            <a:avLst/>
          </a:prstGeom>
          <a:noFill/>
        </p:spPr>
        <p:txBody>
          <a:bodyPr wrap="square" lIns="0" tIns="0" rIns="0" bIns="0" rtlCol="0">
            <a:spAutoFit/>
          </a:bodyPr>
          <a:lstStyle/>
          <a:p>
            <a:pPr algn="l"/>
            <a:r>
              <a:rPr lang="en-US" sz="1000" noProof="0">
                <a:solidFill>
                  <a:schemeClr val="tx1"/>
                </a:solidFill>
              </a:rPr>
              <a:t>From insight to impact</a:t>
            </a:r>
          </a:p>
        </p:txBody>
      </p:sp>
      <p:pic>
        <p:nvPicPr>
          <p:cNvPr id="9" name="Rectangle 2" descr="{&quot;templafy&quot;:{&quot;id&quot;:&quot;b9ddadaa-0495-446c-a774-3deec88f84b2&quot;}}">
            <a:extLst>
              <a:ext uri="{FF2B5EF4-FFF2-40B4-BE49-F238E27FC236}">
                <a16:creationId xmlns:a16="http://schemas.microsoft.com/office/drawing/2014/main" id="{98C16689-5F42-4888-9DF2-4ABEA7425116}"/>
              </a:ext>
            </a:extLst>
          </p:cNvPr>
          <p:cNvPicPr>
            <a:picLocks noChangeAspect="1"/>
          </p:cNvPicPr>
          <p:nvPr/>
        </p:nvPicPr>
        <p:blipFill>
          <a:blip r:embed="rId3"/>
          <a:stretch>
            <a:fillRect/>
          </a:stretch>
        </p:blipFill>
        <p:spPr>
          <a:xfrm>
            <a:off x="361173" y="313025"/>
            <a:ext cx="2221200" cy="460800"/>
          </a:xfrm>
          <a:prstGeom prst="rect">
            <a:avLst/>
          </a:prstGeom>
        </p:spPr>
      </p:pic>
    </p:spTree>
    <p:extLst>
      <p:ext uri="{BB962C8B-B14F-4D97-AF65-F5344CB8AC3E}">
        <p14:creationId xmlns:p14="http://schemas.microsoft.com/office/powerpoint/2010/main" val="13445163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Agenda">
    <p:spTree>
      <p:nvGrpSpPr>
        <p:cNvPr id="1" name=""/>
        <p:cNvGrpSpPr/>
        <p:nvPr/>
      </p:nvGrpSpPr>
      <p:grpSpPr>
        <a:xfrm>
          <a:off x="0" y="0"/>
          <a:ext cx="0" cy="0"/>
          <a:chOff x="0" y="0"/>
          <a:chExt cx="0" cy="0"/>
        </a:xfrm>
      </p:grpSpPr>
      <p:pic>
        <p:nvPicPr>
          <p:cNvPr id="12" name="Picture 11" descr="A picture containing skating, building, ramp, board&#10;&#10;Description automatically generated">
            <a:extLst>
              <a:ext uri="{FF2B5EF4-FFF2-40B4-BE49-F238E27FC236}">
                <a16:creationId xmlns:a16="http://schemas.microsoft.com/office/drawing/2014/main" id="{71655C6F-D683-4181-8A76-C2CF9E2F41CB}"/>
              </a:ext>
            </a:extLst>
          </p:cNvPr>
          <p:cNvPicPr>
            <a:picLocks noChangeAspect="1"/>
          </p:cNvPicPr>
          <p:nvPr/>
        </p:nvPicPr>
        <p:blipFill rotWithShape="1">
          <a:blip r:embed="rId2">
            <a:extLst>
              <a:ext uri="{28A0092B-C50C-407E-A947-70E740481C1C}">
                <a14:useLocalDpi xmlns:a14="http://schemas.microsoft.com/office/drawing/2010/main" val="0"/>
              </a:ext>
            </a:extLst>
          </a:blip>
          <a:srcRect r="58763"/>
          <a:stretch/>
        </p:blipFill>
        <p:spPr>
          <a:xfrm>
            <a:off x="5963683" y="0"/>
            <a:ext cx="3180318" cy="5143500"/>
          </a:xfrm>
          <a:prstGeom prst="rect">
            <a:avLst/>
          </a:prstGeom>
        </p:spPr>
      </p:pic>
      <p:sp>
        <p:nvSpPr>
          <p:cNvPr id="7" name="Freeform: Shape 6">
            <a:extLst>
              <a:ext uri="{FF2B5EF4-FFF2-40B4-BE49-F238E27FC236}">
                <a16:creationId xmlns:a16="http://schemas.microsoft.com/office/drawing/2014/main" id="{32FAFF1B-D695-4F04-8B58-692674CF4A5C}"/>
              </a:ext>
            </a:extLst>
          </p:cNvPr>
          <p:cNvSpPr>
            <a:spLocks noChangeAspect="1"/>
          </p:cNvSpPr>
          <p:nvPr/>
        </p:nvSpPr>
        <p:spPr>
          <a:xfrm>
            <a:off x="8570473" y="4701166"/>
            <a:ext cx="213389" cy="233831"/>
          </a:xfrm>
          <a:custGeom>
            <a:avLst/>
            <a:gdLst>
              <a:gd name="connsiteX0" fmla="*/ 0 w 3106057"/>
              <a:gd name="connsiteY0" fmla="*/ 711200 h 3403600"/>
              <a:gd name="connsiteX1" fmla="*/ 3106057 w 3106057"/>
              <a:gd name="connsiteY1" fmla="*/ 0 h 3403600"/>
              <a:gd name="connsiteX2" fmla="*/ 3106057 w 3106057"/>
              <a:gd name="connsiteY2" fmla="*/ 3403600 h 3403600"/>
              <a:gd name="connsiteX3" fmla="*/ 449943 w 3106057"/>
              <a:gd name="connsiteY3" fmla="*/ 3222171 h 3403600"/>
              <a:gd name="connsiteX4" fmla="*/ 0 w 3106057"/>
              <a:gd name="connsiteY4" fmla="*/ 711200 h 3403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06057" h="3403600">
                <a:moveTo>
                  <a:pt x="0" y="711200"/>
                </a:moveTo>
                <a:lnTo>
                  <a:pt x="3106057" y="0"/>
                </a:lnTo>
                <a:lnTo>
                  <a:pt x="3106057" y="3403600"/>
                </a:lnTo>
                <a:lnTo>
                  <a:pt x="449943" y="3222171"/>
                </a:lnTo>
                <a:lnTo>
                  <a:pt x="0" y="7112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Text Placeholder 4">
            <a:extLst>
              <a:ext uri="{FF2B5EF4-FFF2-40B4-BE49-F238E27FC236}">
                <a16:creationId xmlns:a16="http://schemas.microsoft.com/office/drawing/2014/main" id="{47F3237B-A6D8-401E-A0E8-75ED37DDC0FA}"/>
              </a:ext>
            </a:extLst>
          </p:cNvPr>
          <p:cNvSpPr>
            <a:spLocks noGrp="1"/>
          </p:cNvSpPr>
          <p:nvPr>
            <p:ph type="body" sz="quarter" idx="13" hasCustomPrompt="1"/>
          </p:nvPr>
        </p:nvSpPr>
        <p:spPr>
          <a:xfrm>
            <a:off x="358775" y="1276350"/>
            <a:ext cx="5292724" cy="3203575"/>
          </a:xfrm>
        </p:spPr>
        <p:txBody>
          <a:bodyPr>
            <a:normAutofit/>
          </a:bodyPr>
          <a:lstStyle>
            <a:lvl1pPr marL="396000" indent="-396000">
              <a:spcAft>
                <a:spcPts val="600"/>
              </a:spcAft>
              <a:buFont typeface="+mj-lt"/>
              <a:buAutoNum type="arabicPeriod"/>
              <a:defRPr sz="1600"/>
            </a:lvl1pPr>
            <a:lvl2pPr marL="342900" indent="-342900">
              <a:spcAft>
                <a:spcPts val="600"/>
              </a:spcAft>
              <a:buFont typeface="+mj-lt"/>
              <a:buAutoNum type="arabicPeriod"/>
              <a:defRPr sz="1600"/>
            </a:lvl2pPr>
            <a:lvl3pPr marL="342900" indent="-342900">
              <a:spcAft>
                <a:spcPts val="600"/>
              </a:spcAft>
              <a:buFont typeface="+mj-lt"/>
              <a:buAutoNum type="arabicPeriod"/>
              <a:defRPr sz="1600"/>
            </a:lvl3pPr>
            <a:lvl4pPr marL="342900" indent="-342900">
              <a:spcAft>
                <a:spcPts val="600"/>
              </a:spcAft>
              <a:buFont typeface="+mj-lt"/>
              <a:buAutoNum type="arabicPeriod"/>
              <a:defRPr sz="1600"/>
            </a:lvl4pPr>
            <a:lvl5pPr marL="342900" indent="-342900">
              <a:spcAft>
                <a:spcPts val="600"/>
              </a:spcAft>
              <a:buFont typeface="+mj-lt"/>
              <a:buAutoNum type="arabicPeriod"/>
              <a:defRPr sz="1600"/>
            </a:lvl5pPr>
          </a:lstStyle>
          <a:p>
            <a:pPr lvl="0"/>
            <a:r>
              <a:rPr lang="de-DE"/>
              <a:t>First item</a:t>
            </a:r>
          </a:p>
        </p:txBody>
      </p:sp>
      <p:sp>
        <p:nvSpPr>
          <p:cNvPr id="6" name="Slide Number Placeholder 5">
            <a:extLst>
              <a:ext uri="{FF2B5EF4-FFF2-40B4-BE49-F238E27FC236}">
                <a16:creationId xmlns:a16="http://schemas.microsoft.com/office/drawing/2014/main" id="{8E64CDDE-58C2-4810-8B30-D17CF249E28D}"/>
              </a:ext>
            </a:extLst>
          </p:cNvPr>
          <p:cNvSpPr>
            <a:spLocks noGrp="1"/>
          </p:cNvSpPr>
          <p:nvPr>
            <p:ph type="sldNum" sz="quarter" idx="16"/>
          </p:nvPr>
        </p:nvSpPr>
        <p:spPr/>
        <p:txBody>
          <a:bodyPr/>
          <a:lstStyle/>
          <a:p>
            <a:fld id="{7559FC98-AF75-4A00-A03C-DF9FEBF6BCB9}" type="slidenum">
              <a:rPr lang="en-GB" smtClean="0"/>
              <a:pPr/>
              <a:t>‹#›</a:t>
            </a:fld>
            <a:endParaRPr lang="en-GB"/>
          </a:p>
        </p:txBody>
      </p:sp>
      <p:pic>
        <p:nvPicPr>
          <p:cNvPr id="1936974457" name="Rectangle 10" descr="{&quot;templafy&quot;:{&quot;id&quot;:&quot;983d3f15-dbac-4adc-ac60-bc0247138669&quot;}}" hidden="1"/>
          <p:cNvPicPr>
            <a:picLocks noChangeAspect="1"/>
          </p:cNvPicPr>
          <p:nvPr/>
        </p:nvPicPr>
        <p:blipFill>
          <a:blip r:embed="rId3"/>
          <a:stretch>
            <a:fillRect/>
          </a:stretch>
        </p:blipFill>
        <p:spPr>
          <a:xfrm>
            <a:off x="358775" y="4668427"/>
            <a:ext cx="1036800" cy="306000"/>
          </a:xfrm>
          <a:prstGeom prst="rect">
            <a:avLst/>
          </a:prstGeom>
        </p:spPr>
      </p:pic>
      <p:sp>
        <p:nvSpPr>
          <p:cNvPr id="3" name="Titel 2">
            <a:extLst>
              <a:ext uri="{FF2B5EF4-FFF2-40B4-BE49-F238E27FC236}">
                <a16:creationId xmlns:a16="http://schemas.microsoft.com/office/drawing/2014/main" id="{AF9D94E7-5503-4A78-9A9D-3BC60709B29E}"/>
              </a:ext>
            </a:extLst>
          </p:cNvPr>
          <p:cNvSpPr>
            <a:spLocks noGrp="1"/>
          </p:cNvSpPr>
          <p:nvPr>
            <p:ph type="title" hasCustomPrompt="1"/>
          </p:nvPr>
        </p:nvSpPr>
        <p:spPr>
          <a:xfrm>
            <a:off x="358775" y="376238"/>
            <a:ext cx="5292725" cy="609662"/>
          </a:xfrm>
        </p:spPr>
        <p:txBody>
          <a:bodyPr anchor="t"/>
          <a:lstStyle>
            <a:lvl1pPr>
              <a:defRPr>
                <a:latin typeface="+mj-lt"/>
              </a:defRPr>
            </a:lvl1pPr>
          </a:lstStyle>
          <a:p>
            <a:r>
              <a:rPr lang="en-US" noProof="0"/>
              <a:t>Agenda Title placeholder</a:t>
            </a:r>
          </a:p>
        </p:txBody>
      </p:sp>
      <p:sp>
        <p:nvSpPr>
          <p:cNvPr id="10" name="Date Placeholder 3">
            <a:extLst>
              <a:ext uri="{FF2B5EF4-FFF2-40B4-BE49-F238E27FC236}">
                <a16:creationId xmlns:a16="http://schemas.microsoft.com/office/drawing/2014/main" id="{7A444DF1-FB08-4892-B960-CC1A107898AA}"/>
              </a:ext>
            </a:extLst>
          </p:cNvPr>
          <p:cNvSpPr>
            <a:spLocks noGrp="1"/>
          </p:cNvSpPr>
          <p:nvPr>
            <p:ph type="dt" sz="half" idx="2"/>
          </p:nvPr>
        </p:nvSpPr>
        <p:spPr>
          <a:xfrm>
            <a:off x="3647143" y="4767262"/>
            <a:ext cx="2004356" cy="184335"/>
          </a:xfrm>
          <a:prstGeom prst="rect">
            <a:avLst/>
          </a:prstGeom>
        </p:spPr>
        <p:txBody>
          <a:bodyPr/>
          <a:lstStyle>
            <a:lvl1pPr algn="r">
              <a:defRPr sz="800"/>
            </a:lvl1pPr>
          </a:lstStyle>
          <a:p>
            <a:fld id="{B57B5CD7-A0CA-4D38-BBC7-2C00C2D8EDD2}" type="datetime6">
              <a:rPr lang="de-CH" smtClean="0"/>
              <a:t>März 26</a:t>
            </a:fld>
            <a:endParaRPr lang="de-DE"/>
          </a:p>
        </p:txBody>
      </p:sp>
      <p:pic>
        <p:nvPicPr>
          <p:cNvPr id="13" name="Rectangle 11" descr="{&quot;templafy&quot;:{&quot;id&quot;:&quot;132fdc2d-0d58-46db-a0cb-916ce7270cac&quot;}}">
            <a:extLst>
              <a:ext uri="{FF2B5EF4-FFF2-40B4-BE49-F238E27FC236}">
                <a16:creationId xmlns:a16="http://schemas.microsoft.com/office/drawing/2014/main" id="{BBAB33F5-93EF-4448-89CD-5EFFC7AC047E}"/>
              </a:ext>
            </a:extLst>
          </p:cNvPr>
          <p:cNvPicPr>
            <a:picLocks noChangeAspect="1"/>
          </p:cNvPicPr>
          <p:nvPr userDrawn="1"/>
        </p:nvPicPr>
        <p:blipFill>
          <a:blip r:embed="rId4"/>
          <a:stretch>
            <a:fillRect/>
          </a:stretch>
        </p:blipFill>
        <p:spPr>
          <a:xfrm>
            <a:off x="356400" y="4704059"/>
            <a:ext cx="1026000" cy="212400"/>
          </a:xfrm>
          <a:prstGeom prst="rect">
            <a:avLst/>
          </a:prstGeom>
        </p:spPr>
      </p:pic>
    </p:spTree>
    <p:extLst>
      <p:ext uri="{BB962C8B-B14F-4D97-AF65-F5344CB8AC3E}">
        <p14:creationId xmlns:p14="http://schemas.microsoft.com/office/powerpoint/2010/main" val="23413945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Kapiteltrenner 1">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4B88CA-EB6E-49E8-8E20-86448C5223EB}"/>
              </a:ext>
            </a:extLst>
          </p:cNvPr>
          <p:cNvSpPr>
            <a:spLocks noGrp="1"/>
          </p:cNvSpPr>
          <p:nvPr>
            <p:ph type="title" hasCustomPrompt="1"/>
          </p:nvPr>
        </p:nvSpPr>
        <p:spPr>
          <a:xfrm>
            <a:off x="1548000" y="376238"/>
            <a:ext cx="7237225" cy="2496171"/>
          </a:xfrm>
        </p:spPr>
        <p:txBody>
          <a:bodyPr anchor="b">
            <a:normAutofit/>
          </a:bodyPr>
          <a:lstStyle>
            <a:lvl1pPr marL="0" indent="0" algn="l">
              <a:lnSpc>
                <a:spcPts val="5200"/>
              </a:lnSpc>
              <a:buFont typeface="+mj-lt"/>
              <a:buNone/>
              <a:defRPr sz="5000">
                <a:solidFill>
                  <a:schemeClr val="bg2"/>
                </a:solidFill>
                <a:latin typeface="Gill Sans Nova Light" panose="020B0302020104020203" pitchFamily="34" charset="0"/>
              </a:defRPr>
            </a:lvl1pPr>
          </a:lstStyle>
          <a:p>
            <a:r>
              <a:rPr lang="en-US" noProof="0"/>
              <a:t>Section Title placeholder</a:t>
            </a:r>
          </a:p>
        </p:txBody>
      </p:sp>
      <p:sp>
        <p:nvSpPr>
          <p:cNvPr id="3" name="Text Placeholder 2">
            <a:extLst>
              <a:ext uri="{FF2B5EF4-FFF2-40B4-BE49-F238E27FC236}">
                <a16:creationId xmlns:a16="http://schemas.microsoft.com/office/drawing/2014/main" id="{93182261-379D-435B-BB30-A2A9B6CF3E6F}"/>
              </a:ext>
            </a:extLst>
          </p:cNvPr>
          <p:cNvSpPr>
            <a:spLocks noGrp="1"/>
          </p:cNvSpPr>
          <p:nvPr>
            <p:ph type="body" idx="1" hasCustomPrompt="1"/>
          </p:nvPr>
        </p:nvSpPr>
        <p:spPr>
          <a:xfrm>
            <a:off x="1548000" y="3001618"/>
            <a:ext cx="6025617" cy="1478308"/>
          </a:xfrm>
        </p:spPr>
        <p:txBody>
          <a:bodyPr>
            <a:normAutofit/>
          </a:bodyPr>
          <a:lstStyle>
            <a:lvl1pPr marL="0" indent="0">
              <a:buNone/>
              <a:defRPr sz="2400">
                <a:solidFill>
                  <a:schemeClr val="bg2"/>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noProof="0"/>
              <a:t>Sub-section Title placeholder</a:t>
            </a:r>
          </a:p>
        </p:txBody>
      </p:sp>
      <p:sp>
        <p:nvSpPr>
          <p:cNvPr id="4" name="Freeform: Shape 3">
            <a:extLst>
              <a:ext uri="{FF2B5EF4-FFF2-40B4-BE49-F238E27FC236}">
                <a16:creationId xmlns:a16="http://schemas.microsoft.com/office/drawing/2014/main" id="{AA3A5247-554A-42FF-BCCF-A11D65465AA4}"/>
              </a:ext>
            </a:extLst>
          </p:cNvPr>
          <p:cNvSpPr>
            <a:spLocks noChangeAspect="1"/>
          </p:cNvSpPr>
          <p:nvPr/>
        </p:nvSpPr>
        <p:spPr>
          <a:xfrm>
            <a:off x="4572001" y="3166310"/>
            <a:ext cx="4572000" cy="5009983"/>
          </a:xfrm>
          <a:custGeom>
            <a:avLst/>
            <a:gdLst>
              <a:gd name="connsiteX0" fmla="*/ 0 w 3106057"/>
              <a:gd name="connsiteY0" fmla="*/ 711200 h 3403600"/>
              <a:gd name="connsiteX1" fmla="*/ 3106057 w 3106057"/>
              <a:gd name="connsiteY1" fmla="*/ 0 h 3403600"/>
              <a:gd name="connsiteX2" fmla="*/ 3106057 w 3106057"/>
              <a:gd name="connsiteY2" fmla="*/ 3403600 h 3403600"/>
              <a:gd name="connsiteX3" fmla="*/ 449943 w 3106057"/>
              <a:gd name="connsiteY3" fmla="*/ 3222171 h 3403600"/>
              <a:gd name="connsiteX4" fmla="*/ 0 w 3106057"/>
              <a:gd name="connsiteY4" fmla="*/ 711200 h 3403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06057" h="3403600">
                <a:moveTo>
                  <a:pt x="0" y="711200"/>
                </a:moveTo>
                <a:lnTo>
                  <a:pt x="3106057" y="0"/>
                </a:lnTo>
                <a:lnTo>
                  <a:pt x="3106057" y="3403600"/>
                </a:lnTo>
                <a:lnTo>
                  <a:pt x="449943" y="3222171"/>
                </a:lnTo>
                <a:lnTo>
                  <a:pt x="0" y="7112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8672474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Kapiteltrenner 2">
    <p:bg>
      <p:bgPr>
        <a:solidFill>
          <a:schemeClr val="bg2"/>
        </a:solidFill>
        <a:effectLst/>
      </p:bgPr>
    </p:bg>
    <p:spTree>
      <p:nvGrpSpPr>
        <p:cNvPr id="1" name=""/>
        <p:cNvGrpSpPr/>
        <p:nvPr/>
      </p:nvGrpSpPr>
      <p:grpSpPr>
        <a:xfrm>
          <a:off x="0" y="0"/>
          <a:ext cx="0" cy="0"/>
          <a:chOff x="0" y="0"/>
          <a:chExt cx="0" cy="0"/>
        </a:xfrm>
      </p:grpSpPr>
      <p:sp>
        <p:nvSpPr>
          <p:cNvPr id="4" name="Picture Placeholder 4">
            <a:extLst>
              <a:ext uri="{FF2B5EF4-FFF2-40B4-BE49-F238E27FC236}">
                <a16:creationId xmlns:a16="http://schemas.microsoft.com/office/drawing/2014/main" id="{DC68F798-C07C-4BF8-8573-0552735B83EA}"/>
              </a:ext>
            </a:extLst>
          </p:cNvPr>
          <p:cNvSpPr>
            <a:spLocks noGrp="1"/>
          </p:cNvSpPr>
          <p:nvPr>
            <p:ph type="pic" sz="quarter" idx="11" hasCustomPrompt="1"/>
          </p:nvPr>
        </p:nvSpPr>
        <p:spPr>
          <a:xfrm>
            <a:off x="0" y="0"/>
            <a:ext cx="9144000" cy="5143500"/>
          </a:xfrm>
          <a:pattFill prst="wdUpDiag">
            <a:fgClr>
              <a:schemeClr val="accent1"/>
            </a:fgClr>
            <a:bgClr>
              <a:schemeClr val="bg1"/>
            </a:bgClr>
          </a:pattFill>
        </p:spPr>
        <p:txBody>
          <a:bodyPr lIns="180000" tIns="180000"/>
          <a:lstStyle>
            <a:lvl1pPr>
              <a:defRPr>
                <a:solidFill>
                  <a:schemeClr val="tx1"/>
                </a:solidFill>
              </a:defRPr>
            </a:lvl1pPr>
          </a:lstStyle>
          <a:p>
            <a:r>
              <a:rPr lang="en-US" noProof="0"/>
              <a:t>(click to add a picture)</a:t>
            </a:r>
          </a:p>
        </p:txBody>
      </p:sp>
      <p:sp>
        <p:nvSpPr>
          <p:cNvPr id="5" name="Title 1">
            <a:extLst>
              <a:ext uri="{FF2B5EF4-FFF2-40B4-BE49-F238E27FC236}">
                <a16:creationId xmlns:a16="http://schemas.microsoft.com/office/drawing/2014/main" id="{1086A8A6-B06D-46A2-BCC7-BE87EF4B4819}"/>
              </a:ext>
            </a:extLst>
          </p:cNvPr>
          <p:cNvSpPr>
            <a:spLocks noGrp="1"/>
          </p:cNvSpPr>
          <p:nvPr>
            <p:ph type="title" hasCustomPrompt="1"/>
          </p:nvPr>
        </p:nvSpPr>
        <p:spPr>
          <a:xfrm>
            <a:off x="1548000" y="376238"/>
            <a:ext cx="7237225" cy="2496171"/>
          </a:xfrm>
        </p:spPr>
        <p:txBody>
          <a:bodyPr anchor="b">
            <a:normAutofit/>
          </a:bodyPr>
          <a:lstStyle>
            <a:lvl1pPr marL="0" indent="0" algn="l">
              <a:lnSpc>
                <a:spcPts val="5200"/>
              </a:lnSpc>
              <a:buFont typeface="+mj-lt"/>
              <a:buNone/>
              <a:defRPr sz="5000">
                <a:solidFill>
                  <a:schemeClr val="tx1"/>
                </a:solidFill>
                <a:latin typeface="Gill Sans Nova Light" panose="020B0302020104020203" pitchFamily="34" charset="0"/>
              </a:defRPr>
            </a:lvl1pPr>
          </a:lstStyle>
          <a:p>
            <a:r>
              <a:rPr lang="en-US" noProof="0"/>
              <a:t>Section Title placeholder</a:t>
            </a:r>
          </a:p>
        </p:txBody>
      </p:sp>
      <p:sp>
        <p:nvSpPr>
          <p:cNvPr id="6" name="Text Placeholder 2">
            <a:extLst>
              <a:ext uri="{FF2B5EF4-FFF2-40B4-BE49-F238E27FC236}">
                <a16:creationId xmlns:a16="http://schemas.microsoft.com/office/drawing/2014/main" id="{3046345E-A7CE-41CD-A50F-C13F46D29924}"/>
              </a:ext>
            </a:extLst>
          </p:cNvPr>
          <p:cNvSpPr>
            <a:spLocks noGrp="1"/>
          </p:cNvSpPr>
          <p:nvPr>
            <p:ph type="body" idx="1" hasCustomPrompt="1"/>
          </p:nvPr>
        </p:nvSpPr>
        <p:spPr>
          <a:xfrm>
            <a:off x="1548000" y="3001618"/>
            <a:ext cx="6025617" cy="1478308"/>
          </a:xfrm>
        </p:spPr>
        <p:txBody>
          <a:bodyPr>
            <a:normAutofit/>
          </a:bodyPr>
          <a:lstStyle>
            <a:lvl1pPr marL="0" indent="0">
              <a:buNone/>
              <a:defRPr sz="24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noProof="0"/>
              <a:t>Sub-section Title placeholder</a:t>
            </a:r>
          </a:p>
        </p:txBody>
      </p:sp>
    </p:spTree>
    <p:extLst>
      <p:ext uri="{BB962C8B-B14F-4D97-AF65-F5344CB8AC3E}">
        <p14:creationId xmlns:p14="http://schemas.microsoft.com/office/powerpoint/2010/main" val="22511387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1_Titel und Content">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32FAFF1B-D695-4F04-8B58-692674CF4A5C}"/>
              </a:ext>
            </a:extLst>
          </p:cNvPr>
          <p:cNvSpPr>
            <a:spLocks noChangeAspect="1"/>
          </p:cNvSpPr>
          <p:nvPr/>
        </p:nvSpPr>
        <p:spPr>
          <a:xfrm>
            <a:off x="8570473" y="4701166"/>
            <a:ext cx="213389" cy="233831"/>
          </a:xfrm>
          <a:custGeom>
            <a:avLst/>
            <a:gdLst>
              <a:gd name="connsiteX0" fmla="*/ 0 w 3106057"/>
              <a:gd name="connsiteY0" fmla="*/ 711200 h 3403600"/>
              <a:gd name="connsiteX1" fmla="*/ 3106057 w 3106057"/>
              <a:gd name="connsiteY1" fmla="*/ 0 h 3403600"/>
              <a:gd name="connsiteX2" fmla="*/ 3106057 w 3106057"/>
              <a:gd name="connsiteY2" fmla="*/ 3403600 h 3403600"/>
              <a:gd name="connsiteX3" fmla="*/ 449943 w 3106057"/>
              <a:gd name="connsiteY3" fmla="*/ 3222171 h 3403600"/>
              <a:gd name="connsiteX4" fmla="*/ 0 w 3106057"/>
              <a:gd name="connsiteY4" fmla="*/ 711200 h 3403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06057" h="3403600">
                <a:moveTo>
                  <a:pt x="0" y="711200"/>
                </a:moveTo>
                <a:lnTo>
                  <a:pt x="3106057" y="0"/>
                </a:lnTo>
                <a:lnTo>
                  <a:pt x="3106057" y="3403600"/>
                </a:lnTo>
                <a:lnTo>
                  <a:pt x="449943" y="3222171"/>
                </a:lnTo>
                <a:lnTo>
                  <a:pt x="0" y="7112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AA9D5294-8509-42D7-B32F-8FB3BCBBB9D0}"/>
              </a:ext>
            </a:extLst>
          </p:cNvPr>
          <p:cNvSpPr>
            <a:spLocks noGrp="1"/>
          </p:cNvSpPr>
          <p:nvPr>
            <p:ph type="title"/>
          </p:nvPr>
        </p:nvSpPr>
        <p:spPr/>
        <p:txBody>
          <a:bodyPr/>
          <a:lstStyle/>
          <a:p>
            <a:r>
              <a:rPr lang="de-DE"/>
              <a:t>Mastertitelformat bearbeiten</a:t>
            </a:r>
            <a:endParaRPr lang="en-GB"/>
          </a:p>
        </p:txBody>
      </p:sp>
      <p:sp>
        <p:nvSpPr>
          <p:cNvPr id="3" name="Content Placeholder 2">
            <a:extLst>
              <a:ext uri="{FF2B5EF4-FFF2-40B4-BE49-F238E27FC236}">
                <a16:creationId xmlns:a16="http://schemas.microsoft.com/office/drawing/2014/main" id="{1B1DFF60-9E69-4915-A0DD-67FF253288CC}"/>
              </a:ext>
            </a:extLst>
          </p:cNvPr>
          <p:cNvSpPr>
            <a:spLocks noGrp="1"/>
          </p:cNvSpPr>
          <p:nvPr>
            <p:ph idx="1"/>
          </p:nvPr>
        </p:nvSpPr>
        <p:spPr/>
        <p:txBody>
          <a:bodyPr>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GB"/>
          </a:p>
        </p:txBody>
      </p:sp>
      <p:sp>
        <p:nvSpPr>
          <p:cNvPr id="10" name="Slide Number Placeholder 9">
            <a:extLst>
              <a:ext uri="{FF2B5EF4-FFF2-40B4-BE49-F238E27FC236}">
                <a16:creationId xmlns:a16="http://schemas.microsoft.com/office/drawing/2014/main" id="{1CB9FAC9-1E0D-44F5-8B7F-C8D103F40B80}"/>
              </a:ext>
            </a:extLst>
          </p:cNvPr>
          <p:cNvSpPr>
            <a:spLocks noGrp="1"/>
          </p:cNvSpPr>
          <p:nvPr>
            <p:ph type="sldNum" sz="quarter" idx="12"/>
          </p:nvPr>
        </p:nvSpPr>
        <p:spPr>
          <a:xfrm>
            <a:off x="8570473" y="4767263"/>
            <a:ext cx="214752" cy="273844"/>
          </a:xfrm>
        </p:spPr>
        <p:txBody>
          <a:bodyPr/>
          <a:lstStyle>
            <a:lvl1pPr>
              <a:defRPr>
                <a:solidFill>
                  <a:schemeClr val="bg2"/>
                </a:solidFill>
              </a:defRPr>
            </a:lvl1pPr>
          </a:lstStyle>
          <a:p>
            <a:fld id="{7559FC98-AF75-4A00-A03C-DF9FEBF6BCB9}" type="slidenum">
              <a:rPr lang="en-GB" smtClean="0"/>
              <a:pPr/>
              <a:t>‹#›</a:t>
            </a:fld>
            <a:endParaRPr lang="en-GB"/>
          </a:p>
        </p:txBody>
      </p:sp>
      <p:pic>
        <p:nvPicPr>
          <p:cNvPr id="802808710" name="Rectangle 11" descr="{&quot;templafy&quot;:{&quot;id&quot;:&quot;e5775ba5-436d-452a-8e7d-796ebe69e640&quot;}}" hidden="1"/>
          <p:cNvPicPr>
            <a:picLocks noChangeAspect="1"/>
          </p:cNvPicPr>
          <p:nvPr/>
        </p:nvPicPr>
        <p:blipFill>
          <a:blip r:embed="rId2"/>
          <a:stretch>
            <a:fillRect/>
          </a:stretch>
        </p:blipFill>
        <p:spPr>
          <a:xfrm>
            <a:off x="358775" y="4668427"/>
            <a:ext cx="1036800" cy="306000"/>
          </a:xfrm>
          <a:prstGeom prst="rect">
            <a:avLst/>
          </a:prstGeom>
        </p:spPr>
      </p:pic>
      <p:sp>
        <p:nvSpPr>
          <p:cNvPr id="8" name="Date Placeholder 3">
            <a:extLst>
              <a:ext uri="{FF2B5EF4-FFF2-40B4-BE49-F238E27FC236}">
                <a16:creationId xmlns:a16="http://schemas.microsoft.com/office/drawing/2014/main" id="{E0EB3A11-5BFF-43FB-B68A-0F360BC3F106}"/>
              </a:ext>
            </a:extLst>
          </p:cNvPr>
          <p:cNvSpPr>
            <a:spLocks noGrp="1"/>
          </p:cNvSpPr>
          <p:nvPr>
            <p:ph type="dt" sz="half" idx="2"/>
          </p:nvPr>
        </p:nvSpPr>
        <p:spPr>
          <a:xfrm>
            <a:off x="3567953" y="4767262"/>
            <a:ext cx="2004356" cy="184335"/>
          </a:xfrm>
          <a:prstGeom prst="rect">
            <a:avLst/>
          </a:prstGeom>
        </p:spPr>
        <p:txBody>
          <a:bodyPr/>
          <a:lstStyle>
            <a:lvl1pPr algn="ctr">
              <a:defRPr sz="800"/>
            </a:lvl1pPr>
          </a:lstStyle>
          <a:p>
            <a:fld id="{30B763E8-28A5-4C06-8953-D607A4035193}" type="datetime6">
              <a:rPr lang="de-CH" smtClean="0"/>
              <a:t>März 26</a:t>
            </a:fld>
            <a:endParaRPr lang="de-DE"/>
          </a:p>
        </p:txBody>
      </p:sp>
    </p:spTree>
    <p:extLst>
      <p:ext uri="{BB962C8B-B14F-4D97-AF65-F5344CB8AC3E}">
        <p14:creationId xmlns:p14="http://schemas.microsoft.com/office/powerpoint/2010/main" val="31465520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el und Content">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32FAFF1B-D695-4F04-8B58-692674CF4A5C}"/>
              </a:ext>
            </a:extLst>
          </p:cNvPr>
          <p:cNvSpPr>
            <a:spLocks noChangeAspect="1"/>
          </p:cNvSpPr>
          <p:nvPr/>
        </p:nvSpPr>
        <p:spPr>
          <a:xfrm>
            <a:off x="8570473" y="4701166"/>
            <a:ext cx="213389" cy="233831"/>
          </a:xfrm>
          <a:custGeom>
            <a:avLst/>
            <a:gdLst>
              <a:gd name="connsiteX0" fmla="*/ 0 w 3106057"/>
              <a:gd name="connsiteY0" fmla="*/ 711200 h 3403600"/>
              <a:gd name="connsiteX1" fmla="*/ 3106057 w 3106057"/>
              <a:gd name="connsiteY1" fmla="*/ 0 h 3403600"/>
              <a:gd name="connsiteX2" fmla="*/ 3106057 w 3106057"/>
              <a:gd name="connsiteY2" fmla="*/ 3403600 h 3403600"/>
              <a:gd name="connsiteX3" fmla="*/ 449943 w 3106057"/>
              <a:gd name="connsiteY3" fmla="*/ 3222171 h 3403600"/>
              <a:gd name="connsiteX4" fmla="*/ 0 w 3106057"/>
              <a:gd name="connsiteY4" fmla="*/ 711200 h 3403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06057" h="3403600">
                <a:moveTo>
                  <a:pt x="0" y="711200"/>
                </a:moveTo>
                <a:lnTo>
                  <a:pt x="3106057" y="0"/>
                </a:lnTo>
                <a:lnTo>
                  <a:pt x="3106057" y="3403600"/>
                </a:lnTo>
                <a:lnTo>
                  <a:pt x="449943" y="3222171"/>
                </a:lnTo>
                <a:lnTo>
                  <a:pt x="0" y="7112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AA9D5294-8509-42D7-B32F-8FB3BCBBB9D0}"/>
              </a:ext>
            </a:extLst>
          </p:cNvPr>
          <p:cNvSpPr>
            <a:spLocks noGrp="1"/>
          </p:cNvSpPr>
          <p:nvPr>
            <p:ph type="title"/>
          </p:nvPr>
        </p:nvSpPr>
        <p:spPr/>
        <p:txBody>
          <a:bodyPr/>
          <a:lstStyle/>
          <a:p>
            <a:r>
              <a:rPr lang="de-DE"/>
              <a:t>Mastertitelformat bearbeiten</a:t>
            </a:r>
            <a:endParaRPr lang="en-GB"/>
          </a:p>
        </p:txBody>
      </p:sp>
      <p:sp>
        <p:nvSpPr>
          <p:cNvPr id="3" name="Content Placeholder 2">
            <a:extLst>
              <a:ext uri="{FF2B5EF4-FFF2-40B4-BE49-F238E27FC236}">
                <a16:creationId xmlns:a16="http://schemas.microsoft.com/office/drawing/2014/main" id="{1B1DFF60-9E69-4915-A0DD-67FF253288CC}"/>
              </a:ext>
            </a:extLst>
          </p:cNvPr>
          <p:cNvSpPr>
            <a:spLocks noGrp="1"/>
          </p:cNvSpPr>
          <p:nvPr>
            <p:ph idx="1"/>
          </p:nvPr>
        </p:nvSpPr>
        <p:spPr/>
        <p:txBody>
          <a:bodyPr>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GB"/>
          </a:p>
        </p:txBody>
      </p:sp>
      <p:sp>
        <p:nvSpPr>
          <p:cNvPr id="10" name="Slide Number Placeholder 9">
            <a:extLst>
              <a:ext uri="{FF2B5EF4-FFF2-40B4-BE49-F238E27FC236}">
                <a16:creationId xmlns:a16="http://schemas.microsoft.com/office/drawing/2014/main" id="{1CB9FAC9-1E0D-44F5-8B7F-C8D103F40B80}"/>
              </a:ext>
            </a:extLst>
          </p:cNvPr>
          <p:cNvSpPr>
            <a:spLocks noGrp="1"/>
          </p:cNvSpPr>
          <p:nvPr>
            <p:ph type="sldNum" sz="quarter" idx="12"/>
          </p:nvPr>
        </p:nvSpPr>
        <p:spPr>
          <a:xfrm>
            <a:off x="8570473" y="4767263"/>
            <a:ext cx="214752" cy="273844"/>
          </a:xfrm>
        </p:spPr>
        <p:txBody>
          <a:bodyPr/>
          <a:lstStyle>
            <a:lvl1pPr>
              <a:defRPr>
                <a:solidFill>
                  <a:schemeClr val="bg2"/>
                </a:solidFill>
              </a:defRPr>
            </a:lvl1pPr>
          </a:lstStyle>
          <a:p>
            <a:fld id="{7559FC98-AF75-4A00-A03C-DF9FEBF6BCB9}" type="slidenum">
              <a:rPr lang="en-GB" smtClean="0"/>
              <a:pPr/>
              <a:t>‹#›</a:t>
            </a:fld>
            <a:endParaRPr lang="en-GB"/>
          </a:p>
        </p:txBody>
      </p:sp>
      <p:pic>
        <p:nvPicPr>
          <p:cNvPr id="802808710" name="Rectangle 11" descr="{&quot;templafy&quot;:{&quot;id&quot;:&quot;e5775ba5-436d-452a-8e7d-796ebe69e640&quot;}}" hidden="1"/>
          <p:cNvPicPr>
            <a:picLocks noChangeAspect="1"/>
          </p:cNvPicPr>
          <p:nvPr/>
        </p:nvPicPr>
        <p:blipFill>
          <a:blip r:embed="rId2"/>
          <a:stretch>
            <a:fillRect/>
          </a:stretch>
        </p:blipFill>
        <p:spPr>
          <a:xfrm>
            <a:off x="358775" y="4668427"/>
            <a:ext cx="1036800" cy="306000"/>
          </a:xfrm>
          <a:prstGeom prst="rect">
            <a:avLst/>
          </a:prstGeom>
        </p:spPr>
      </p:pic>
      <p:sp>
        <p:nvSpPr>
          <p:cNvPr id="8" name="Date Placeholder 3">
            <a:extLst>
              <a:ext uri="{FF2B5EF4-FFF2-40B4-BE49-F238E27FC236}">
                <a16:creationId xmlns:a16="http://schemas.microsoft.com/office/drawing/2014/main" id="{E0EB3A11-5BFF-43FB-B68A-0F360BC3F106}"/>
              </a:ext>
            </a:extLst>
          </p:cNvPr>
          <p:cNvSpPr>
            <a:spLocks noGrp="1"/>
          </p:cNvSpPr>
          <p:nvPr>
            <p:ph type="dt" sz="half" idx="2"/>
          </p:nvPr>
        </p:nvSpPr>
        <p:spPr>
          <a:xfrm>
            <a:off x="3567953" y="4767262"/>
            <a:ext cx="2004356" cy="184335"/>
          </a:xfrm>
          <a:prstGeom prst="rect">
            <a:avLst/>
          </a:prstGeom>
        </p:spPr>
        <p:txBody>
          <a:bodyPr/>
          <a:lstStyle>
            <a:lvl1pPr algn="ctr">
              <a:defRPr sz="800"/>
            </a:lvl1pPr>
          </a:lstStyle>
          <a:p>
            <a:fld id="{B9D665AE-2099-47EB-8D1F-2B3FCA7D9E11}" type="datetime6">
              <a:rPr lang="de-CH" smtClean="0"/>
              <a:t>März 26</a:t>
            </a:fld>
            <a:endParaRPr lang="de-DE"/>
          </a:p>
        </p:txBody>
      </p:sp>
      <p:sp>
        <p:nvSpPr>
          <p:cNvPr id="9" name="Textplatzhalter 3">
            <a:extLst>
              <a:ext uri="{FF2B5EF4-FFF2-40B4-BE49-F238E27FC236}">
                <a16:creationId xmlns:a16="http://schemas.microsoft.com/office/drawing/2014/main" id="{9FB05968-50B4-4E34-B7B1-EF5B02AE6127}"/>
              </a:ext>
            </a:extLst>
          </p:cNvPr>
          <p:cNvSpPr>
            <a:spLocks noGrp="1"/>
          </p:cNvSpPr>
          <p:nvPr>
            <p:ph type="body" sz="quarter" idx="10" hasCustomPrompt="1"/>
          </p:nvPr>
        </p:nvSpPr>
        <p:spPr>
          <a:xfrm>
            <a:off x="359569" y="85788"/>
            <a:ext cx="8425656" cy="290450"/>
          </a:xfrm>
        </p:spPr>
        <p:txBody>
          <a:bodyPr anchor="ctr">
            <a:normAutofit/>
          </a:bodyPr>
          <a:lstStyle>
            <a:lvl1pPr marL="0" indent="0" algn="l" defTabSz="685800" rtl="0" eaLnBrk="1" latinLnBrk="0" hangingPunct="1">
              <a:spcBef>
                <a:spcPct val="20000"/>
              </a:spcBef>
              <a:spcAft>
                <a:spcPts val="90"/>
              </a:spcAft>
              <a:buClr>
                <a:srgbClr val="00802F"/>
              </a:buClr>
              <a:buSzPct val="120000"/>
              <a:buFont typeface="Wingdings" pitchFamily="2" charset="2"/>
              <a:buNone/>
              <a:defRPr lang="de-DE" sz="1500" kern="1200" baseline="0" dirty="0">
                <a:solidFill>
                  <a:schemeClr val="tx1">
                    <a:lumMod val="65000"/>
                    <a:lumOff val="35000"/>
                  </a:schemeClr>
                </a:solidFill>
                <a:latin typeface="+mj-lt"/>
                <a:ea typeface="+mn-ea"/>
                <a:cs typeface="Arial" pitchFamily="34" charset="0"/>
              </a:defRPr>
            </a:lvl1pPr>
            <a:lvl2pPr marL="198834" indent="0">
              <a:buNone/>
              <a:defRPr/>
            </a:lvl2pPr>
            <a:lvl3pPr marL="404813" indent="0">
              <a:buNone/>
              <a:defRPr/>
            </a:lvl3pPr>
            <a:lvl4pPr marL="603647" indent="0">
              <a:buNone/>
              <a:defRPr/>
            </a:lvl4pPr>
            <a:lvl5pPr marL="809625" indent="0">
              <a:buNone/>
              <a:defRPr/>
            </a:lvl5pPr>
          </a:lstStyle>
          <a:p>
            <a:pPr lvl="0"/>
            <a:r>
              <a:rPr lang="de-DE"/>
              <a:t>Main Title</a:t>
            </a:r>
          </a:p>
        </p:txBody>
      </p:sp>
    </p:spTree>
    <p:extLst>
      <p:ext uri="{BB962C8B-B14F-4D97-AF65-F5344CB8AC3E}">
        <p14:creationId xmlns:p14="http://schemas.microsoft.com/office/powerpoint/2010/main" val="41541113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Titel und Content">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32FAFF1B-D695-4F04-8B58-692674CF4A5C}"/>
              </a:ext>
            </a:extLst>
          </p:cNvPr>
          <p:cNvSpPr>
            <a:spLocks noChangeAspect="1"/>
          </p:cNvSpPr>
          <p:nvPr/>
        </p:nvSpPr>
        <p:spPr>
          <a:xfrm>
            <a:off x="8570473" y="4701166"/>
            <a:ext cx="213389" cy="233831"/>
          </a:xfrm>
          <a:custGeom>
            <a:avLst/>
            <a:gdLst>
              <a:gd name="connsiteX0" fmla="*/ 0 w 3106057"/>
              <a:gd name="connsiteY0" fmla="*/ 711200 h 3403600"/>
              <a:gd name="connsiteX1" fmla="*/ 3106057 w 3106057"/>
              <a:gd name="connsiteY1" fmla="*/ 0 h 3403600"/>
              <a:gd name="connsiteX2" fmla="*/ 3106057 w 3106057"/>
              <a:gd name="connsiteY2" fmla="*/ 3403600 h 3403600"/>
              <a:gd name="connsiteX3" fmla="*/ 449943 w 3106057"/>
              <a:gd name="connsiteY3" fmla="*/ 3222171 h 3403600"/>
              <a:gd name="connsiteX4" fmla="*/ 0 w 3106057"/>
              <a:gd name="connsiteY4" fmla="*/ 711200 h 3403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06057" h="3403600">
                <a:moveTo>
                  <a:pt x="0" y="711200"/>
                </a:moveTo>
                <a:lnTo>
                  <a:pt x="3106057" y="0"/>
                </a:lnTo>
                <a:lnTo>
                  <a:pt x="3106057" y="3403600"/>
                </a:lnTo>
                <a:lnTo>
                  <a:pt x="449943" y="3222171"/>
                </a:lnTo>
                <a:lnTo>
                  <a:pt x="0" y="7112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AA9D5294-8509-42D7-B32F-8FB3BCBBB9D0}"/>
              </a:ext>
            </a:extLst>
          </p:cNvPr>
          <p:cNvSpPr>
            <a:spLocks noGrp="1"/>
          </p:cNvSpPr>
          <p:nvPr>
            <p:ph type="title"/>
          </p:nvPr>
        </p:nvSpPr>
        <p:spPr/>
        <p:txBody>
          <a:bodyPr/>
          <a:lstStyle/>
          <a:p>
            <a:r>
              <a:rPr lang="de-DE"/>
              <a:t>Mastertitelformat bearbeiten</a:t>
            </a:r>
            <a:endParaRPr lang="en-GB"/>
          </a:p>
        </p:txBody>
      </p:sp>
      <p:sp>
        <p:nvSpPr>
          <p:cNvPr id="3" name="Content Placeholder 2">
            <a:extLst>
              <a:ext uri="{FF2B5EF4-FFF2-40B4-BE49-F238E27FC236}">
                <a16:creationId xmlns:a16="http://schemas.microsoft.com/office/drawing/2014/main" id="{1B1DFF60-9E69-4915-A0DD-67FF253288CC}"/>
              </a:ext>
            </a:extLst>
          </p:cNvPr>
          <p:cNvSpPr>
            <a:spLocks noGrp="1"/>
          </p:cNvSpPr>
          <p:nvPr>
            <p:ph idx="1"/>
          </p:nvPr>
        </p:nvSpPr>
        <p:spPr>
          <a:xfrm>
            <a:off x="358775" y="1276350"/>
            <a:ext cx="8426450" cy="2556921"/>
          </a:xfrm>
        </p:spPr>
        <p:txBody>
          <a:bodyPr>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GB"/>
          </a:p>
        </p:txBody>
      </p:sp>
      <p:sp>
        <p:nvSpPr>
          <p:cNvPr id="10" name="Slide Number Placeholder 9">
            <a:extLst>
              <a:ext uri="{FF2B5EF4-FFF2-40B4-BE49-F238E27FC236}">
                <a16:creationId xmlns:a16="http://schemas.microsoft.com/office/drawing/2014/main" id="{1CB9FAC9-1E0D-44F5-8B7F-C8D103F40B80}"/>
              </a:ext>
            </a:extLst>
          </p:cNvPr>
          <p:cNvSpPr>
            <a:spLocks noGrp="1"/>
          </p:cNvSpPr>
          <p:nvPr>
            <p:ph type="sldNum" sz="quarter" idx="12"/>
          </p:nvPr>
        </p:nvSpPr>
        <p:spPr>
          <a:xfrm>
            <a:off x="8570473" y="4767263"/>
            <a:ext cx="214752" cy="273844"/>
          </a:xfrm>
        </p:spPr>
        <p:txBody>
          <a:bodyPr/>
          <a:lstStyle>
            <a:lvl1pPr>
              <a:defRPr>
                <a:solidFill>
                  <a:schemeClr val="bg2"/>
                </a:solidFill>
              </a:defRPr>
            </a:lvl1pPr>
          </a:lstStyle>
          <a:p>
            <a:fld id="{7559FC98-AF75-4A00-A03C-DF9FEBF6BCB9}" type="slidenum">
              <a:rPr lang="en-GB" smtClean="0"/>
              <a:pPr/>
              <a:t>‹#›</a:t>
            </a:fld>
            <a:endParaRPr lang="en-GB"/>
          </a:p>
        </p:txBody>
      </p:sp>
      <p:pic>
        <p:nvPicPr>
          <p:cNvPr id="802808710" name="Rectangle 11" descr="{&quot;templafy&quot;:{&quot;id&quot;:&quot;e5775ba5-436d-452a-8e7d-796ebe69e640&quot;}}" hidden="1"/>
          <p:cNvPicPr>
            <a:picLocks noChangeAspect="1"/>
          </p:cNvPicPr>
          <p:nvPr/>
        </p:nvPicPr>
        <p:blipFill>
          <a:blip r:embed="rId2"/>
          <a:stretch>
            <a:fillRect/>
          </a:stretch>
        </p:blipFill>
        <p:spPr>
          <a:xfrm>
            <a:off x="358775" y="4668427"/>
            <a:ext cx="1036800" cy="306000"/>
          </a:xfrm>
          <a:prstGeom prst="rect">
            <a:avLst/>
          </a:prstGeom>
        </p:spPr>
      </p:pic>
      <p:sp>
        <p:nvSpPr>
          <p:cNvPr id="8" name="Date Placeholder 3">
            <a:extLst>
              <a:ext uri="{FF2B5EF4-FFF2-40B4-BE49-F238E27FC236}">
                <a16:creationId xmlns:a16="http://schemas.microsoft.com/office/drawing/2014/main" id="{E0EB3A11-5BFF-43FB-B68A-0F360BC3F106}"/>
              </a:ext>
            </a:extLst>
          </p:cNvPr>
          <p:cNvSpPr>
            <a:spLocks noGrp="1"/>
          </p:cNvSpPr>
          <p:nvPr>
            <p:ph type="dt" sz="half" idx="2"/>
          </p:nvPr>
        </p:nvSpPr>
        <p:spPr>
          <a:xfrm>
            <a:off x="3567953" y="4767262"/>
            <a:ext cx="2004356" cy="184335"/>
          </a:xfrm>
          <a:prstGeom prst="rect">
            <a:avLst/>
          </a:prstGeom>
        </p:spPr>
        <p:txBody>
          <a:bodyPr/>
          <a:lstStyle>
            <a:lvl1pPr algn="ctr">
              <a:defRPr sz="800"/>
            </a:lvl1pPr>
          </a:lstStyle>
          <a:p>
            <a:fld id="{970FC134-CD77-4207-856E-804B9B6F6655}" type="datetime6">
              <a:rPr lang="de-CH" smtClean="0"/>
              <a:t>März 26</a:t>
            </a:fld>
            <a:endParaRPr lang="de-DE"/>
          </a:p>
        </p:txBody>
      </p:sp>
      <p:sp>
        <p:nvSpPr>
          <p:cNvPr id="9" name="Textplatzhalter 3">
            <a:extLst>
              <a:ext uri="{FF2B5EF4-FFF2-40B4-BE49-F238E27FC236}">
                <a16:creationId xmlns:a16="http://schemas.microsoft.com/office/drawing/2014/main" id="{9FB05968-50B4-4E34-B7B1-EF5B02AE6127}"/>
              </a:ext>
            </a:extLst>
          </p:cNvPr>
          <p:cNvSpPr>
            <a:spLocks noGrp="1"/>
          </p:cNvSpPr>
          <p:nvPr>
            <p:ph type="body" sz="quarter" idx="10" hasCustomPrompt="1"/>
          </p:nvPr>
        </p:nvSpPr>
        <p:spPr>
          <a:xfrm>
            <a:off x="359569" y="85788"/>
            <a:ext cx="8425656" cy="290450"/>
          </a:xfrm>
        </p:spPr>
        <p:txBody>
          <a:bodyPr anchor="ctr">
            <a:normAutofit/>
          </a:bodyPr>
          <a:lstStyle>
            <a:lvl1pPr marL="0" indent="0" algn="l" defTabSz="685800" rtl="0" eaLnBrk="1" latinLnBrk="0" hangingPunct="1">
              <a:spcBef>
                <a:spcPct val="20000"/>
              </a:spcBef>
              <a:spcAft>
                <a:spcPts val="90"/>
              </a:spcAft>
              <a:buClr>
                <a:srgbClr val="00802F"/>
              </a:buClr>
              <a:buSzPct val="120000"/>
              <a:buFont typeface="Wingdings" pitchFamily="2" charset="2"/>
              <a:buNone/>
              <a:defRPr lang="de-DE" sz="1500" kern="1200" baseline="0" dirty="0">
                <a:solidFill>
                  <a:schemeClr val="tx1">
                    <a:lumMod val="65000"/>
                    <a:lumOff val="35000"/>
                  </a:schemeClr>
                </a:solidFill>
                <a:latin typeface="+mj-lt"/>
                <a:ea typeface="+mn-ea"/>
                <a:cs typeface="Arial" pitchFamily="34" charset="0"/>
              </a:defRPr>
            </a:lvl1pPr>
            <a:lvl2pPr marL="198834" indent="0">
              <a:buNone/>
              <a:defRPr/>
            </a:lvl2pPr>
            <a:lvl3pPr marL="404813" indent="0">
              <a:buNone/>
              <a:defRPr/>
            </a:lvl3pPr>
            <a:lvl4pPr marL="603647" indent="0">
              <a:buNone/>
              <a:defRPr/>
            </a:lvl4pPr>
            <a:lvl5pPr marL="809625" indent="0">
              <a:buNone/>
              <a:defRPr/>
            </a:lvl5pPr>
          </a:lstStyle>
          <a:p>
            <a:pPr lvl="0"/>
            <a:r>
              <a:rPr lang="de-DE"/>
              <a:t>Main Title</a:t>
            </a:r>
          </a:p>
        </p:txBody>
      </p:sp>
      <p:sp>
        <p:nvSpPr>
          <p:cNvPr id="11" name="Textplatzhalter 6">
            <a:extLst>
              <a:ext uri="{FF2B5EF4-FFF2-40B4-BE49-F238E27FC236}">
                <a16:creationId xmlns:a16="http://schemas.microsoft.com/office/drawing/2014/main" id="{53049159-3887-46EA-B4CA-459B82DE6041}"/>
              </a:ext>
            </a:extLst>
          </p:cNvPr>
          <p:cNvSpPr>
            <a:spLocks noGrp="1"/>
          </p:cNvSpPr>
          <p:nvPr>
            <p:ph type="body" sz="quarter" idx="15" hasCustomPrompt="1"/>
          </p:nvPr>
        </p:nvSpPr>
        <p:spPr>
          <a:xfrm>
            <a:off x="358775" y="3939381"/>
            <a:ext cx="8425087" cy="540544"/>
          </a:xfrm>
          <a:solidFill>
            <a:schemeClr val="accent2"/>
          </a:solidFill>
        </p:spPr>
        <p:txBody>
          <a:bodyPr lIns="576000" tIns="18000" rIns="18000" bIns="18000" anchor="ctr"/>
          <a:lstStyle>
            <a:lvl1pPr marL="0" indent="0">
              <a:buNone/>
              <a:defRPr/>
            </a:lvl1pPr>
          </a:lstStyle>
          <a:p>
            <a:pPr lvl="0"/>
            <a:r>
              <a:rPr lang="en-US"/>
              <a:t>Punchline</a:t>
            </a:r>
          </a:p>
        </p:txBody>
      </p:sp>
      <p:sp>
        <p:nvSpPr>
          <p:cNvPr id="12" name="Inhaltsplatzhalter 16">
            <a:extLst>
              <a:ext uri="{FF2B5EF4-FFF2-40B4-BE49-F238E27FC236}">
                <a16:creationId xmlns:a16="http://schemas.microsoft.com/office/drawing/2014/main" id="{2573B565-8F94-4F75-8571-779016BEE601}"/>
              </a:ext>
            </a:extLst>
          </p:cNvPr>
          <p:cNvSpPr>
            <a:spLocks noGrp="1"/>
          </p:cNvSpPr>
          <p:nvPr>
            <p:ph sz="quarter" idx="17" hasCustomPrompt="1"/>
          </p:nvPr>
        </p:nvSpPr>
        <p:spPr>
          <a:xfrm>
            <a:off x="358776" y="3939381"/>
            <a:ext cx="311018" cy="541083"/>
          </a:xfrm>
          <a:prstGeom prst="homePlate">
            <a:avLst>
              <a:gd name="adj" fmla="val 22774"/>
            </a:avLst>
          </a:prstGeom>
          <a:solidFill>
            <a:srgbClr val="00802F"/>
          </a:solidFill>
          <a:ln>
            <a:noFill/>
            <a:headEnd type="none" w="med" len="med"/>
            <a:tailEnd type="none" w="med" len="med"/>
          </a:ln>
          <a:effectLst/>
        </p:spPr>
        <p:style>
          <a:lnRef idx="1">
            <a:schemeClr val="accent5"/>
          </a:lnRef>
          <a:fillRef idx="2">
            <a:schemeClr val="accent5"/>
          </a:fillRef>
          <a:effectRef idx="1">
            <a:schemeClr val="accent5"/>
          </a:effectRef>
          <a:fontRef idx="minor">
            <a:schemeClr val="dk1"/>
          </a:fontRef>
        </p:style>
        <p:txBody>
          <a:bodyPr vert="vert270" wrap="square" lIns="0" tIns="0" rIns="0" bIns="0" numCol="1" rtlCol="0" anchor="ctr" anchorCtr="0" compatLnSpc="1">
            <a:prstTxWarp prst="textNoShape">
              <a:avLst/>
            </a:prstTxWarp>
          </a:bodyPr>
          <a:lstStyle>
            <a:lvl1pPr marL="0" indent="0" algn="l">
              <a:buFont typeface="Arial" panose="020B0604020202020204" pitchFamily="34" charset="0"/>
              <a:buNone/>
              <a:defRPr lang="de-DE" sz="750" b="0" dirty="0" smtClean="0">
                <a:solidFill>
                  <a:schemeClr val="bg1"/>
                </a:solidFill>
                <a:latin typeface="+mj-lt"/>
                <a:cs typeface="+mn-cs"/>
              </a:defRPr>
            </a:lvl1pPr>
            <a:lvl2pPr>
              <a:defRPr lang="de-DE" sz="1350" dirty="0" smtClean="0">
                <a:solidFill>
                  <a:schemeClr val="dk1"/>
                </a:solidFill>
                <a:latin typeface="+mn-lt"/>
                <a:cs typeface="+mn-cs"/>
              </a:defRPr>
            </a:lvl2pPr>
            <a:lvl3pPr>
              <a:defRPr lang="de-DE" sz="1350" dirty="0" smtClean="0">
                <a:solidFill>
                  <a:schemeClr val="dk1"/>
                </a:solidFill>
                <a:latin typeface="+mn-lt"/>
                <a:cs typeface="+mn-cs"/>
              </a:defRPr>
            </a:lvl3pPr>
            <a:lvl4pPr>
              <a:defRPr lang="de-DE" sz="1350" dirty="0" smtClean="0">
                <a:solidFill>
                  <a:schemeClr val="dk1"/>
                </a:solidFill>
                <a:latin typeface="+mn-lt"/>
                <a:cs typeface="+mn-cs"/>
              </a:defRPr>
            </a:lvl4pPr>
            <a:lvl5pPr>
              <a:defRPr lang="de-DE" sz="1350" dirty="0">
                <a:solidFill>
                  <a:schemeClr val="dk1"/>
                </a:solidFill>
                <a:latin typeface="+mn-lt"/>
                <a:cs typeface="+mn-cs"/>
              </a:defRPr>
            </a:lvl5pPr>
          </a:lstStyle>
          <a:p>
            <a:pPr marL="0" lvl="0" algn="ctr" defTabSz="589360" eaLnBrk="0" fontAlgn="base" hangingPunct="0">
              <a:spcBef>
                <a:spcPct val="0"/>
              </a:spcBef>
              <a:spcAft>
                <a:spcPct val="0"/>
              </a:spcAft>
            </a:pPr>
            <a:r>
              <a:rPr lang="de-DE"/>
              <a:t>Title</a:t>
            </a:r>
          </a:p>
        </p:txBody>
      </p:sp>
    </p:spTree>
    <p:extLst>
      <p:ext uri="{BB962C8B-B14F-4D97-AF65-F5344CB8AC3E}">
        <p14:creationId xmlns:p14="http://schemas.microsoft.com/office/powerpoint/2010/main" val="22355692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el zwei Content">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15543F47-BCA1-4586-9B7A-452F67C480C8}"/>
              </a:ext>
            </a:extLst>
          </p:cNvPr>
          <p:cNvSpPr>
            <a:spLocks noChangeAspect="1"/>
          </p:cNvSpPr>
          <p:nvPr/>
        </p:nvSpPr>
        <p:spPr>
          <a:xfrm>
            <a:off x="8570473" y="4701166"/>
            <a:ext cx="213389" cy="233831"/>
          </a:xfrm>
          <a:custGeom>
            <a:avLst/>
            <a:gdLst>
              <a:gd name="connsiteX0" fmla="*/ 0 w 3106057"/>
              <a:gd name="connsiteY0" fmla="*/ 711200 h 3403600"/>
              <a:gd name="connsiteX1" fmla="*/ 3106057 w 3106057"/>
              <a:gd name="connsiteY1" fmla="*/ 0 h 3403600"/>
              <a:gd name="connsiteX2" fmla="*/ 3106057 w 3106057"/>
              <a:gd name="connsiteY2" fmla="*/ 3403600 h 3403600"/>
              <a:gd name="connsiteX3" fmla="*/ 449943 w 3106057"/>
              <a:gd name="connsiteY3" fmla="*/ 3222171 h 3403600"/>
              <a:gd name="connsiteX4" fmla="*/ 0 w 3106057"/>
              <a:gd name="connsiteY4" fmla="*/ 711200 h 3403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06057" h="3403600">
                <a:moveTo>
                  <a:pt x="0" y="711200"/>
                </a:moveTo>
                <a:lnTo>
                  <a:pt x="3106057" y="0"/>
                </a:lnTo>
                <a:lnTo>
                  <a:pt x="3106057" y="3403600"/>
                </a:lnTo>
                <a:lnTo>
                  <a:pt x="449943" y="3222171"/>
                </a:lnTo>
                <a:lnTo>
                  <a:pt x="0" y="7112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FE04952E-FCB6-493B-899A-78F0FFCB3F2D}"/>
              </a:ext>
            </a:extLst>
          </p:cNvPr>
          <p:cNvSpPr>
            <a:spLocks noGrp="1"/>
          </p:cNvSpPr>
          <p:nvPr>
            <p:ph type="title"/>
          </p:nvPr>
        </p:nvSpPr>
        <p:spPr/>
        <p:txBody>
          <a:bodyPr/>
          <a:lstStyle/>
          <a:p>
            <a:r>
              <a:rPr lang="de-DE"/>
              <a:t>Mastertitelformat bearbeiten</a:t>
            </a:r>
            <a:endParaRPr lang="en-GB"/>
          </a:p>
        </p:txBody>
      </p:sp>
      <p:sp>
        <p:nvSpPr>
          <p:cNvPr id="3" name="Content Placeholder 2">
            <a:extLst>
              <a:ext uri="{FF2B5EF4-FFF2-40B4-BE49-F238E27FC236}">
                <a16:creationId xmlns:a16="http://schemas.microsoft.com/office/drawing/2014/main" id="{8CD7A6B4-FE62-49DA-AB92-A00E16DDD412}"/>
              </a:ext>
            </a:extLst>
          </p:cNvPr>
          <p:cNvSpPr>
            <a:spLocks noGrp="1"/>
          </p:cNvSpPr>
          <p:nvPr>
            <p:ph sz="half" idx="1"/>
          </p:nvPr>
        </p:nvSpPr>
        <p:spPr>
          <a:xfrm>
            <a:off x="358776" y="1276349"/>
            <a:ext cx="4122738" cy="3203576"/>
          </a:xfrm>
        </p:spPr>
        <p:txBody>
          <a:bodyPr>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GB"/>
          </a:p>
        </p:txBody>
      </p:sp>
      <p:sp>
        <p:nvSpPr>
          <p:cNvPr id="4" name="Content Placeholder 3">
            <a:extLst>
              <a:ext uri="{FF2B5EF4-FFF2-40B4-BE49-F238E27FC236}">
                <a16:creationId xmlns:a16="http://schemas.microsoft.com/office/drawing/2014/main" id="{E44DB25E-F340-4288-90DE-3831A8F49925}"/>
              </a:ext>
            </a:extLst>
          </p:cNvPr>
          <p:cNvSpPr>
            <a:spLocks noGrp="1"/>
          </p:cNvSpPr>
          <p:nvPr>
            <p:ph sz="half" idx="2"/>
          </p:nvPr>
        </p:nvSpPr>
        <p:spPr>
          <a:xfrm>
            <a:off x="4662487" y="1276350"/>
            <a:ext cx="4122737" cy="3203575"/>
          </a:xfrm>
        </p:spPr>
        <p:txBody>
          <a:bodyPr>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GB"/>
          </a:p>
        </p:txBody>
      </p:sp>
      <p:sp>
        <p:nvSpPr>
          <p:cNvPr id="12" name="Slide Number Placeholder 11">
            <a:extLst>
              <a:ext uri="{FF2B5EF4-FFF2-40B4-BE49-F238E27FC236}">
                <a16:creationId xmlns:a16="http://schemas.microsoft.com/office/drawing/2014/main" id="{E2CF5E38-DB35-4A9B-8D0E-E97D18CDB2BC}"/>
              </a:ext>
            </a:extLst>
          </p:cNvPr>
          <p:cNvSpPr>
            <a:spLocks noGrp="1"/>
          </p:cNvSpPr>
          <p:nvPr>
            <p:ph type="sldNum" sz="quarter" idx="16"/>
          </p:nvPr>
        </p:nvSpPr>
        <p:spPr/>
        <p:txBody>
          <a:bodyPr/>
          <a:lstStyle/>
          <a:p>
            <a:fld id="{7559FC98-AF75-4A00-A03C-DF9FEBF6BCB9}" type="slidenum">
              <a:rPr lang="en-GB" smtClean="0"/>
              <a:pPr/>
              <a:t>‹#›</a:t>
            </a:fld>
            <a:endParaRPr lang="en-GB"/>
          </a:p>
        </p:txBody>
      </p:sp>
      <p:pic>
        <p:nvPicPr>
          <p:cNvPr id="970777636" name="Rectangle 4" descr="{&quot;templafy&quot;:{&quot;id&quot;:&quot;0a133d91-c434-4507-996b-1932189b3a85&quot;}}" hidden="1"/>
          <p:cNvPicPr>
            <a:picLocks noChangeAspect="1"/>
          </p:cNvPicPr>
          <p:nvPr/>
        </p:nvPicPr>
        <p:blipFill>
          <a:blip r:embed="rId2"/>
          <a:stretch>
            <a:fillRect/>
          </a:stretch>
        </p:blipFill>
        <p:spPr>
          <a:xfrm>
            <a:off x="358775" y="4668427"/>
            <a:ext cx="1036800" cy="306000"/>
          </a:xfrm>
          <a:prstGeom prst="rect">
            <a:avLst/>
          </a:prstGeom>
        </p:spPr>
      </p:pic>
      <p:sp>
        <p:nvSpPr>
          <p:cNvPr id="6" name="Rectangle 5" descr="{&quot;templafy&quot;:{&quot;id&quot;:&quot;91ce3b80-504a-45b3-a72e-0948cd45d9e7&quot;}}">
            <a:extLst>
              <a:ext uri="{FF2B5EF4-FFF2-40B4-BE49-F238E27FC236}">
                <a16:creationId xmlns:a16="http://schemas.microsoft.com/office/drawing/2014/main" id="{4E03CCCD-CB66-429F-BC77-64B5370808F2}"/>
              </a:ext>
            </a:extLst>
          </p:cNvPr>
          <p:cNvSpPr/>
          <p:nvPr/>
        </p:nvSpPr>
        <p:spPr>
          <a:xfrm>
            <a:off x="2516261" y="4767263"/>
            <a:ext cx="3884539" cy="22540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endParaRPr lang="en-GB" sz="800">
              <a:solidFill>
                <a:schemeClr val="tx1"/>
              </a:solidFill>
            </a:endParaRPr>
          </a:p>
        </p:txBody>
      </p:sp>
      <p:sp>
        <p:nvSpPr>
          <p:cNvPr id="10" name="Date Placeholder 3">
            <a:extLst>
              <a:ext uri="{FF2B5EF4-FFF2-40B4-BE49-F238E27FC236}">
                <a16:creationId xmlns:a16="http://schemas.microsoft.com/office/drawing/2014/main" id="{1956D239-FF32-4FD0-84FE-67D181BF05B2}"/>
              </a:ext>
            </a:extLst>
          </p:cNvPr>
          <p:cNvSpPr>
            <a:spLocks noGrp="1"/>
          </p:cNvSpPr>
          <p:nvPr>
            <p:ph type="dt" sz="half" idx="17"/>
          </p:nvPr>
        </p:nvSpPr>
        <p:spPr>
          <a:xfrm>
            <a:off x="3567953" y="4767262"/>
            <a:ext cx="2004356" cy="184335"/>
          </a:xfrm>
          <a:prstGeom prst="rect">
            <a:avLst/>
          </a:prstGeom>
        </p:spPr>
        <p:txBody>
          <a:bodyPr/>
          <a:lstStyle>
            <a:lvl1pPr algn="ctr">
              <a:defRPr sz="800"/>
            </a:lvl1pPr>
          </a:lstStyle>
          <a:p>
            <a:fld id="{111007C9-750C-45A4-AB1B-CB6B97990CE5}" type="datetime6">
              <a:rPr lang="de-CH" smtClean="0"/>
              <a:t>März 26</a:t>
            </a:fld>
            <a:endParaRPr lang="de-DE"/>
          </a:p>
        </p:txBody>
      </p:sp>
    </p:spTree>
    <p:extLst>
      <p:ext uri="{BB962C8B-B14F-4D97-AF65-F5344CB8AC3E}">
        <p14:creationId xmlns:p14="http://schemas.microsoft.com/office/powerpoint/2010/main" val="8505425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Titel zwei Content">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15543F47-BCA1-4586-9B7A-452F67C480C8}"/>
              </a:ext>
            </a:extLst>
          </p:cNvPr>
          <p:cNvSpPr>
            <a:spLocks noChangeAspect="1"/>
          </p:cNvSpPr>
          <p:nvPr/>
        </p:nvSpPr>
        <p:spPr>
          <a:xfrm>
            <a:off x="8570473" y="4701166"/>
            <a:ext cx="213389" cy="233831"/>
          </a:xfrm>
          <a:custGeom>
            <a:avLst/>
            <a:gdLst>
              <a:gd name="connsiteX0" fmla="*/ 0 w 3106057"/>
              <a:gd name="connsiteY0" fmla="*/ 711200 h 3403600"/>
              <a:gd name="connsiteX1" fmla="*/ 3106057 w 3106057"/>
              <a:gd name="connsiteY1" fmla="*/ 0 h 3403600"/>
              <a:gd name="connsiteX2" fmla="*/ 3106057 w 3106057"/>
              <a:gd name="connsiteY2" fmla="*/ 3403600 h 3403600"/>
              <a:gd name="connsiteX3" fmla="*/ 449943 w 3106057"/>
              <a:gd name="connsiteY3" fmla="*/ 3222171 h 3403600"/>
              <a:gd name="connsiteX4" fmla="*/ 0 w 3106057"/>
              <a:gd name="connsiteY4" fmla="*/ 711200 h 3403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06057" h="3403600">
                <a:moveTo>
                  <a:pt x="0" y="711200"/>
                </a:moveTo>
                <a:lnTo>
                  <a:pt x="3106057" y="0"/>
                </a:lnTo>
                <a:lnTo>
                  <a:pt x="3106057" y="3403600"/>
                </a:lnTo>
                <a:lnTo>
                  <a:pt x="449943" y="3222171"/>
                </a:lnTo>
                <a:lnTo>
                  <a:pt x="0" y="7112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FE04952E-FCB6-493B-899A-78F0FFCB3F2D}"/>
              </a:ext>
            </a:extLst>
          </p:cNvPr>
          <p:cNvSpPr>
            <a:spLocks noGrp="1"/>
          </p:cNvSpPr>
          <p:nvPr>
            <p:ph type="title"/>
          </p:nvPr>
        </p:nvSpPr>
        <p:spPr/>
        <p:txBody>
          <a:bodyPr/>
          <a:lstStyle/>
          <a:p>
            <a:r>
              <a:rPr lang="de-DE"/>
              <a:t>Mastertitelformat bearbeiten</a:t>
            </a:r>
            <a:endParaRPr lang="en-GB"/>
          </a:p>
        </p:txBody>
      </p:sp>
      <p:sp>
        <p:nvSpPr>
          <p:cNvPr id="3" name="Content Placeholder 2">
            <a:extLst>
              <a:ext uri="{FF2B5EF4-FFF2-40B4-BE49-F238E27FC236}">
                <a16:creationId xmlns:a16="http://schemas.microsoft.com/office/drawing/2014/main" id="{8CD7A6B4-FE62-49DA-AB92-A00E16DDD412}"/>
              </a:ext>
            </a:extLst>
          </p:cNvPr>
          <p:cNvSpPr>
            <a:spLocks noGrp="1"/>
          </p:cNvSpPr>
          <p:nvPr>
            <p:ph sz="half" idx="1"/>
          </p:nvPr>
        </p:nvSpPr>
        <p:spPr>
          <a:xfrm>
            <a:off x="358776" y="1276349"/>
            <a:ext cx="4122738" cy="3203576"/>
          </a:xfrm>
        </p:spPr>
        <p:txBody>
          <a:bodyPr>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GB"/>
          </a:p>
        </p:txBody>
      </p:sp>
      <p:sp>
        <p:nvSpPr>
          <p:cNvPr id="4" name="Content Placeholder 3">
            <a:extLst>
              <a:ext uri="{FF2B5EF4-FFF2-40B4-BE49-F238E27FC236}">
                <a16:creationId xmlns:a16="http://schemas.microsoft.com/office/drawing/2014/main" id="{E44DB25E-F340-4288-90DE-3831A8F49925}"/>
              </a:ext>
            </a:extLst>
          </p:cNvPr>
          <p:cNvSpPr>
            <a:spLocks noGrp="1"/>
          </p:cNvSpPr>
          <p:nvPr>
            <p:ph sz="half" idx="2"/>
          </p:nvPr>
        </p:nvSpPr>
        <p:spPr>
          <a:xfrm>
            <a:off x="4662487" y="1276350"/>
            <a:ext cx="4122737" cy="3203575"/>
          </a:xfrm>
        </p:spPr>
        <p:txBody>
          <a:bodyPr>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GB"/>
          </a:p>
        </p:txBody>
      </p:sp>
      <p:sp>
        <p:nvSpPr>
          <p:cNvPr id="12" name="Slide Number Placeholder 11">
            <a:extLst>
              <a:ext uri="{FF2B5EF4-FFF2-40B4-BE49-F238E27FC236}">
                <a16:creationId xmlns:a16="http://schemas.microsoft.com/office/drawing/2014/main" id="{E2CF5E38-DB35-4A9B-8D0E-E97D18CDB2BC}"/>
              </a:ext>
            </a:extLst>
          </p:cNvPr>
          <p:cNvSpPr>
            <a:spLocks noGrp="1"/>
          </p:cNvSpPr>
          <p:nvPr>
            <p:ph type="sldNum" sz="quarter" idx="16"/>
          </p:nvPr>
        </p:nvSpPr>
        <p:spPr/>
        <p:txBody>
          <a:bodyPr/>
          <a:lstStyle/>
          <a:p>
            <a:fld id="{7559FC98-AF75-4A00-A03C-DF9FEBF6BCB9}" type="slidenum">
              <a:rPr lang="en-GB" smtClean="0"/>
              <a:pPr/>
              <a:t>‹#›</a:t>
            </a:fld>
            <a:endParaRPr lang="en-GB"/>
          </a:p>
        </p:txBody>
      </p:sp>
      <p:pic>
        <p:nvPicPr>
          <p:cNvPr id="970777636" name="Rectangle 4" descr="{&quot;templafy&quot;:{&quot;id&quot;:&quot;0a133d91-c434-4507-996b-1932189b3a85&quot;}}" hidden="1"/>
          <p:cNvPicPr>
            <a:picLocks noChangeAspect="1"/>
          </p:cNvPicPr>
          <p:nvPr/>
        </p:nvPicPr>
        <p:blipFill>
          <a:blip r:embed="rId2"/>
          <a:stretch>
            <a:fillRect/>
          </a:stretch>
        </p:blipFill>
        <p:spPr>
          <a:xfrm>
            <a:off x="358775" y="4668427"/>
            <a:ext cx="1036800" cy="306000"/>
          </a:xfrm>
          <a:prstGeom prst="rect">
            <a:avLst/>
          </a:prstGeom>
        </p:spPr>
      </p:pic>
      <p:sp>
        <p:nvSpPr>
          <p:cNvPr id="6" name="Rectangle 5" descr="{&quot;templafy&quot;:{&quot;id&quot;:&quot;91ce3b80-504a-45b3-a72e-0948cd45d9e7&quot;}}">
            <a:extLst>
              <a:ext uri="{FF2B5EF4-FFF2-40B4-BE49-F238E27FC236}">
                <a16:creationId xmlns:a16="http://schemas.microsoft.com/office/drawing/2014/main" id="{4E03CCCD-CB66-429F-BC77-64B5370808F2}"/>
              </a:ext>
            </a:extLst>
          </p:cNvPr>
          <p:cNvSpPr/>
          <p:nvPr/>
        </p:nvSpPr>
        <p:spPr>
          <a:xfrm>
            <a:off x="2516261" y="4767263"/>
            <a:ext cx="3884539" cy="22540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endParaRPr lang="en-GB" sz="800">
              <a:solidFill>
                <a:schemeClr val="tx1"/>
              </a:solidFill>
            </a:endParaRPr>
          </a:p>
        </p:txBody>
      </p:sp>
      <p:sp>
        <p:nvSpPr>
          <p:cNvPr id="10" name="Date Placeholder 3">
            <a:extLst>
              <a:ext uri="{FF2B5EF4-FFF2-40B4-BE49-F238E27FC236}">
                <a16:creationId xmlns:a16="http://schemas.microsoft.com/office/drawing/2014/main" id="{1956D239-FF32-4FD0-84FE-67D181BF05B2}"/>
              </a:ext>
            </a:extLst>
          </p:cNvPr>
          <p:cNvSpPr>
            <a:spLocks noGrp="1"/>
          </p:cNvSpPr>
          <p:nvPr>
            <p:ph type="dt" sz="half" idx="17"/>
          </p:nvPr>
        </p:nvSpPr>
        <p:spPr>
          <a:xfrm>
            <a:off x="3567953" y="4767262"/>
            <a:ext cx="2004356" cy="184335"/>
          </a:xfrm>
          <a:prstGeom prst="rect">
            <a:avLst/>
          </a:prstGeom>
        </p:spPr>
        <p:txBody>
          <a:bodyPr/>
          <a:lstStyle>
            <a:lvl1pPr algn="ctr">
              <a:defRPr sz="800"/>
            </a:lvl1pPr>
          </a:lstStyle>
          <a:p>
            <a:fld id="{65C08088-81A0-403B-BB04-AE6002DCC26A}" type="datetime6">
              <a:rPr lang="de-CH" smtClean="0"/>
              <a:t>März 26</a:t>
            </a:fld>
            <a:endParaRPr lang="de-DE"/>
          </a:p>
        </p:txBody>
      </p:sp>
      <p:sp>
        <p:nvSpPr>
          <p:cNvPr id="11" name="Textplatzhalter 3">
            <a:extLst>
              <a:ext uri="{FF2B5EF4-FFF2-40B4-BE49-F238E27FC236}">
                <a16:creationId xmlns:a16="http://schemas.microsoft.com/office/drawing/2014/main" id="{5BF7D55C-A184-4126-9EF6-44BC37A59013}"/>
              </a:ext>
            </a:extLst>
          </p:cNvPr>
          <p:cNvSpPr>
            <a:spLocks noGrp="1"/>
          </p:cNvSpPr>
          <p:nvPr>
            <p:ph type="body" sz="quarter" idx="10" hasCustomPrompt="1"/>
          </p:nvPr>
        </p:nvSpPr>
        <p:spPr>
          <a:xfrm>
            <a:off x="359569" y="85788"/>
            <a:ext cx="8425656" cy="290450"/>
          </a:xfrm>
        </p:spPr>
        <p:txBody>
          <a:bodyPr anchor="ctr">
            <a:normAutofit/>
          </a:bodyPr>
          <a:lstStyle>
            <a:lvl1pPr marL="0" indent="0" algn="l" defTabSz="685800" rtl="0" eaLnBrk="1" latinLnBrk="0" hangingPunct="1">
              <a:spcBef>
                <a:spcPct val="20000"/>
              </a:spcBef>
              <a:spcAft>
                <a:spcPts val="90"/>
              </a:spcAft>
              <a:buClr>
                <a:srgbClr val="00802F"/>
              </a:buClr>
              <a:buSzPct val="120000"/>
              <a:buFont typeface="Wingdings" pitchFamily="2" charset="2"/>
              <a:buNone/>
              <a:defRPr lang="de-DE" sz="1500" kern="1200" baseline="0" dirty="0">
                <a:solidFill>
                  <a:schemeClr val="tx1">
                    <a:lumMod val="65000"/>
                    <a:lumOff val="35000"/>
                  </a:schemeClr>
                </a:solidFill>
                <a:latin typeface="+mj-lt"/>
                <a:ea typeface="+mn-ea"/>
                <a:cs typeface="Arial" pitchFamily="34" charset="0"/>
              </a:defRPr>
            </a:lvl1pPr>
            <a:lvl2pPr marL="198834" indent="0">
              <a:buNone/>
              <a:defRPr/>
            </a:lvl2pPr>
            <a:lvl3pPr marL="404813" indent="0">
              <a:buNone/>
              <a:defRPr/>
            </a:lvl3pPr>
            <a:lvl4pPr marL="603647" indent="0">
              <a:buNone/>
              <a:defRPr/>
            </a:lvl4pPr>
            <a:lvl5pPr marL="809625" indent="0">
              <a:buNone/>
              <a:defRPr/>
            </a:lvl5pPr>
          </a:lstStyle>
          <a:p>
            <a:pPr lvl="0"/>
            <a:r>
              <a:rPr lang="de-DE"/>
              <a:t>Main Title</a:t>
            </a:r>
          </a:p>
        </p:txBody>
      </p:sp>
    </p:spTree>
    <p:extLst>
      <p:ext uri="{BB962C8B-B14F-4D97-AF65-F5344CB8AC3E}">
        <p14:creationId xmlns:p14="http://schemas.microsoft.com/office/powerpoint/2010/main" val="9446743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Titel zwei Content">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15543F47-BCA1-4586-9B7A-452F67C480C8}"/>
              </a:ext>
            </a:extLst>
          </p:cNvPr>
          <p:cNvSpPr>
            <a:spLocks noChangeAspect="1"/>
          </p:cNvSpPr>
          <p:nvPr/>
        </p:nvSpPr>
        <p:spPr>
          <a:xfrm>
            <a:off x="8570473" y="4701166"/>
            <a:ext cx="213389" cy="233831"/>
          </a:xfrm>
          <a:custGeom>
            <a:avLst/>
            <a:gdLst>
              <a:gd name="connsiteX0" fmla="*/ 0 w 3106057"/>
              <a:gd name="connsiteY0" fmla="*/ 711200 h 3403600"/>
              <a:gd name="connsiteX1" fmla="*/ 3106057 w 3106057"/>
              <a:gd name="connsiteY1" fmla="*/ 0 h 3403600"/>
              <a:gd name="connsiteX2" fmla="*/ 3106057 w 3106057"/>
              <a:gd name="connsiteY2" fmla="*/ 3403600 h 3403600"/>
              <a:gd name="connsiteX3" fmla="*/ 449943 w 3106057"/>
              <a:gd name="connsiteY3" fmla="*/ 3222171 h 3403600"/>
              <a:gd name="connsiteX4" fmla="*/ 0 w 3106057"/>
              <a:gd name="connsiteY4" fmla="*/ 711200 h 3403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06057" h="3403600">
                <a:moveTo>
                  <a:pt x="0" y="711200"/>
                </a:moveTo>
                <a:lnTo>
                  <a:pt x="3106057" y="0"/>
                </a:lnTo>
                <a:lnTo>
                  <a:pt x="3106057" y="3403600"/>
                </a:lnTo>
                <a:lnTo>
                  <a:pt x="449943" y="3222171"/>
                </a:lnTo>
                <a:lnTo>
                  <a:pt x="0" y="7112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FE04952E-FCB6-493B-899A-78F0FFCB3F2D}"/>
              </a:ext>
            </a:extLst>
          </p:cNvPr>
          <p:cNvSpPr>
            <a:spLocks noGrp="1"/>
          </p:cNvSpPr>
          <p:nvPr>
            <p:ph type="title"/>
          </p:nvPr>
        </p:nvSpPr>
        <p:spPr/>
        <p:txBody>
          <a:bodyPr/>
          <a:lstStyle/>
          <a:p>
            <a:r>
              <a:rPr lang="de-DE"/>
              <a:t>Mastertitelformat bearbeiten</a:t>
            </a:r>
            <a:endParaRPr lang="en-GB"/>
          </a:p>
        </p:txBody>
      </p:sp>
      <p:sp>
        <p:nvSpPr>
          <p:cNvPr id="3" name="Content Placeholder 2">
            <a:extLst>
              <a:ext uri="{FF2B5EF4-FFF2-40B4-BE49-F238E27FC236}">
                <a16:creationId xmlns:a16="http://schemas.microsoft.com/office/drawing/2014/main" id="{8CD7A6B4-FE62-49DA-AB92-A00E16DDD412}"/>
              </a:ext>
            </a:extLst>
          </p:cNvPr>
          <p:cNvSpPr>
            <a:spLocks noGrp="1"/>
          </p:cNvSpPr>
          <p:nvPr>
            <p:ph sz="half" idx="1"/>
          </p:nvPr>
        </p:nvSpPr>
        <p:spPr>
          <a:xfrm>
            <a:off x="358776" y="1276349"/>
            <a:ext cx="4122738" cy="2621959"/>
          </a:xfrm>
        </p:spPr>
        <p:txBody>
          <a:bodyPr>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GB"/>
          </a:p>
        </p:txBody>
      </p:sp>
      <p:sp>
        <p:nvSpPr>
          <p:cNvPr id="4" name="Content Placeholder 3">
            <a:extLst>
              <a:ext uri="{FF2B5EF4-FFF2-40B4-BE49-F238E27FC236}">
                <a16:creationId xmlns:a16="http://schemas.microsoft.com/office/drawing/2014/main" id="{E44DB25E-F340-4288-90DE-3831A8F49925}"/>
              </a:ext>
            </a:extLst>
          </p:cNvPr>
          <p:cNvSpPr>
            <a:spLocks noGrp="1"/>
          </p:cNvSpPr>
          <p:nvPr>
            <p:ph sz="half" idx="2"/>
          </p:nvPr>
        </p:nvSpPr>
        <p:spPr>
          <a:xfrm>
            <a:off x="4662487" y="1276351"/>
            <a:ext cx="4122737" cy="2621958"/>
          </a:xfrm>
        </p:spPr>
        <p:txBody>
          <a:bodyPr>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GB"/>
          </a:p>
        </p:txBody>
      </p:sp>
      <p:sp>
        <p:nvSpPr>
          <p:cNvPr id="12" name="Slide Number Placeholder 11">
            <a:extLst>
              <a:ext uri="{FF2B5EF4-FFF2-40B4-BE49-F238E27FC236}">
                <a16:creationId xmlns:a16="http://schemas.microsoft.com/office/drawing/2014/main" id="{E2CF5E38-DB35-4A9B-8D0E-E97D18CDB2BC}"/>
              </a:ext>
            </a:extLst>
          </p:cNvPr>
          <p:cNvSpPr>
            <a:spLocks noGrp="1"/>
          </p:cNvSpPr>
          <p:nvPr>
            <p:ph type="sldNum" sz="quarter" idx="16"/>
          </p:nvPr>
        </p:nvSpPr>
        <p:spPr/>
        <p:txBody>
          <a:bodyPr/>
          <a:lstStyle/>
          <a:p>
            <a:fld id="{7559FC98-AF75-4A00-A03C-DF9FEBF6BCB9}" type="slidenum">
              <a:rPr lang="en-GB" smtClean="0"/>
              <a:pPr/>
              <a:t>‹#›</a:t>
            </a:fld>
            <a:endParaRPr lang="en-GB"/>
          </a:p>
        </p:txBody>
      </p:sp>
      <p:pic>
        <p:nvPicPr>
          <p:cNvPr id="970777636" name="Rectangle 4" descr="{&quot;templafy&quot;:{&quot;id&quot;:&quot;0a133d91-c434-4507-996b-1932189b3a85&quot;}}" hidden="1"/>
          <p:cNvPicPr>
            <a:picLocks noChangeAspect="1"/>
          </p:cNvPicPr>
          <p:nvPr/>
        </p:nvPicPr>
        <p:blipFill>
          <a:blip r:embed="rId2"/>
          <a:stretch>
            <a:fillRect/>
          </a:stretch>
        </p:blipFill>
        <p:spPr>
          <a:xfrm>
            <a:off x="358775" y="4668427"/>
            <a:ext cx="1036800" cy="306000"/>
          </a:xfrm>
          <a:prstGeom prst="rect">
            <a:avLst/>
          </a:prstGeom>
        </p:spPr>
      </p:pic>
      <p:sp>
        <p:nvSpPr>
          <p:cNvPr id="6" name="Rectangle 5" descr="{&quot;templafy&quot;:{&quot;id&quot;:&quot;91ce3b80-504a-45b3-a72e-0948cd45d9e7&quot;}}">
            <a:extLst>
              <a:ext uri="{FF2B5EF4-FFF2-40B4-BE49-F238E27FC236}">
                <a16:creationId xmlns:a16="http://schemas.microsoft.com/office/drawing/2014/main" id="{4E03CCCD-CB66-429F-BC77-64B5370808F2}"/>
              </a:ext>
            </a:extLst>
          </p:cNvPr>
          <p:cNvSpPr/>
          <p:nvPr/>
        </p:nvSpPr>
        <p:spPr>
          <a:xfrm>
            <a:off x="2516261" y="4767263"/>
            <a:ext cx="3884539" cy="22540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endParaRPr lang="en-GB" sz="800">
              <a:solidFill>
                <a:schemeClr val="tx1"/>
              </a:solidFill>
            </a:endParaRPr>
          </a:p>
        </p:txBody>
      </p:sp>
      <p:sp>
        <p:nvSpPr>
          <p:cNvPr id="10" name="Date Placeholder 3">
            <a:extLst>
              <a:ext uri="{FF2B5EF4-FFF2-40B4-BE49-F238E27FC236}">
                <a16:creationId xmlns:a16="http://schemas.microsoft.com/office/drawing/2014/main" id="{1956D239-FF32-4FD0-84FE-67D181BF05B2}"/>
              </a:ext>
            </a:extLst>
          </p:cNvPr>
          <p:cNvSpPr>
            <a:spLocks noGrp="1"/>
          </p:cNvSpPr>
          <p:nvPr>
            <p:ph type="dt" sz="half" idx="17"/>
          </p:nvPr>
        </p:nvSpPr>
        <p:spPr>
          <a:xfrm>
            <a:off x="3567953" y="4767262"/>
            <a:ext cx="2004356" cy="184335"/>
          </a:xfrm>
          <a:prstGeom prst="rect">
            <a:avLst/>
          </a:prstGeom>
        </p:spPr>
        <p:txBody>
          <a:bodyPr/>
          <a:lstStyle>
            <a:lvl1pPr algn="ctr">
              <a:defRPr sz="800"/>
            </a:lvl1pPr>
          </a:lstStyle>
          <a:p>
            <a:fld id="{93DD61F4-D9DA-406C-AF0A-CAC39F14C0F6}" type="datetime6">
              <a:rPr lang="de-CH" smtClean="0"/>
              <a:t>März 26</a:t>
            </a:fld>
            <a:endParaRPr lang="de-DE"/>
          </a:p>
        </p:txBody>
      </p:sp>
      <p:sp>
        <p:nvSpPr>
          <p:cNvPr id="11" name="Textplatzhalter 3">
            <a:extLst>
              <a:ext uri="{FF2B5EF4-FFF2-40B4-BE49-F238E27FC236}">
                <a16:creationId xmlns:a16="http://schemas.microsoft.com/office/drawing/2014/main" id="{5BF7D55C-A184-4126-9EF6-44BC37A59013}"/>
              </a:ext>
            </a:extLst>
          </p:cNvPr>
          <p:cNvSpPr>
            <a:spLocks noGrp="1"/>
          </p:cNvSpPr>
          <p:nvPr>
            <p:ph type="body" sz="quarter" idx="10" hasCustomPrompt="1"/>
          </p:nvPr>
        </p:nvSpPr>
        <p:spPr>
          <a:xfrm>
            <a:off x="359569" y="85788"/>
            <a:ext cx="8425656" cy="290450"/>
          </a:xfrm>
        </p:spPr>
        <p:txBody>
          <a:bodyPr anchor="ctr">
            <a:normAutofit/>
          </a:bodyPr>
          <a:lstStyle>
            <a:lvl1pPr marL="0" indent="0" algn="l" defTabSz="685800" rtl="0" eaLnBrk="1" latinLnBrk="0" hangingPunct="1">
              <a:spcBef>
                <a:spcPct val="20000"/>
              </a:spcBef>
              <a:spcAft>
                <a:spcPts val="90"/>
              </a:spcAft>
              <a:buClr>
                <a:srgbClr val="00802F"/>
              </a:buClr>
              <a:buSzPct val="120000"/>
              <a:buFont typeface="Wingdings" pitchFamily="2" charset="2"/>
              <a:buNone/>
              <a:defRPr lang="de-DE" sz="1500" kern="1200" baseline="0" dirty="0">
                <a:solidFill>
                  <a:schemeClr val="tx1">
                    <a:lumMod val="65000"/>
                    <a:lumOff val="35000"/>
                  </a:schemeClr>
                </a:solidFill>
                <a:latin typeface="+mj-lt"/>
                <a:ea typeface="+mn-ea"/>
                <a:cs typeface="Arial" pitchFamily="34" charset="0"/>
              </a:defRPr>
            </a:lvl1pPr>
            <a:lvl2pPr marL="198834" indent="0">
              <a:buNone/>
              <a:defRPr/>
            </a:lvl2pPr>
            <a:lvl3pPr marL="404813" indent="0">
              <a:buNone/>
              <a:defRPr/>
            </a:lvl3pPr>
            <a:lvl4pPr marL="603647" indent="0">
              <a:buNone/>
              <a:defRPr/>
            </a:lvl4pPr>
            <a:lvl5pPr marL="809625" indent="0">
              <a:buNone/>
              <a:defRPr/>
            </a:lvl5pPr>
          </a:lstStyle>
          <a:p>
            <a:pPr lvl="0"/>
            <a:r>
              <a:rPr lang="de-DE"/>
              <a:t>Main Title</a:t>
            </a:r>
          </a:p>
        </p:txBody>
      </p:sp>
      <p:sp>
        <p:nvSpPr>
          <p:cNvPr id="13" name="Textplatzhalter 6">
            <a:extLst>
              <a:ext uri="{FF2B5EF4-FFF2-40B4-BE49-F238E27FC236}">
                <a16:creationId xmlns:a16="http://schemas.microsoft.com/office/drawing/2014/main" id="{86B5E8FE-8CBE-4759-BB01-C3BFECF4A0EE}"/>
              </a:ext>
            </a:extLst>
          </p:cNvPr>
          <p:cNvSpPr>
            <a:spLocks noGrp="1"/>
          </p:cNvSpPr>
          <p:nvPr>
            <p:ph type="body" sz="quarter" idx="15" hasCustomPrompt="1"/>
          </p:nvPr>
        </p:nvSpPr>
        <p:spPr>
          <a:xfrm>
            <a:off x="358775" y="3939381"/>
            <a:ext cx="8425087" cy="540544"/>
          </a:xfrm>
          <a:solidFill>
            <a:schemeClr val="accent2"/>
          </a:solidFill>
        </p:spPr>
        <p:txBody>
          <a:bodyPr lIns="576000" tIns="18000" rIns="18000" bIns="18000" anchor="ctr"/>
          <a:lstStyle>
            <a:lvl1pPr marL="0" indent="0">
              <a:buNone/>
              <a:defRPr/>
            </a:lvl1pPr>
          </a:lstStyle>
          <a:p>
            <a:pPr lvl="0"/>
            <a:r>
              <a:rPr lang="en-US"/>
              <a:t>Punchline</a:t>
            </a:r>
          </a:p>
        </p:txBody>
      </p:sp>
      <p:sp>
        <p:nvSpPr>
          <p:cNvPr id="14" name="Inhaltsplatzhalter 16">
            <a:extLst>
              <a:ext uri="{FF2B5EF4-FFF2-40B4-BE49-F238E27FC236}">
                <a16:creationId xmlns:a16="http://schemas.microsoft.com/office/drawing/2014/main" id="{8AD8B021-5AD6-44F8-B57D-010BB7B137AA}"/>
              </a:ext>
            </a:extLst>
          </p:cNvPr>
          <p:cNvSpPr>
            <a:spLocks noGrp="1"/>
          </p:cNvSpPr>
          <p:nvPr>
            <p:ph sz="quarter" idx="18" hasCustomPrompt="1"/>
          </p:nvPr>
        </p:nvSpPr>
        <p:spPr>
          <a:xfrm>
            <a:off x="358776" y="3939381"/>
            <a:ext cx="311018" cy="541083"/>
          </a:xfrm>
          <a:prstGeom prst="homePlate">
            <a:avLst>
              <a:gd name="adj" fmla="val 22774"/>
            </a:avLst>
          </a:prstGeom>
          <a:solidFill>
            <a:srgbClr val="00802F"/>
          </a:solidFill>
          <a:ln>
            <a:noFill/>
            <a:headEnd type="none" w="med" len="med"/>
            <a:tailEnd type="none" w="med" len="med"/>
          </a:ln>
          <a:effectLst/>
        </p:spPr>
        <p:style>
          <a:lnRef idx="1">
            <a:schemeClr val="accent5"/>
          </a:lnRef>
          <a:fillRef idx="2">
            <a:schemeClr val="accent5"/>
          </a:fillRef>
          <a:effectRef idx="1">
            <a:schemeClr val="accent5"/>
          </a:effectRef>
          <a:fontRef idx="minor">
            <a:schemeClr val="dk1"/>
          </a:fontRef>
        </p:style>
        <p:txBody>
          <a:bodyPr vert="vert270" wrap="square" lIns="0" tIns="0" rIns="0" bIns="0" numCol="1" rtlCol="0" anchor="ctr" anchorCtr="0" compatLnSpc="1">
            <a:prstTxWarp prst="textNoShape">
              <a:avLst/>
            </a:prstTxWarp>
          </a:bodyPr>
          <a:lstStyle>
            <a:lvl1pPr marL="0" indent="0" algn="l">
              <a:buFont typeface="Arial" panose="020B0604020202020204" pitchFamily="34" charset="0"/>
              <a:buNone/>
              <a:defRPr lang="de-DE" sz="750" b="0" dirty="0" smtClean="0">
                <a:solidFill>
                  <a:schemeClr val="bg1"/>
                </a:solidFill>
                <a:latin typeface="+mj-lt"/>
                <a:cs typeface="+mn-cs"/>
              </a:defRPr>
            </a:lvl1pPr>
            <a:lvl2pPr>
              <a:defRPr lang="de-DE" sz="1350" dirty="0" smtClean="0">
                <a:solidFill>
                  <a:schemeClr val="dk1"/>
                </a:solidFill>
                <a:latin typeface="+mn-lt"/>
                <a:cs typeface="+mn-cs"/>
              </a:defRPr>
            </a:lvl2pPr>
            <a:lvl3pPr>
              <a:defRPr lang="de-DE" sz="1350" dirty="0" smtClean="0">
                <a:solidFill>
                  <a:schemeClr val="dk1"/>
                </a:solidFill>
                <a:latin typeface="+mn-lt"/>
                <a:cs typeface="+mn-cs"/>
              </a:defRPr>
            </a:lvl3pPr>
            <a:lvl4pPr>
              <a:defRPr lang="de-DE" sz="1350" dirty="0" smtClean="0">
                <a:solidFill>
                  <a:schemeClr val="dk1"/>
                </a:solidFill>
                <a:latin typeface="+mn-lt"/>
                <a:cs typeface="+mn-cs"/>
              </a:defRPr>
            </a:lvl4pPr>
            <a:lvl5pPr>
              <a:defRPr lang="de-DE" sz="1350" dirty="0">
                <a:solidFill>
                  <a:schemeClr val="dk1"/>
                </a:solidFill>
                <a:latin typeface="+mn-lt"/>
                <a:cs typeface="+mn-cs"/>
              </a:defRPr>
            </a:lvl5pPr>
          </a:lstStyle>
          <a:p>
            <a:pPr marL="0" lvl="0" algn="ctr" defTabSz="589360" eaLnBrk="0" fontAlgn="base" hangingPunct="0">
              <a:spcBef>
                <a:spcPct val="0"/>
              </a:spcBef>
              <a:spcAft>
                <a:spcPct val="0"/>
              </a:spcAft>
            </a:pPr>
            <a:r>
              <a:rPr lang="de-DE"/>
              <a:t>Title</a:t>
            </a:r>
          </a:p>
        </p:txBody>
      </p:sp>
    </p:spTree>
    <p:extLst>
      <p:ext uri="{BB962C8B-B14F-4D97-AF65-F5344CB8AC3E}">
        <p14:creationId xmlns:p14="http://schemas.microsoft.com/office/powerpoint/2010/main" val="144349660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_Titel zwei Content">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15543F47-BCA1-4586-9B7A-452F67C480C8}"/>
              </a:ext>
            </a:extLst>
          </p:cNvPr>
          <p:cNvSpPr>
            <a:spLocks noChangeAspect="1"/>
          </p:cNvSpPr>
          <p:nvPr/>
        </p:nvSpPr>
        <p:spPr>
          <a:xfrm>
            <a:off x="8570473" y="4701166"/>
            <a:ext cx="213389" cy="233831"/>
          </a:xfrm>
          <a:custGeom>
            <a:avLst/>
            <a:gdLst>
              <a:gd name="connsiteX0" fmla="*/ 0 w 3106057"/>
              <a:gd name="connsiteY0" fmla="*/ 711200 h 3403600"/>
              <a:gd name="connsiteX1" fmla="*/ 3106057 w 3106057"/>
              <a:gd name="connsiteY1" fmla="*/ 0 h 3403600"/>
              <a:gd name="connsiteX2" fmla="*/ 3106057 w 3106057"/>
              <a:gd name="connsiteY2" fmla="*/ 3403600 h 3403600"/>
              <a:gd name="connsiteX3" fmla="*/ 449943 w 3106057"/>
              <a:gd name="connsiteY3" fmla="*/ 3222171 h 3403600"/>
              <a:gd name="connsiteX4" fmla="*/ 0 w 3106057"/>
              <a:gd name="connsiteY4" fmla="*/ 711200 h 3403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06057" h="3403600">
                <a:moveTo>
                  <a:pt x="0" y="711200"/>
                </a:moveTo>
                <a:lnTo>
                  <a:pt x="3106057" y="0"/>
                </a:lnTo>
                <a:lnTo>
                  <a:pt x="3106057" y="3403600"/>
                </a:lnTo>
                <a:lnTo>
                  <a:pt x="449943" y="3222171"/>
                </a:lnTo>
                <a:lnTo>
                  <a:pt x="0" y="7112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FE04952E-FCB6-493B-899A-78F0FFCB3F2D}"/>
              </a:ext>
            </a:extLst>
          </p:cNvPr>
          <p:cNvSpPr>
            <a:spLocks noGrp="1"/>
          </p:cNvSpPr>
          <p:nvPr>
            <p:ph type="title"/>
          </p:nvPr>
        </p:nvSpPr>
        <p:spPr/>
        <p:txBody>
          <a:bodyPr/>
          <a:lstStyle/>
          <a:p>
            <a:r>
              <a:rPr lang="de-DE"/>
              <a:t>Mastertitelformat bearbeiten</a:t>
            </a:r>
            <a:endParaRPr lang="en-GB"/>
          </a:p>
        </p:txBody>
      </p:sp>
      <p:sp>
        <p:nvSpPr>
          <p:cNvPr id="3" name="Content Placeholder 2">
            <a:extLst>
              <a:ext uri="{FF2B5EF4-FFF2-40B4-BE49-F238E27FC236}">
                <a16:creationId xmlns:a16="http://schemas.microsoft.com/office/drawing/2014/main" id="{8CD7A6B4-FE62-49DA-AB92-A00E16DDD412}"/>
              </a:ext>
            </a:extLst>
          </p:cNvPr>
          <p:cNvSpPr>
            <a:spLocks noGrp="1"/>
          </p:cNvSpPr>
          <p:nvPr>
            <p:ph sz="half" idx="1"/>
          </p:nvPr>
        </p:nvSpPr>
        <p:spPr>
          <a:xfrm>
            <a:off x="358776" y="1276349"/>
            <a:ext cx="4122738" cy="3203576"/>
          </a:xfrm>
          <a:ln w="12700" cap="flat" cmpd="sng" algn="ctr">
            <a:solidFill>
              <a:srgbClr val="A0A0A0"/>
            </a:solidFill>
            <a:prstDash val="solid"/>
            <a:round/>
            <a:headEnd type="none" w="med" len="med"/>
            <a:tailEnd type="none" w="med" len="med"/>
          </a:ln>
        </p:spPr>
        <p:txBody>
          <a:bodyPr lIns="90000" tIns="144000" rIns="54000" bIns="5400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GB"/>
          </a:p>
        </p:txBody>
      </p:sp>
      <p:sp>
        <p:nvSpPr>
          <p:cNvPr id="4" name="Content Placeholder 3">
            <a:extLst>
              <a:ext uri="{FF2B5EF4-FFF2-40B4-BE49-F238E27FC236}">
                <a16:creationId xmlns:a16="http://schemas.microsoft.com/office/drawing/2014/main" id="{E44DB25E-F340-4288-90DE-3831A8F49925}"/>
              </a:ext>
            </a:extLst>
          </p:cNvPr>
          <p:cNvSpPr>
            <a:spLocks noGrp="1"/>
          </p:cNvSpPr>
          <p:nvPr>
            <p:ph sz="half" idx="2"/>
          </p:nvPr>
        </p:nvSpPr>
        <p:spPr>
          <a:xfrm>
            <a:off x="4662487" y="1276350"/>
            <a:ext cx="4122737" cy="3203575"/>
          </a:xfrm>
          <a:ln w="12700" cap="flat" cmpd="sng" algn="ctr">
            <a:solidFill>
              <a:srgbClr val="A0A0A0"/>
            </a:solidFill>
            <a:prstDash val="solid"/>
            <a:round/>
            <a:headEnd type="none" w="med" len="med"/>
            <a:tailEnd type="none" w="med" len="med"/>
          </a:ln>
        </p:spPr>
        <p:txBody>
          <a:bodyPr vert="horz" lIns="90000" tIns="144000" rIns="54000" bIns="54000" rtlCol="0">
            <a:normAutofit/>
          </a:bodyPr>
          <a:lstStyle>
            <a:lvl1pPr>
              <a:defRPr lang="de-DE"/>
            </a:lvl1pPr>
            <a:lvl2pPr>
              <a:defRPr lang="de-DE"/>
            </a:lvl2pPr>
            <a:lvl3pPr>
              <a:defRPr lang="de-DE"/>
            </a:lvl3pPr>
            <a:lvl4pPr>
              <a:defRPr lang="de-DE"/>
            </a:lvl4pPr>
            <a:lvl5pPr>
              <a:defRPr lang="en-GB" dirty="0"/>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GB"/>
          </a:p>
        </p:txBody>
      </p:sp>
      <p:sp>
        <p:nvSpPr>
          <p:cNvPr id="12" name="Slide Number Placeholder 11">
            <a:extLst>
              <a:ext uri="{FF2B5EF4-FFF2-40B4-BE49-F238E27FC236}">
                <a16:creationId xmlns:a16="http://schemas.microsoft.com/office/drawing/2014/main" id="{E2CF5E38-DB35-4A9B-8D0E-E97D18CDB2BC}"/>
              </a:ext>
            </a:extLst>
          </p:cNvPr>
          <p:cNvSpPr>
            <a:spLocks noGrp="1"/>
          </p:cNvSpPr>
          <p:nvPr>
            <p:ph type="sldNum" sz="quarter" idx="16"/>
          </p:nvPr>
        </p:nvSpPr>
        <p:spPr/>
        <p:txBody>
          <a:bodyPr/>
          <a:lstStyle/>
          <a:p>
            <a:fld id="{7559FC98-AF75-4A00-A03C-DF9FEBF6BCB9}" type="slidenum">
              <a:rPr lang="en-GB" smtClean="0"/>
              <a:pPr/>
              <a:t>‹#›</a:t>
            </a:fld>
            <a:endParaRPr lang="en-GB"/>
          </a:p>
        </p:txBody>
      </p:sp>
      <p:pic>
        <p:nvPicPr>
          <p:cNvPr id="970777636" name="Rectangle 4" descr="{&quot;templafy&quot;:{&quot;id&quot;:&quot;0a133d91-c434-4507-996b-1932189b3a85&quot;}}" hidden="1"/>
          <p:cNvPicPr>
            <a:picLocks noChangeAspect="1"/>
          </p:cNvPicPr>
          <p:nvPr/>
        </p:nvPicPr>
        <p:blipFill>
          <a:blip r:embed="rId2"/>
          <a:stretch>
            <a:fillRect/>
          </a:stretch>
        </p:blipFill>
        <p:spPr>
          <a:xfrm>
            <a:off x="358775" y="4668427"/>
            <a:ext cx="1036800" cy="306000"/>
          </a:xfrm>
          <a:prstGeom prst="rect">
            <a:avLst/>
          </a:prstGeom>
        </p:spPr>
      </p:pic>
      <p:sp>
        <p:nvSpPr>
          <p:cNvPr id="6" name="Rectangle 5" descr="{&quot;templafy&quot;:{&quot;id&quot;:&quot;91ce3b80-504a-45b3-a72e-0948cd45d9e7&quot;}}">
            <a:extLst>
              <a:ext uri="{FF2B5EF4-FFF2-40B4-BE49-F238E27FC236}">
                <a16:creationId xmlns:a16="http://schemas.microsoft.com/office/drawing/2014/main" id="{4E03CCCD-CB66-429F-BC77-64B5370808F2}"/>
              </a:ext>
            </a:extLst>
          </p:cNvPr>
          <p:cNvSpPr/>
          <p:nvPr/>
        </p:nvSpPr>
        <p:spPr>
          <a:xfrm>
            <a:off x="2516261" y="4767263"/>
            <a:ext cx="3884539" cy="22540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endParaRPr lang="en-GB" sz="800">
              <a:solidFill>
                <a:schemeClr val="tx1"/>
              </a:solidFill>
            </a:endParaRPr>
          </a:p>
        </p:txBody>
      </p:sp>
      <p:sp>
        <p:nvSpPr>
          <p:cNvPr id="10" name="Date Placeholder 3">
            <a:extLst>
              <a:ext uri="{FF2B5EF4-FFF2-40B4-BE49-F238E27FC236}">
                <a16:creationId xmlns:a16="http://schemas.microsoft.com/office/drawing/2014/main" id="{1956D239-FF32-4FD0-84FE-67D181BF05B2}"/>
              </a:ext>
            </a:extLst>
          </p:cNvPr>
          <p:cNvSpPr>
            <a:spLocks noGrp="1"/>
          </p:cNvSpPr>
          <p:nvPr>
            <p:ph type="dt" sz="half" idx="17"/>
          </p:nvPr>
        </p:nvSpPr>
        <p:spPr>
          <a:xfrm>
            <a:off x="3567953" y="4767262"/>
            <a:ext cx="2004356" cy="184335"/>
          </a:xfrm>
          <a:prstGeom prst="rect">
            <a:avLst/>
          </a:prstGeom>
        </p:spPr>
        <p:txBody>
          <a:bodyPr/>
          <a:lstStyle>
            <a:lvl1pPr algn="ctr">
              <a:defRPr sz="800"/>
            </a:lvl1pPr>
          </a:lstStyle>
          <a:p>
            <a:fld id="{067FB25E-899A-44E8-9BBB-396B4C7606B9}" type="datetime6">
              <a:rPr lang="de-CH" smtClean="0"/>
              <a:t>März 26</a:t>
            </a:fld>
            <a:endParaRPr lang="de-DE"/>
          </a:p>
        </p:txBody>
      </p:sp>
      <p:sp>
        <p:nvSpPr>
          <p:cNvPr id="11" name="Textplatzhalter 3">
            <a:extLst>
              <a:ext uri="{FF2B5EF4-FFF2-40B4-BE49-F238E27FC236}">
                <a16:creationId xmlns:a16="http://schemas.microsoft.com/office/drawing/2014/main" id="{5BF7D55C-A184-4126-9EF6-44BC37A59013}"/>
              </a:ext>
            </a:extLst>
          </p:cNvPr>
          <p:cNvSpPr>
            <a:spLocks noGrp="1"/>
          </p:cNvSpPr>
          <p:nvPr>
            <p:ph type="body" sz="quarter" idx="10" hasCustomPrompt="1"/>
          </p:nvPr>
        </p:nvSpPr>
        <p:spPr>
          <a:xfrm>
            <a:off x="359569" y="85788"/>
            <a:ext cx="8425656" cy="290450"/>
          </a:xfrm>
        </p:spPr>
        <p:txBody>
          <a:bodyPr anchor="ctr">
            <a:normAutofit/>
          </a:bodyPr>
          <a:lstStyle>
            <a:lvl1pPr marL="0" indent="0" algn="l" defTabSz="685800" rtl="0" eaLnBrk="1" latinLnBrk="0" hangingPunct="1">
              <a:spcBef>
                <a:spcPct val="20000"/>
              </a:spcBef>
              <a:spcAft>
                <a:spcPts val="90"/>
              </a:spcAft>
              <a:buClr>
                <a:srgbClr val="00802F"/>
              </a:buClr>
              <a:buSzPct val="120000"/>
              <a:buFont typeface="Wingdings" pitchFamily="2" charset="2"/>
              <a:buNone/>
              <a:defRPr lang="de-DE" sz="1500" kern="1200" baseline="0" dirty="0">
                <a:solidFill>
                  <a:schemeClr val="tx1">
                    <a:lumMod val="65000"/>
                    <a:lumOff val="35000"/>
                  </a:schemeClr>
                </a:solidFill>
                <a:latin typeface="+mj-lt"/>
                <a:ea typeface="+mn-ea"/>
                <a:cs typeface="Arial" pitchFamily="34" charset="0"/>
              </a:defRPr>
            </a:lvl1pPr>
            <a:lvl2pPr marL="198834" indent="0">
              <a:buNone/>
              <a:defRPr/>
            </a:lvl2pPr>
            <a:lvl3pPr marL="404813" indent="0">
              <a:buNone/>
              <a:defRPr/>
            </a:lvl3pPr>
            <a:lvl4pPr marL="603647" indent="0">
              <a:buNone/>
              <a:defRPr/>
            </a:lvl4pPr>
            <a:lvl5pPr marL="809625" indent="0">
              <a:buNone/>
              <a:defRPr/>
            </a:lvl5pPr>
          </a:lstStyle>
          <a:p>
            <a:pPr lvl="0"/>
            <a:r>
              <a:rPr lang="de-DE"/>
              <a:t>Main Title</a:t>
            </a:r>
          </a:p>
        </p:txBody>
      </p:sp>
      <p:sp>
        <p:nvSpPr>
          <p:cNvPr id="8" name="Textplatzhalter 7">
            <a:extLst>
              <a:ext uri="{FF2B5EF4-FFF2-40B4-BE49-F238E27FC236}">
                <a16:creationId xmlns:a16="http://schemas.microsoft.com/office/drawing/2014/main" id="{2ECDA3B4-D189-4EED-AC0A-770C12A9C9B2}"/>
              </a:ext>
            </a:extLst>
          </p:cNvPr>
          <p:cNvSpPr>
            <a:spLocks noGrp="1"/>
          </p:cNvSpPr>
          <p:nvPr>
            <p:ph type="body" sz="quarter" idx="18" hasCustomPrompt="1"/>
          </p:nvPr>
        </p:nvSpPr>
        <p:spPr>
          <a:xfrm>
            <a:off x="412001" y="1158217"/>
            <a:ext cx="1438987" cy="222841"/>
          </a:xfrm>
          <a:solidFill>
            <a:schemeClr val="bg1"/>
          </a:solidFill>
        </p:spPr>
        <p:txBody>
          <a:bodyPr wrap="square" lIns="36000" tIns="0" rIns="36000" bIns="0" anchor="ctr">
            <a:spAutoFit/>
          </a:bodyPr>
          <a:lstStyle>
            <a:lvl1pPr>
              <a:defRPr b="1">
                <a:solidFill>
                  <a:srgbClr val="646464"/>
                </a:solidFill>
              </a:defRPr>
            </a:lvl1pPr>
          </a:lstStyle>
          <a:p>
            <a:pPr lvl="0"/>
            <a:r>
              <a:rPr lang="de-DE"/>
              <a:t>Titel</a:t>
            </a:r>
          </a:p>
        </p:txBody>
      </p:sp>
      <p:sp>
        <p:nvSpPr>
          <p:cNvPr id="14" name="Textplatzhalter 7">
            <a:extLst>
              <a:ext uri="{FF2B5EF4-FFF2-40B4-BE49-F238E27FC236}">
                <a16:creationId xmlns:a16="http://schemas.microsoft.com/office/drawing/2014/main" id="{76584061-1DF3-4759-91E9-7033FFD9520D}"/>
              </a:ext>
            </a:extLst>
          </p:cNvPr>
          <p:cNvSpPr>
            <a:spLocks noGrp="1"/>
          </p:cNvSpPr>
          <p:nvPr>
            <p:ph type="body" sz="quarter" idx="19" hasCustomPrompt="1"/>
          </p:nvPr>
        </p:nvSpPr>
        <p:spPr>
          <a:xfrm>
            <a:off x="4712834" y="1158217"/>
            <a:ext cx="1438987" cy="222841"/>
          </a:xfrm>
          <a:solidFill>
            <a:schemeClr val="bg1"/>
          </a:solidFill>
        </p:spPr>
        <p:txBody>
          <a:bodyPr wrap="square" lIns="36000" tIns="0" rIns="36000" bIns="0" anchor="ctr">
            <a:spAutoFit/>
          </a:bodyPr>
          <a:lstStyle>
            <a:lvl1pPr>
              <a:defRPr b="1">
                <a:solidFill>
                  <a:srgbClr val="646464"/>
                </a:solidFill>
              </a:defRPr>
            </a:lvl1pPr>
          </a:lstStyle>
          <a:p>
            <a:pPr lvl="0"/>
            <a:r>
              <a:rPr lang="de-DE"/>
              <a:t>Titel</a:t>
            </a:r>
          </a:p>
        </p:txBody>
      </p:sp>
    </p:spTree>
    <p:extLst>
      <p:ext uri="{BB962C8B-B14F-4D97-AF65-F5344CB8AC3E}">
        <p14:creationId xmlns:p14="http://schemas.microsoft.com/office/powerpoint/2010/main" val="44539874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4_Titel zwei Content">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15543F47-BCA1-4586-9B7A-452F67C480C8}"/>
              </a:ext>
            </a:extLst>
          </p:cNvPr>
          <p:cNvSpPr>
            <a:spLocks noChangeAspect="1"/>
          </p:cNvSpPr>
          <p:nvPr/>
        </p:nvSpPr>
        <p:spPr>
          <a:xfrm>
            <a:off x="8570473" y="4701166"/>
            <a:ext cx="213389" cy="233831"/>
          </a:xfrm>
          <a:custGeom>
            <a:avLst/>
            <a:gdLst>
              <a:gd name="connsiteX0" fmla="*/ 0 w 3106057"/>
              <a:gd name="connsiteY0" fmla="*/ 711200 h 3403600"/>
              <a:gd name="connsiteX1" fmla="*/ 3106057 w 3106057"/>
              <a:gd name="connsiteY1" fmla="*/ 0 h 3403600"/>
              <a:gd name="connsiteX2" fmla="*/ 3106057 w 3106057"/>
              <a:gd name="connsiteY2" fmla="*/ 3403600 h 3403600"/>
              <a:gd name="connsiteX3" fmla="*/ 449943 w 3106057"/>
              <a:gd name="connsiteY3" fmla="*/ 3222171 h 3403600"/>
              <a:gd name="connsiteX4" fmla="*/ 0 w 3106057"/>
              <a:gd name="connsiteY4" fmla="*/ 711200 h 3403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06057" h="3403600">
                <a:moveTo>
                  <a:pt x="0" y="711200"/>
                </a:moveTo>
                <a:lnTo>
                  <a:pt x="3106057" y="0"/>
                </a:lnTo>
                <a:lnTo>
                  <a:pt x="3106057" y="3403600"/>
                </a:lnTo>
                <a:lnTo>
                  <a:pt x="449943" y="3222171"/>
                </a:lnTo>
                <a:lnTo>
                  <a:pt x="0" y="7112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FE04952E-FCB6-493B-899A-78F0FFCB3F2D}"/>
              </a:ext>
            </a:extLst>
          </p:cNvPr>
          <p:cNvSpPr>
            <a:spLocks noGrp="1"/>
          </p:cNvSpPr>
          <p:nvPr>
            <p:ph type="title"/>
          </p:nvPr>
        </p:nvSpPr>
        <p:spPr/>
        <p:txBody>
          <a:bodyPr/>
          <a:lstStyle/>
          <a:p>
            <a:r>
              <a:rPr lang="de-DE"/>
              <a:t>Mastertitelformat bearbeiten</a:t>
            </a:r>
            <a:endParaRPr lang="en-GB"/>
          </a:p>
        </p:txBody>
      </p:sp>
      <p:sp>
        <p:nvSpPr>
          <p:cNvPr id="3" name="Content Placeholder 2">
            <a:extLst>
              <a:ext uri="{FF2B5EF4-FFF2-40B4-BE49-F238E27FC236}">
                <a16:creationId xmlns:a16="http://schemas.microsoft.com/office/drawing/2014/main" id="{8CD7A6B4-FE62-49DA-AB92-A00E16DDD412}"/>
              </a:ext>
            </a:extLst>
          </p:cNvPr>
          <p:cNvSpPr>
            <a:spLocks noGrp="1"/>
          </p:cNvSpPr>
          <p:nvPr>
            <p:ph sz="half" idx="1"/>
          </p:nvPr>
        </p:nvSpPr>
        <p:spPr>
          <a:xfrm>
            <a:off x="358776" y="1276349"/>
            <a:ext cx="4122738" cy="2621959"/>
          </a:xfrm>
          <a:ln w="12700" cap="flat" cmpd="sng" algn="ctr">
            <a:solidFill>
              <a:srgbClr val="A0A0A0"/>
            </a:solidFill>
            <a:prstDash val="solid"/>
            <a:round/>
            <a:headEnd type="none" w="med" len="med"/>
            <a:tailEnd type="none" w="med" len="med"/>
          </a:ln>
        </p:spPr>
        <p:txBody>
          <a:bodyPr lIns="90000" tIns="144000" rIns="54000" bIns="5400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GB"/>
          </a:p>
        </p:txBody>
      </p:sp>
      <p:sp>
        <p:nvSpPr>
          <p:cNvPr id="4" name="Content Placeholder 3">
            <a:extLst>
              <a:ext uri="{FF2B5EF4-FFF2-40B4-BE49-F238E27FC236}">
                <a16:creationId xmlns:a16="http://schemas.microsoft.com/office/drawing/2014/main" id="{E44DB25E-F340-4288-90DE-3831A8F49925}"/>
              </a:ext>
            </a:extLst>
          </p:cNvPr>
          <p:cNvSpPr>
            <a:spLocks noGrp="1"/>
          </p:cNvSpPr>
          <p:nvPr>
            <p:ph sz="half" idx="2"/>
          </p:nvPr>
        </p:nvSpPr>
        <p:spPr>
          <a:xfrm>
            <a:off x="4662487" y="1276350"/>
            <a:ext cx="4122737" cy="2621958"/>
          </a:xfrm>
          <a:ln w="12700" cap="flat" cmpd="sng" algn="ctr">
            <a:solidFill>
              <a:srgbClr val="A0A0A0"/>
            </a:solidFill>
            <a:prstDash val="solid"/>
            <a:round/>
            <a:headEnd type="none" w="med" len="med"/>
            <a:tailEnd type="none" w="med" len="med"/>
          </a:ln>
        </p:spPr>
        <p:txBody>
          <a:bodyPr vert="horz" lIns="90000" tIns="144000" rIns="54000" bIns="54000" rtlCol="0">
            <a:normAutofit/>
          </a:bodyPr>
          <a:lstStyle>
            <a:lvl1pPr>
              <a:defRPr lang="de-DE"/>
            </a:lvl1pPr>
            <a:lvl2pPr>
              <a:defRPr lang="de-DE"/>
            </a:lvl2pPr>
            <a:lvl3pPr>
              <a:defRPr lang="de-DE"/>
            </a:lvl3pPr>
            <a:lvl4pPr>
              <a:defRPr lang="de-DE"/>
            </a:lvl4pPr>
            <a:lvl5pPr>
              <a:defRPr lang="en-GB" dirty="0"/>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GB"/>
          </a:p>
        </p:txBody>
      </p:sp>
      <p:sp>
        <p:nvSpPr>
          <p:cNvPr id="12" name="Slide Number Placeholder 11">
            <a:extLst>
              <a:ext uri="{FF2B5EF4-FFF2-40B4-BE49-F238E27FC236}">
                <a16:creationId xmlns:a16="http://schemas.microsoft.com/office/drawing/2014/main" id="{E2CF5E38-DB35-4A9B-8D0E-E97D18CDB2BC}"/>
              </a:ext>
            </a:extLst>
          </p:cNvPr>
          <p:cNvSpPr>
            <a:spLocks noGrp="1"/>
          </p:cNvSpPr>
          <p:nvPr>
            <p:ph type="sldNum" sz="quarter" idx="16"/>
          </p:nvPr>
        </p:nvSpPr>
        <p:spPr/>
        <p:txBody>
          <a:bodyPr/>
          <a:lstStyle/>
          <a:p>
            <a:fld id="{7559FC98-AF75-4A00-A03C-DF9FEBF6BCB9}" type="slidenum">
              <a:rPr lang="en-GB" smtClean="0"/>
              <a:pPr/>
              <a:t>‹#›</a:t>
            </a:fld>
            <a:endParaRPr lang="en-GB"/>
          </a:p>
        </p:txBody>
      </p:sp>
      <p:pic>
        <p:nvPicPr>
          <p:cNvPr id="970777636" name="Rectangle 4" descr="{&quot;templafy&quot;:{&quot;id&quot;:&quot;0a133d91-c434-4507-996b-1932189b3a85&quot;}}" hidden="1"/>
          <p:cNvPicPr>
            <a:picLocks noChangeAspect="1"/>
          </p:cNvPicPr>
          <p:nvPr/>
        </p:nvPicPr>
        <p:blipFill>
          <a:blip r:embed="rId2"/>
          <a:stretch>
            <a:fillRect/>
          </a:stretch>
        </p:blipFill>
        <p:spPr>
          <a:xfrm>
            <a:off x="358775" y="4668427"/>
            <a:ext cx="1036800" cy="306000"/>
          </a:xfrm>
          <a:prstGeom prst="rect">
            <a:avLst/>
          </a:prstGeom>
        </p:spPr>
      </p:pic>
      <p:sp>
        <p:nvSpPr>
          <p:cNvPr id="6" name="Rectangle 5" descr="{&quot;templafy&quot;:{&quot;id&quot;:&quot;91ce3b80-504a-45b3-a72e-0948cd45d9e7&quot;}}">
            <a:extLst>
              <a:ext uri="{FF2B5EF4-FFF2-40B4-BE49-F238E27FC236}">
                <a16:creationId xmlns:a16="http://schemas.microsoft.com/office/drawing/2014/main" id="{4E03CCCD-CB66-429F-BC77-64B5370808F2}"/>
              </a:ext>
            </a:extLst>
          </p:cNvPr>
          <p:cNvSpPr/>
          <p:nvPr/>
        </p:nvSpPr>
        <p:spPr>
          <a:xfrm>
            <a:off x="2516261" y="4767263"/>
            <a:ext cx="3884539" cy="22540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endParaRPr lang="en-GB" sz="800">
              <a:solidFill>
                <a:schemeClr val="tx1"/>
              </a:solidFill>
            </a:endParaRPr>
          </a:p>
        </p:txBody>
      </p:sp>
      <p:sp>
        <p:nvSpPr>
          <p:cNvPr id="10" name="Date Placeholder 3">
            <a:extLst>
              <a:ext uri="{FF2B5EF4-FFF2-40B4-BE49-F238E27FC236}">
                <a16:creationId xmlns:a16="http://schemas.microsoft.com/office/drawing/2014/main" id="{1956D239-FF32-4FD0-84FE-67D181BF05B2}"/>
              </a:ext>
            </a:extLst>
          </p:cNvPr>
          <p:cNvSpPr>
            <a:spLocks noGrp="1"/>
          </p:cNvSpPr>
          <p:nvPr>
            <p:ph type="dt" sz="half" idx="17"/>
          </p:nvPr>
        </p:nvSpPr>
        <p:spPr>
          <a:xfrm>
            <a:off x="3567953" y="4767262"/>
            <a:ext cx="2004356" cy="184335"/>
          </a:xfrm>
          <a:prstGeom prst="rect">
            <a:avLst/>
          </a:prstGeom>
        </p:spPr>
        <p:txBody>
          <a:bodyPr/>
          <a:lstStyle>
            <a:lvl1pPr algn="ctr">
              <a:defRPr sz="800"/>
            </a:lvl1pPr>
          </a:lstStyle>
          <a:p>
            <a:fld id="{319C7E52-FAF0-4402-816C-D519DB6324B5}" type="datetime6">
              <a:rPr lang="de-CH" smtClean="0"/>
              <a:t>März 26</a:t>
            </a:fld>
            <a:endParaRPr lang="de-DE"/>
          </a:p>
        </p:txBody>
      </p:sp>
      <p:sp>
        <p:nvSpPr>
          <p:cNvPr id="11" name="Textplatzhalter 3">
            <a:extLst>
              <a:ext uri="{FF2B5EF4-FFF2-40B4-BE49-F238E27FC236}">
                <a16:creationId xmlns:a16="http://schemas.microsoft.com/office/drawing/2014/main" id="{5BF7D55C-A184-4126-9EF6-44BC37A59013}"/>
              </a:ext>
            </a:extLst>
          </p:cNvPr>
          <p:cNvSpPr>
            <a:spLocks noGrp="1"/>
          </p:cNvSpPr>
          <p:nvPr>
            <p:ph type="body" sz="quarter" idx="10" hasCustomPrompt="1"/>
          </p:nvPr>
        </p:nvSpPr>
        <p:spPr>
          <a:xfrm>
            <a:off x="359569" y="85788"/>
            <a:ext cx="8425656" cy="290450"/>
          </a:xfrm>
        </p:spPr>
        <p:txBody>
          <a:bodyPr anchor="ctr">
            <a:normAutofit/>
          </a:bodyPr>
          <a:lstStyle>
            <a:lvl1pPr marL="0" indent="0" algn="l" defTabSz="685800" rtl="0" eaLnBrk="1" latinLnBrk="0" hangingPunct="1">
              <a:spcBef>
                <a:spcPct val="20000"/>
              </a:spcBef>
              <a:spcAft>
                <a:spcPts val="90"/>
              </a:spcAft>
              <a:buClr>
                <a:srgbClr val="00802F"/>
              </a:buClr>
              <a:buSzPct val="120000"/>
              <a:buFont typeface="Wingdings" pitchFamily="2" charset="2"/>
              <a:buNone/>
              <a:defRPr lang="de-DE" sz="1500" kern="1200" baseline="0" dirty="0">
                <a:solidFill>
                  <a:schemeClr val="tx1">
                    <a:lumMod val="65000"/>
                    <a:lumOff val="35000"/>
                  </a:schemeClr>
                </a:solidFill>
                <a:latin typeface="+mj-lt"/>
                <a:ea typeface="+mn-ea"/>
                <a:cs typeface="Arial" pitchFamily="34" charset="0"/>
              </a:defRPr>
            </a:lvl1pPr>
            <a:lvl2pPr marL="198834" indent="0">
              <a:buNone/>
              <a:defRPr/>
            </a:lvl2pPr>
            <a:lvl3pPr marL="404813" indent="0">
              <a:buNone/>
              <a:defRPr/>
            </a:lvl3pPr>
            <a:lvl4pPr marL="603647" indent="0">
              <a:buNone/>
              <a:defRPr/>
            </a:lvl4pPr>
            <a:lvl5pPr marL="809625" indent="0">
              <a:buNone/>
              <a:defRPr/>
            </a:lvl5pPr>
          </a:lstStyle>
          <a:p>
            <a:pPr lvl="0"/>
            <a:r>
              <a:rPr lang="de-DE"/>
              <a:t>Main Title</a:t>
            </a:r>
          </a:p>
        </p:txBody>
      </p:sp>
      <p:sp>
        <p:nvSpPr>
          <p:cNvPr id="8" name="Textplatzhalter 7">
            <a:extLst>
              <a:ext uri="{FF2B5EF4-FFF2-40B4-BE49-F238E27FC236}">
                <a16:creationId xmlns:a16="http://schemas.microsoft.com/office/drawing/2014/main" id="{2ECDA3B4-D189-4EED-AC0A-770C12A9C9B2}"/>
              </a:ext>
            </a:extLst>
          </p:cNvPr>
          <p:cNvSpPr>
            <a:spLocks noGrp="1"/>
          </p:cNvSpPr>
          <p:nvPr>
            <p:ph type="body" sz="quarter" idx="18" hasCustomPrompt="1"/>
          </p:nvPr>
        </p:nvSpPr>
        <p:spPr>
          <a:xfrm>
            <a:off x="412001" y="1158217"/>
            <a:ext cx="1438987" cy="222841"/>
          </a:xfrm>
          <a:solidFill>
            <a:schemeClr val="bg1"/>
          </a:solidFill>
        </p:spPr>
        <p:txBody>
          <a:bodyPr wrap="square" lIns="36000" tIns="0" rIns="36000" bIns="0" anchor="ctr">
            <a:spAutoFit/>
          </a:bodyPr>
          <a:lstStyle>
            <a:lvl1pPr>
              <a:defRPr b="1">
                <a:solidFill>
                  <a:srgbClr val="646464"/>
                </a:solidFill>
              </a:defRPr>
            </a:lvl1pPr>
          </a:lstStyle>
          <a:p>
            <a:pPr lvl="0"/>
            <a:r>
              <a:rPr lang="de-DE"/>
              <a:t>Titel</a:t>
            </a:r>
          </a:p>
        </p:txBody>
      </p:sp>
      <p:sp>
        <p:nvSpPr>
          <p:cNvPr id="14" name="Textplatzhalter 7">
            <a:extLst>
              <a:ext uri="{FF2B5EF4-FFF2-40B4-BE49-F238E27FC236}">
                <a16:creationId xmlns:a16="http://schemas.microsoft.com/office/drawing/2014/main" id="{76584061-1DF3-4759-91E9-7033FFD9520D}"/>
              </a:ext>
            </a:extLst>
          </p:cNvPr>
          <p:cNvSpPr>
            <a:spLocks noGrp="1"/>
          </p:cNvSpPr>
          <p:nvPr>
            <p:ph type="body" sz="quarter" idx="19" hasCustomPrompt="1"/>
          </p:nvPr>
        </p:nvSpPr>
        <p:spPr>
          <a:xfrm>
            <a:off x="4712834" y="1158217"/>
            <a:ext cx="1438987" cy="222841"/>
          </a:xfrm>
          <a:solidFill>
            <a:schemeClr val="bg1"/>
          </a:solidFill>
        </p:spPr>
        <p:txBody>
          <a:bodyPr wrap="square" lIns="36000" tIns="0" rIns="36000" bIns="0" anchor="ctr">
            <a:spAutoFit/>
          </a:bodyPr>
          <a:lstStyle>
            <a:lvl1pPr>
              <a:defRPr b="1">
                <a:solidFill>
                  <a:srgbClr val="646464"/>
                </a:solidFill>
              </a:defRPr>
            </a:lvl1pPr>
          </a:lstStyle>
          <a:p>
            <a:pPr lvl="0"/>
            <a:r>
              <a:rPr lang="de-DE"/>
              <a:t>Titel</a:t>
            </a:r>
          </a:p>
        </p:txBody>
      </p:sp>
      <p:sp>
        <p:nvSpPr>
          <p:cNvPr id="13" name="Textplatzhalter 6">
            <a:extLst>
              <a:ext uri="{FF2B5EF4-FFF2-40B4-BE49-F238E27FC236}">
                <a16:creationId xmlns:a16="http://schemas.microsoft.com/office/drawing/2014/main" id="{3A5845F3-A444-47AE-917F-673A907B9092}"/>
              </a:ext>
            </a:extLst>
          </p:cNvPr>
          <p:cNvSpPr>
            <a:spLocks noGrp="1"/>
          </p:cNvSpPr>
          <p:nvPr>
            <p:ph type="body" sz="quarter" idx="15" hasCustomPrompt="1"/>
          </p:nvPr>
        </p:nvSpPr>
        <p:spPr>
          <a:xfrm>
            <a:off x="358775" y="3939381"/>
            <a:ext cx="8425087" cy="540544"/>
          </a:xfrm>
          <a:solidFill>
            <a:schemeClr val="accent2"/>
          </a:solidFill>
        </p:spPr>
        <p:txBody>
          <a:bodyPr lIns="576000" tIns="18000" rIns="18000" bIns="18000" anchor="ctr"/>
          <a:lstStyle>
            <a:lvl1pPr marL="0" indent="0">
              <a:buNone/>
              <a:defRPr/>
            </a:lvl1pPr>
          </a:lstStyle>
          <a:p>
            <a:pPr lvl="0"/>
            <a:r>
              <a:rPr lang="en-US"/>
              <a:t>Punchline</a:t>
            </a:r>
          </a:p>
        </p:txBody>
      </p:sp>
      <p:sp>
        <p:nvSpPr>
          <p:cNvPr id="15" name="Inhaltsplatzhalter 16">
            <a:extLst>
              <a:ext uri="{FF2B5EF4-FFF2-40B4-BE49-F238E27FC236}">
                <a16:creationId xmlns:a16="http://schemas.microsoft.com/office/drawing/2014/main" id="{BF83157E-6215-44CE-AB8B-6FE4750FAB3F}"/>
              </a:ext>
            </a:extLst>
          </p:cNvPr>
          <p:cNvSpPr>
            <a:spLocks noGrp="1"/>
          </p:cNvSpPr>
          <p:nvPr>
            <p:ph sz="quarter" idx="20" hasCustomPrompt="1"/>
          </p:nvPr>
        </p:nvSpPr>
        <p:spPr>
          <a:xfrm>
            <a:off x="358776" y="3939381"/>
            <a:ext cx="311018" cy="541083"/>
          </a:xfrm>
          <a:prstGeom prst="homePlate">
            <a:avLst>
              <a:gd name="adj" fmla="val 22774"/>
            </a:avLst>
          </a:prstGeom>
          <a:solidFill>
            <a:srgbClr val="00802F"/>
          </a:solidFill>
          <a:ln>
            <a:noFill/>
            <a:headEnd type="none" w="med" len="med"/>
            <a:tailEnd type="none" w="med" len="med"/>
          </a:ln>
          <a:effectLst/>
        </p:spPr>
        <p:style>
          <a:lnRef idx="1">
            <a:schemeClr val="accent5"/>
          </a:lnRef>
          <a:fillRef idx="2">
            <a:schemeClr val="accent5"/>
          </a:fillRef>
          <a:effectRef idx="1">
            <a:schemeClr val="accent5"/>
          </a:effectRef>
          <a:fontRef idx="minor">
            <a:schemeClr val="dk1"/>
          </a:fontRef>
        </p:style>
        <p:txBody>
          <a:bodyPr vert="vert270" wrap="square" lIns="0" tIns="0" rIns="0" bIns="0" numCol="1" rtlCol="0" anchor="ctr" anchorCtr="0" compatLnSpc="1">
            <a:prstTxWarp prst="textNoShape">
              <a:avLst/>
            </a:prstTxWarp>
          </a:bodyPr>
          <a:lstStyle>
            <a:lvl1pPr marL="0" indent="0" algn="l">
              <a:buFont typeface="Arial" panose="020B0604020202020204" pitchFamily="34" charset="0"/>
              <a:buNone/>
              <a:defRPr lang="de-DE" sz="750" b="0" dirty="0" smtClean="0">
                <a:solidFill>
                  <a:schemeClr val="bg1"/>
                </a:solidFill>
                <a:latin typeface="+mj-lt"/>
                <a:cs typeface="+mn-cs"/>
              </a:defRPr>
            </a:lvl1pPr>
            <a:lvl2pPr>
              <a:defRPr lang="de-DE" sz="1350" dirty="0" smtClean="0">
                <a:solidFill>
                  <a:schemeClr val="dk1"/>
                </a:solidFill>
                <a:latin typeface="+mn-lt"/>
                <a:cs typeface="+mn-cs"/>
              </a:defRPr>
            </a:lvl2pPr>
            <a:lvl3pPr>
              <a:defRPr lang="de-DE" sz="1350" dirty="0" smtClean="0">
                <a:solidFill>
                  <a:schemeClr val="dk1"/>
                </a:solidFill>
                <a:latin typeface="+mn-lt"/>
                <a:cs typeface="+mn-cs"/>
              </a:defRPr>
            </a:lvl3pPr>
            <a:lvl4pPr>
              <a:defRPr lang="de-DE" sz="1350" dirty="0" smtClean="0">
                <a:solidFill>
                  <a:schemeClr val="dk1"/>
                </a:solidFill>
                <a:latin typeface="+mn-lt"/>
                <a:cs typeface="+mn-cs"/>
              </a:defRPr>
            </a:lvl4pPr>
            <a:lvl5pPr>
              <a:defRPr lang="de-DE" sz="1350" dirty="0">
                <a:solidFill>
                  <a:schemeClr val="dk1"/>
                </a:solidFill>
                <a:latin typeface="+mn-lt"/>
                <a:cs typeface="+mn-cs"/>
              </a:defRPr>
            </a:lvl5pPr>
          </a:lstStyle>
          <a:p>
            <a:pPr marL="0" lvl="0" algn="ctr" defTabSz="589360" eaLnBrk="0" fontAlgn="base" hangingPunct="0">
              <a:spcBef>
                <a:spcPct val="0"/>
              </a:spcBef>
              <a:spcAft>
                <a:spcPct val="0"/>
              </a:spcAft>
            </a:pPr>
            <a:r>
              <a:rPr lang="de-DE"/>
              <a:t>Title</a:t>
            </a:r>
          </a:p>
        </p:txBody>
      </p:sp>
    </p:spTree>
    <p:extLst>
      <p:ext uri="{BB962C8B-B14F-4D97-AF65-F5344CB8AC3E}">
        <p14:creationId xmlns:p14="http://schemas.microsoft.com/office/powerpoint/2010/main" val="128938743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el und zwei Bilder">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1B4469C7-7D0E-49E1-8F7D-6E7D287176ED}"/>
              </a:ext>
            </a:extLst>
          </p:cNvPr>
          <p:cNvSpPr>
            <a:spLocks noChangeAspect="1"/>
          </p:cNvSpPr>
          <p:nvPr/>
        </p:nvSpPr>
        <p:spPr>
          <a:xfrm>
            <a:off x="8570473" y="4701166"/>
            <a:ext cx="213389" cy="233831"/>
          </a:xfrm>
          <a:custGeom>
            <a:avLst/>
            <a:gdLst>
              <a:gd name="connsiteX0" fmla="*/ 0 w 3106057"/>
              <a:gd name="connsiteY0" fmla="*/ 711200 h 3403600"/>
              <a:gd name="connsiteX1" fmla="*/ 3106057 w 3106057"/>
              <a:gd name="connsiteY1" fmla="*/ 0 h 3403600"/>
              <a:gd name="connsiteX2" fmla="*/ 3106057 w 3106057"/>
              <a:gd name="connsiteY2" fmla="*/ 3403600 h 3403600"/>
              <a:gd name="connsiteX3" fmla="*/ 449943 w 3106057"/>
              <a:gd name="connsiteY3" fmla="*/ 3222171 h 3403600"/>
              <a:gd name="connsiteX4" fmla="*/ 0 w 3106057"/>
              <a:gd name="connsiteY4" fmla="*/ 711200 h 3403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06057" h="3403600">
                <a:moveTo>
                  <a:pt x="0" y="711200"/>
                </a:moveTo>
                <a:lnTo>
                  <a:pt x="3106057" y="0"/>
                </a:lnTo>
                <a:lnTo>
                  <a:pt x="3106057" y="3403600"/>
                </a:lnTo>
                <a:lnTo>
                  <a:pt x="449943" y="3222171"/>
                </a:lnTo>
                <a:lnTo>
                  <a:pt x="0" y="7112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FE04952E-FCB6-493B-899A-78F0FFCB3F2D}"/>
              </a:ext>
            </a:extLst>
          </p:cNvPr>
          <p:cNvSpPr>
            <a:spLocks noGrp="1"/>
          </p:cNvSpPr>
          <p:nvPr>
            <p:ph type="title" hasCustomPrompt="1"/>
          </p:nvPr>
        </p:nvSpPr>
        <p:spPr/>
        <p:txBody>
          <a:bodyPr/>
          <a:lstStyle>
            <a:lvl1pPr>
              <a:defRPr/>
            </a:lvl1pPr>
          </a:lstStyle>
          <a:p>
            <a:r>
              <a:rPr lang="en-US" noProof="0"/>
              <a:t>Placeholder for a Title</a:t>
            </a:r>
          </a:p>
        </p:txBody>
      </p:sp>
      <p:sp>
        <p:nvSpPr>
          <p:cNvPr id="7" name="Slide Number Placeholder 6">
            <a:extLst>
              <a:ext uri="{FF2B5EF4-FFF2-40B4-BE49-F238E27FC236}">
                <a16:creationId xmlns:a16="http://schemas.microsoft.com/office/drawing/2014/main" id="{7AD794AC-1E69-4E4D-9E6D-26F34827B225}"/>
              </a:ext>
            </a:extLst>
          </p:cNvPr>
          <p:cNvSpPr>
            <a:spLocks noGrp="1"/>
          </p:cNvSpPr>
          <p:nvPr>
            <p:ph type="sldNum" sz="quarter" idx="12"/>
          </p:nvPr>
        </p:nvSpPr>
        <p:spPr/>
        <p:txBody>
          <a:bodyPr/>
          <a:lstStyle/>
          <a:p>
            <a:fld id="{7559FC98-AF75-4A00-A03C-DF9FEBF6BCB9}" type="slidenum">
              <a:rPr lang="en-GB" smtClean="0"/>
              <a:t>‹#›</a:t>
            </a:fld>
            <a:endParaRPr lang="en-GB"/>
          </a:p>
        </p:txBody>
      </p:sp>
      <p:sp>
        <p:nvSpPr>
          <p:cNvPr id="10" name="Picture Placeholder 9">
            <a:extLst>
              <a:ext uri="{FF2B5EF4-FFF2-40B4-BE49-F238E27FC236}">
                <a16:creationId xmlns:a16="http://schemas.microsoft.com/office/drawing/2014/main" id="{46547A73-96B4-4B49-A320-28015EA72F84}"/>
              </a:ext>
            </a:extLst>
          </p:cNvPr>
          <p:cNvSpPr>
            <a:spLocks noGrp="1"/>
          </p:cNvSpPr>
          <p:nvPr>
            <p:ph type="pic" sz="quarter" idx="14" hasCustomPrompt="1"/>
          </p:nvPr>
        </p:nvSpPr>
        <p:spPr>
          <a:xfrm>
            <a:off x="358774" y="1276350"/>
            <a:ext cx="4213225" cy="3203576"/>
          </a:xfrm>
        </p:spPr>
        <p:txBody>
          <a:bodyPr anchor="ctr"/>
          <a:lstStyle>
            <a:lvl1pPr algn="ctr">
              <a:defRPr/>
            </a:lvl1pPr>
          </a:lstStyle>
          <a:p>
            <a:r>
              <a:rPr lang="en-US" noProof="0"/>
              <a:t>(click to add a picture)</a:t>
            </a:r>
          </a:p>
        </p:txBody>
      </p:sp>
      <p:sp>
        <p:nvSpPr>
          <p:cNvPr id="11" name="Picture Placeholder 9">
            <a:extLst>
              <a:ext uri="{FF2B5EF4-FFF2-40B4-BE49-F238E27FC236}">
                <a16:creationId xmlns:a16="http://schemas.microsoft.com/office/drawing/2014/main" id="{43F6FA5C-D25E-4346-815E-CF6B33F724AB}"/>
              </a:ext>
            </a:extLst>
          </p:cNvPr>
          <p:cNvSpPr>
            <a:spLocks noGrp="1"/>
          </p:cNvSpPr>
          <p:nvPr>
            <p:ph type="pic" sz="quarter" idx="15" hasCustomPrompt="1"/>
          </p:nvPr>
        </p:nvSpPr>
        <p:spPr>
          <a:xfrm>
            <a:off x="4572000" y="1276350"/>
            <a:ext cx="4213225" cy="3203575"/>
          </a:xfrm>
        </p:spPr>
        <p:txBody>
          <a:bodyPr anchor="ctr"/>
          <a:lstStyle>
            <a:lvl1pPr algn="ctr">
              <a:defRPr/>
            </a:lvl1pPr>
          </a:lstStyle>
          <a:p>
            <a:r>
              <a:rPr lang="en-US"/>
              <a:t>(</a:t>
            </a:r>
            <a:r>
              <a:rPr lang="en-US" noProof="0"/>
              <a:t>click</a:t>
            </a:r>
            <a:r>
              <a:rPr lang="en-US"/>
              <a:t> to add a picture)</a:t>
            </a:r>
          </a:p>
        </p:txBody>
      </p:sp>
      <p:pic>
        <p:nvPicPr>
          <p:cNvPr id="1196911565" name="Rectangle 13" descr="{&quot;templafy&quot;:{&quot;id&quot;:&quot;f50b95fb-c618-403e-850f-5307521ebd44&quot;}}" hidden="1"/>
          <p:cNvPicPr>
            <a:picLocks noChangeAspect="1"/>
          </p:cNvPicPr>
          <p:nvPr/>
        </p:nvPicPr>
        <p:blipFill>
          <a:blip r:embed="rId2"/>
          <a:stretch>
            <a:fillRect/>
          </a:stretch>
        </p:blipFill>
        <p:spPr>
          <a:xfrm>
            <a:off x="358775" y="4668427"/>
            <a:ext cx="1036800" cy="306000"/>
          </a:xfrm>
          <a:prstGeom prst="rect">
            <a:avLst/>
          </a:prstGeom>
        </p:spPr>
      </p:pic>
      <p:sp>
        <p:nvSpPr>
          <p:cNvPr id="12" name="Date Placeholder 3">
            <a:extLst>
              <a:ext uri="{FF2B5EF4-FFF2-40B4-BE49-F238E27FC236}">
                <a16:creationId xmlns:a16="http://schemas.microsoft.com/office/drawing/2014/main" id="{DC8F7FAF-A697-46A0-8412-25957725C82F}"/>
              </a:ext>
            </a:extLst>
          </p:cNvPr>
          <p:cNvSpPr>
            <a:spLocks noGrp="1"/>
          </p:cNvSpPr>
          <p:nvPr>
            <p:ph type="dt" sz="half" idx="2"/>
          </p:nvPr>
        </p:nvSpPr>
        <p:spPr>
          <a:xfrm>
            <a:off x="3567953" y="4767262"/>
            <a:ext cx="2004356" cy="184335"/>
          </a:xfrm>
          <a:prstGeom prst="rect">
            <a:avLst/>
          </a:prstGeom>
        </p:spPr>
        <p:txBody>
          <a:bodyPr/>
          <a:lstStyle>
            <a:lvl1pPr algn="ctr">
              <a:defRPr sz="800"/>
            </a:lvl1pPr>
          </a:lstStyle>
          <a:p>
            <a:fld id="{82F54D9E-7D1F-444A-82BF-BBF0595DA982}" type="datetime6">
              <a:rPr lang="de-CH" smtClean="0"/>
              <a:t>März 26</a:t>
            </a:fld>
            <a:endParaRPr lang="de-DE"/>
          </a:p>
        </p:txBody>
      </p:sp>
    </p:spTree>
    <p:extLst>
      <p:ext uri="{BB962C8B-B14F-4D97-AF65-F5344CB8AC3E}">
        <p14:creationId xmlns:p14="http://schemas.microsoft.com/office/powerpoint/2010/main" val="347967613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Titel und zwei Bilder">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1B4469C7-7D0E-49E1-8F7D-6E7D287176ED}"/>
              </a:ext>
            </a:extLst>
          </p:cNvPr>
          <p:cNvSpPr>
            <a:spLocks noChangeAspect="1"/>
          </p:cNvSpPr>
          <p:nvPr/>
        </p:nvSpPr>
        <p:spPr>
          <a:xfrm>
            <a:off x="8570473" y="4701166"/>
            <a:ext cx="213389" cy="233831"/>
          </a:xfrm>
          <a:custGeom>
            <a:avLst/>
            <a:gdLst>
              <a:gd name="connsiteX0" fmla="*/ 0 w 3106057"/>
              <a:gd name="connsiteY0" fmla="*/ 711200 h 3403600"/>
              <a:gd name="connsiteX1" fmla="*/ 3106057 w 3106057"/>
              <a:gd name="connsiteY1" fmla="*/ 0 h 3403600"/>
              <a:gd name="connsiteX2" fmla="*/ 3106057 w 3106057"/>
              <a:gd name="connsiteY2" fmla="*/ 3403600 h 3403600"/>
              <a:gd name="connsiteX3" fmla="*/ 449943 w 3106057"/>
              <a:gd name="connsiteY3" fmla="*/ 3222171 h 3403600"/>
              <a:gd name="connsiteX4" fmla="*/ 0 w 3106057"/>
              <a:gd name="connsiteY4" fmla="*/ 711200 h 3403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06057" h="3403600">
                <a:moveTo>
                  <a:pt x="0" y="711200"/>
                </a:moveTo>
                <a:lnTo>
                  <a:pt x="3106057" y="0"/>
                </a:lnTo>
                <a:lnTo>
                  <a:pt x="3106057" y="3403600"/>
                </a:lnTo>
                <a:lnTo>
                  <a:pt x="449943" y="3222171"/>
                </a:lnTo>
                <a:lnTo>
                  <a:pt x="0" y="7112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FE04952E-FCB6-493B-899A-78F0FFCB3F2D}"/>
              </a:ext>
            </a:extLst>
          </p:cNvPr>
          <p:cNvSpPr>
            <a:spLocks noGrp="1"/>
          </p:cNvSpPr>
          <p:nvPr>
            <p:ph type="title" hasCustomPrompt="1"/>
          </p:nvPr>
        </p:nvSpPr>
        <p:spPr/>
        <p:txBody>
          <a:bodyPr/>
          <a:lstStyle>
            <a:lvl1pPr>
              <a:defRPr/>
            </a:lvl1pPr>
          </a:lstStyle>
          <a:p>
            <a:r>
              <a:rPr lang="en-US" noProof="0"/>
              <a:t>Placeholder for a Title</a:t>
            </a:r>
          </a:p>
        </p:txBody>
      </p:sp>
      <p:sp>
        <p:nvSpPr>
          <p:cNvPr id="7" name="Slide Number Placeholder 6">
            <a:extLst>
              <a:ext uri="{FF2B5EF4-FFF2-40B4-BE49-F238E27FC236}">
                <a16:creationId xmlns:a16="http://schemas.microsoft.com/office/drawing/2014/main" id="{7AD794AC-1E69-4E4D-9E6D-26F34827B225}"/>
              </a:ext>
            </a:extLst>
          </p:cNvPr>
          <p:cNvSpPr>
            <a:spLocks noGrp="1"/>
          </p:cNvSpPr>
          <p:nvPr>
            <p:ph type="sldNum" sz="quarter" idx="12"/>
          </p:nvPr>
        </p:nvSpPr>
        <p:spPr/>
        <p:txBody>
          <a:bodyPr/>
          <a:lstStyle/>
          <a:p>
            <a:fld id="{7559FC98-AF75-4A00-A03C-DF9FEBF6BCB9}" type="slidenum">
              <a:rPr lang="en-GB" smtClean="0"/>
              <a:t>‹#›</a:t>
            </a:fld>
            <a:endParaRPr lang="en-GB"/>
          </a:p>
        </p:txBody>
      </p:sp>
      <p:sp>
        <p:nvSpPr>
          <p:cNvPr id="10" name="Picture Placeholder 9">
            <a:extLst>
              <a:ext uri="{FF2B5EF4-FFF2-40B4-BE49-F238E27FC236}">
                <a16:creationId xmlns:a16="http://schemas.microsoft.com/office/drawing/2014/main" id="{46547A73-96B4-4B49-A320-28015EA72F84}"/>
              </a:ext>
            </a:extLst>
          </p:cNvPr>
          <p:cNvSpPr>
            <a:spLocks noGrp="1"/>
          </p:cNvSpPr>
          <p:nvPr>
            <p:ph type="pic" sz="quarter" idx="14" hasCustomPrompt="1"/>
          </p:nvPr>
        </p:nvSpPr>
        <p:spPr>
          <a:xfrm>
            <a:off x="358774" y="1276350"/>
            <a:ext cx="4213225" cy="3203576"/>
          </a:xfrm>
        </p:spPr>
        <p:txBody>
          <a:bodyPr anchor="ctr"/>
          <a:lstStyle>
            <a:lvl1pPr algn="ctr">
              <a:defRPr/>
            </a:lvl1pPr>
          </a:lstStyle>
          <a:p>
            <a:r>
              <a:rPr lang="en-US" noProof="0"/>
              <a:t>(click to add a picture)</a:t>
            </a:r>
          </a:p>
        </p:txBody>
      </p:sp>
      <p:sp>
        <p:nvSpPr>
          <p:cNvPr id="11" name="Picture Placeholder 9">
            <a:extLst>
              <a:ext uri="{FF2B5EF4-FFF2-40B4-BE49-F238E27FC236}">
                <a16:creationId xmlns:a16="http://schemas.microsoft.com/office/drawing/2014/main" id="{43F6FA5C-D25E-4346-815E-CF6B33F724AB}"/>
              </a:ext>
            </a:extLst>
          </p:cNvPr>
          <p:cNvSpPr>
            <a:spLocks noGrp="1"/>
          </p:cNvSpPr>
          <p:nvPr>
            <p:ph type="pic" sz="quarter" idx="15" hasCustomPrompt="1"/>
          </p:nvPr>
        </p:nvSpPr>
        <p:spPr>
          <a:xfrm>
            <a:off x="4572000" y="1276350"/>
            <a:ext cx="4213225" cy="3203575"/>
          </a:xfrm>
        </p:spPr>
        <p:txBody>
          <a:bodyPr anchor="ctr"/>
          <a:lstStyle>
            <a:lvl1pPr algn="ctr">
              <a:defRPr/>
            </a:lvl1pPr>
          </a:lstStyle>
          <a:p>
            <a:r>
              <a:rPr lang="en-US"/>
              <a:t>(</a:t>
            </a:r>
            <a:r>
              <a:rPr lang="en-US" noProof="0"/>
              <a:t>click</a:t>
            </a:r>
            <a:r>
              <a:rPr lang="en-US"/>
              <a:t> to add a picture)</a:t>
            </a:r>
          </a:p>
        </p:txBody>
      </p:sp>
      <p:pic>
        <p:nvPicPr>
          <p:cNvPr id="1196911565" name="Rectangle 13" descr="{&quot;templafy&quot;:{&quot;id&quot;:&quot;f50b95fb-c618-403e-850f-5307521ebd44&quot;}}" hidden="1"/>
          <p:cNvPicPr>
            <a:picLocks noChangeAspect="1"/>
          </p:cNvPicPr>
          <p:nvPr/>
        </p:nvPicPr>
        <p:blipFill>
          <a:blip r:embed="rId2"/>
          <a:stretch>
            <a:fillRect/>
          </a:stretch>
        </p:blipFill>
        <p:spPr>
          <a:xfrm>
            <a:off x="358775" y="4668427"/>
            <a:ext cx="1036800" cy="306000"/>
          </a:xfrm>
          <a:prstGeom prst="rect">
            <a:avLst/>
          </a:prstGeom>
        </p:spPr>
      </p:pic>
      <p:sp>
        <p:nvSpPr>
          <p:cNvPr id="12" name="Date Placeholder 3">
            <a:extLst>
              <a:ext uri="{FF2B5EF4-FFF2-40B4-BE49-F238E27FC236}">
                <a16:creationId xmlns:a16="http://schemas.microsoft.com/office/drawing/2014/main" id="{DC8F7FAF-A697-46A0-8412-25957725C82F}"/>
              </a:ext>
            </a:extLst>
          </p:cNvPr>
          <p:cNvSpPr>
            <a:spLocks noGrp="1"/>
          </p:cNvSpPr>
          <p:nvPr>
            <p:ph type="dt" sz="half" idx="2"/>
          </p:nvPr>
        </p:nvSpPr>
        <p:spPr>
          <a:xfrm>
            <a:off x="3567953" y="4767262"/>
            <a:ext cx="2004356" cy="184335"/>
          </a:xfrm>
          <a:prstGeom prst="rect">
            <a:avLst/>
          </a:prstGeom>
        </p:spPr>
        <p:txBody>
          <a:bodyPr/>
          <a:lstStyle>
            <a:lvl1pPr algn="ctr">
              <a:defRPr sz="800"/>
            </a:lvl1pPr>
          </a:lstStyle>
          <a:p>
            <a:fld id="{09B361C5-E514-4A70-858B-8132FB5C91DF}" type="datetime6">
              <a:rPr lang="de-CH" smtClean="0"/>
              <a:t>März 26</a:t>
            </a:fld>
            <a:endParaRPr lang="de-DE"/>
          </a:p>
        </p:txBody>
      </p:sp>
      <p:sp>
        <p:nvSpPr>
          <p:cNvPr id="13" name="Textplatzhalter 3">
            <a:extLst>
              <a:ext uri="{FF2B5EF4-FFF2-40B4-BE49-F238E27FC236}">
                <a16:creationId xmlns:a16="http://schemas.microsoft.com/office/drawing/2014/main" id="{971DEB7D-6D6C-4939-95C1-419F89E998C3}"/>
              </a:ext>
            </a:extLst>
          </p:cNvPr>
          <p:cNvSpPr>
            <a:spLocks noGrp="1"/>
          </p:cNvSpPr>
          <p:nvPr>
            <p:ph type="body" sz="quarter" idx="10" hasCustomPrompt="1"/>
          </p:nvPr>
        </p:nvSpPr>
        <p:spPr>
          <a:xfrm>
            <a:off x="359569" y="85788"/>
            <a:ext cx="8425656" cy="290450"/>
          </a:xfrm>
        </p:spPr>
        <p:txBody>
          <a:bodyPr anchor="ctr">
            <a:normAutofit/>
          </a:bodyPr>
          <a:lstStyle>
            <a:lvl1pPr marL="0" indent="0" algn="l" defTabSz="685800" rtl="0" eaLnBrk="1" latinLnBrk="0" hangingPunct="1">
              <a:spcBef>
                <a:spcPct val="20000"/>
              </a:spcBef>
              <a:spcAft>
                <a:spcPts val="90"/>
              </a:spcAft>
              <a:buClr>
                <a:srgbClr val="00802F"/>
              </a:buClr>
              <a:buSzPct val="120000"/>
              <a:buFont typeface="Wingdings" pitchFamily="2" charset="2"/>
              <a:buNone/>
              <a:defRPr lang="de-DE" sz="1500" kern="1200" baseline="0" dirty="0">
                <a:solidFill>
                  <a:schemeClr val="tx1">
                    <a:lumMod val="65000"/>
                    <a:lumOff val="35000"/>
                  </a:schemeClr>
                </a:solidFill>
                <a:latin typeface="+mn-lt"/>
                <a:ea typeface="+mn-ea"/>
                <a:cs typeface="Arial" pitchFamily="34" charset="0"/>
              </a:defRPr>
            </a:lvl1pPr>
            <a:lvl2pPr marL="198834" indent="0">
              <a:buNone/>
              <a:defRPr/>
            </a:lvl2pPr>
            <a:lvl3pPr marL="404813" indent="0">
              <a:buNone/>
              <a:defRPr/>
            </a:lvl3pPr>
            <a:lvl4pPr marL="603647" indent="0">
              <a:buNone/>
              <a:defRPr/>
            </a:lvl4pPr>
            <a:lvl5pPr marL="809625" indent="0">
              <a:buNone/>
              <a:defRPr/>
            </a:lvl5pPr>
          </a:lstStyle>
          <a:p>
            <a:pPr lvl="0"/>
            <a:r>
              <a:rPr lang="de-DE"/>
              <a:t>Main Title</a:t>
            </a:r>
          </a:p>
        </p:txBody>
      </p:sp>
    </p:spTree>
    <p:extLst>
      <p:ext uri="{BB962C8B-B14F-4D97-AF65-F5344CB8AC3E}">
        <p14:creationId xmlns:p14="http://schemas.microsoft.com/office/powerpoint/2010/main" val="176360125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Titel und zwei Bilder">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1B4469C7-7D0E-49E1-8F7D-6E7D287176ED}"/>
              </a:ext>
            </a:extLst>
          </p:cNvPr>
          <p:cNvSpPr>
            <a:spLocks noChangeAspect="1"/>
          </p:cNvSpPr>
          <p:nvPr/>
        </p:nvSpPr>
        <p:spPr>
          <a:xfrm>
            <a:off x="8570473" y="4701166"/>
            <a:ext cx="213389" cy="233831"/>
          </a:xfrm>
          <a:custGeom>
            <a:avLst/>
            <a:gdLst>
              <a:gd name="connsiteX0" fmla="*/ 0 w 3106057"/>
              <a:gd name="connsiteY0" fmla="*/ 711200 h 3403600"/>
              <a:gd name="connsiteX1" fmla="*/ 3106057 w 3106057"/>
              <a:gd name="connsiteY1" fmla="*/ 0 h 3403600"/>
              <a:gd name="connsiteX2" fmla="*/ 3106057 w 3106057"/>
              <a:gd name="connsiteY2" fmla="*/ 3403600 h 3403600"/>
              <a:gd name="connsiteX3" fmla="*/ 449943 w 3106057"/>
              <a:gd name="connsiteY3" fmla="*/ 3222171 h 3403600"/>
              <a:gd name="connsiteX4" fmla="*/ 0 w 3106057"/>
              <a:gd name="connsiteY4" fmla="*/ 711200 h 3403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06057" h="3403600">
                <a:moveTo>
                  <a:pt x="0" y="711200"/>
                </a:moveTo>
                <a:lnTo>
                  <a:pt x="3106057" y="0"/>
                </a:lnTo>
                <a:lnTo>
                  <a:pt x="3106057" y="3403600"/>
                </a:lnTo>
                <a:lnTo>
                  <a:pt x="449943" y="3222171"/>
                </a:lnTo>
                <a:lnTo>
                  <a:pt x="0" y="7112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FE04952E-FCB6-493B-899A-78F0FFCB3F2D}"/>
              </a:ext>
            </a:extLst>
          </p:cNvPr>
          <p:cNvSpPr>
            <a:spLocks noGrp="1"/>
          </p:cNvSpPr>
          <p:nvPr>
            <p:ph type="title" hasCustomPrompt="1"/>
          </p:nvPr>
        </p:nvSpPr>
        <p:spPr/>
        <p:txBody>
          <a:bodyPr/>
          <a:lstStyle>
            <a:lvl1pPr>
              <a:defRPr/>
            </a:lvl1pPr>
          </a:lstStyle>
          <a:p>
            <a:r>
              <a:rPr lang="en-US" noProof="0"/>
              <a:t>Placeholder for a Title</a:t>
            </a:r>
          </a:p>
        </p:txBody>
      </p:sp>
      <p:sp>
        <p:nvSpPr>
          <p:cNvPr id="7" name="Slide Number Placeholder 6">
            <a:extLst>
              <a:ext uri="{FF2B5EF4-FFF2-40B4-BE49-F238E27FC236}">
                <a16:creationId xmlns:a16="http://schemas.microsoft.com/office/drawing/2014/main" id="{7AD794AC-1E69-4E4D-9E6D-26F34827B225}"/>
              </a:ext>
            </a:extLst>
          </p:cNvPr>
          <p:cNvSpPr>
            <a:spLocks noGrp="1"/>
          </p:cNvSpPr>
          <p:nvPr>
            <p:ph type="sldNum" sz="quarter" idx="12"/>
          </p:nvPr>
        </p:nvSpPr>
        <p:spPr/>
        <p:txBody>
          <a:bodyPr/>
          <a:lstStyle/>
          <a:p>
            <a:fld id="{7559FC98-AF75-4A00-A03C-DF9FEBF6BCB9}" type="slidenum">
              <a:rPr lang="en-GB" smtClean="0"/>
              <a:t>‹#›</a:t>
            </a:fld>
            <a:endParaRPr lang="en-GB"/>
          </a:p>
        </p:txBody>
      </p:sp>
      <p:sp>
        <p:nvSpPr>
          <p:cNvPr id="10" name="Picture Placeholder 9">
            <a:extLst>
              <a:ext uri="{FF2B5EF4-FFF2-40B4-BE49-F238E27FC236}">
                <a16:creationId xmlns:a16="http://schemas.microsoft.com/office/drawing/2014/main" id="{46547A73-96B4-4B49-A320-28015EA72F84}"/>
              </a:ext>
            </a:extLst>
          </p:cNvPr>
          <p:cNvSpPr>
            <a:spLocks noGrp="1"/>
          </p:cNvSpPr>
          <p:nvPr>
            <p:ph type="pic" sz="quarter" idx="14" hasCustomPrompt="1"/>
          </p:nvPr>
        </p:nvSpPr>
        <p:spPr>
          <a:xfrm>
            <a:off x="358774" y="1276350"/>
            <a:ext cx="4213225" cy="2605054"/>
          </a:xfrm>
        </p:spPr>
        <p:txBody>
          <a:bodyPr anchor="ctr"/>
          <a:lstStyle>
            <a:lvl1pPr algn="ctr">
              <a:defRPr/>
            </a:lvl1pPr>
          </a:lstStyle>
          <a:p>
            <a:r>
              <a:rPr lang="en-US" noProof="0"/>
              <a:t>(click to add a picture)</a:t>
            </a:r>
          </a:p>
        </p:txBody>
      </p:sp>
      <p:sp>
        <p:nvSpPr>
          <p:cNvPr id="11" name="Picture Placeholder 9">
            <a:extLst>
              <a:ext uri="{FF2B5EF4-FFF2-40B4-BE49-F238E27FC236}">
                <a16:creationId xmlns:a16="http://schemas.microsoft.com/office/drawing/2014/main" id="{43F6FA5C-D25E-4346-815E-CF6B33F724AB}"/>
              </a:ext>
            </a:extLst>
          </p:cNvPr>
          <p:cNvSpPr>
            <a:spLocks noGrp="1"/>
          </p:cNvSpPr>
          <p:nvPr>
            <p:ph type="pic" sz="quarter" idx="15" hasCustomPrompt="1"/>
          </p:nvPr>
        </p:nvSpPr>
        <p:spPr>
          <a:xfrm>
            <a:off x="4572000" y="1276351"/>
            <a:ext cx="4213225" cy="2605054"/>
          </a:xfrm>
        </p:spPr>
        <p:txBody>
          <a:bodyPr anchor="ctr"/>
          <a:lstStyle>
            <a:lvl1pPr algn="ctr">
              <a:defRPr/>
            </a:lvl1pPr>
          </a:lstStyle>
          <a:p>
            <a:r>
              <a:rPr lang="en-US"/>
              <a:t>(</a:t>
            </a:r>
            <a:r>
              <a:rPr lang="en-US" noProof="0"/>
              <a:t>click</a:t>
            </a:r>
            <a:r>
              <a:rPr lang="en-US"/>
              <a:t> to add a picture)</a:t>
            </a:r>
          </a:p>
        </p:txBody>
      </p:sp>
      <p:pic>
        <p:nvPicPr>
          <p:cNvPr id="1196911565" name="Rectangle 13" descr="{&quot;templafy&quot;:{&quot;id&quot;:&quot;f50b95fb-c618-403e-850f-5307521ebd44&quot;}}" hidden="1"/>
          <p:cNvPicPr>
            <a:picLocks noChangeAspect="1"/>
          </p:cNvPicPr>
          <p:nvPr/>
        </p:nvPicPr>
        <p:blipFill>
          <a:blip r:embed="rId2"/>
          <a:stretch>
            <a:fillRect/>
          </a:stretch>
        </p:blipFill>
        <p:spPr>
          <a:xfrm>
            <a:off x="358775" y="4668427"/>
            <a:ext cx="1036800" cy="306000"/>
          </a:xfrm>
          <a:prstGeom prst="rect">
            <a:avLst/>
          </a:prstGeom>
        </p:spPr>
      </p:pic>
      <p:sp>
        <p:nvSpPr>
          <p:cNvPr id="12" name="Date Placeholder 3">
            <a:extLst>
              <a:ext uri="{FF2B5EF4-FFF2-40B4-BE49-F238E27FC236}">
                <a16:creationId xmlns:a16="http://schemas.microsoft.com/office/drawing/2014/main" id="{DC8F7FAF-A697-46A0-8412-25957725C82F}"/>
              </a:ext>
            </a:extLst>
          </p:cNvPr>
          <p:cNvSpPr>
            <a:spLocks noGrp="1"/>
          </p:cNvSpPr>
          <p:nvPr>
            <p:ph type="dt" sz="half" idx="2"/>
          </p:nvPr>
        </p:nvSpPr>
        <p:spPr>
          <a:xfrm>
            <a:off x="3567953" y="4767262"/>
            <a:ext cx="2004356" cy="184335"/>
          </a:xfrm>
          <a:prstGeom prst="rect">
            <a:avLst/>
          </a:prstGeom>
        </p:spPr>
        <p:txBody>
          <a:bodyPr/>
          <a:lstStyle>
            <a:lvl1pPr algn="ctr">
              <a:defRPr sz="800"/>
            </a:lvl1pPr>
          </a:lstStyle>
          <a:p>
            <a:fld id="{218F951F-E348-4CE7-83CE-A0ED851B26A2}" type="datetime6">
              <a:rPr lang="de-CH" smtClean="0"/>
              <a:t>März 26</a:t>
            </a:fld>
            <a:endParaRPr lang="de-DE"/>
          </a:p>
        </p:txBody>
      </p:sp>
      <p:sp>
        <p:nvSpPr>
          <p:cNvPr id="13" name="Textplatzhalter 3">
            <a:extLst>
              <a:ext uri="{FF2B5EF4-FFF2-40B4-BE49-F238E27FC236}">
                <a16:creationId xmlns:a16="http://schemas.microsoft.com/office/drawing/2014/main" id="{971DEB7D-6D6C-4939-95C1-419F89E998C3}"/>
              </a:ext>
            </a:extLst>
          </p:cNvPr>
          <p:cNvSpPr>
            <a:spLocks noGrp="1"/>
          </p:cNvSpPr>
          <p:nvPr>
            <p:ph type="body" sz="quarter" idx="10" hasCustomPrompt="1"/>
          </p:nvPr>
        </p:nvSpPr>
        <p:spPr>
          <a:xfrm>
            <a:off x="359569" y="85788"/>
            <a:ext cx="8425656" cy="290450"/>
          </a:xfrm>
        </p:spPr>
        <p:txBody>
          <a:bodyPr anchor="ctr">
            <a:normAutofit/>
          </a:bodyPr>
          <a:lstStyle>
            <a:lvl1pPr marL="0" indent="0" algn="l" defTabSz="685800" rtl="0" eaLnBrk="1" latinLnBrk="0" hangingPunct="1">
              <a:spcBef>
                <a:spcPct val="20000"/>
              </a:spcBef>
              <a:spcAft>
                <a:spcPts val="90"/>
              </a:spcAft>
              <a:buClr>
                <a:srgbClr val="00802F"/>
              </a:buClr>
              <a:buSzPct val="120000"/>
              <a:buFont typeface="Wingdings" pitchFamily="2" charset="2"/>
              <a:buNone/>
              <a:defRPr lang="de-DE" sz="1500" kern="1200" baseline="0" dirty="0">
                <a:solidFill>
                  <a:schemeClr val="tx1">
                    <a:lumMod val="65000"/>
                    <a:lumOff val="35000"/>
                  </a:schemeClr>
                </a:solidFill>
                <a:latin typeface="+mj-lt"/>
                <a:ea typeface="+mn-ea"/>
                <a:cs typeface="Arial" pitchFamily="34" charset="0"/>
              </a:defRPr>
            </a:lvl1pPr>
            <a:lvl2pPr marL="198834" indent="0">
              <a:buNone/>
              <a:defRPr/>
            </a:lvl2pPr>
            <a:lvl3pPr marL="404813" indent="0">
              <a:buNone/>
              <a:defRPr/>
            </a:lvl3pPr>
            <a:lvl4pPr marL="603647" indent="0">
              <a:buNone/>
              <a:defRPr/>
            </a:lvl4pPr>
            <a:lvl5pPr marL="809625" indent="0">
              <a:buNone/>
              <a:defRPr/>
            </a:lvl5pPr>
          </a:lstStyle>
          <a:p>
            <a:pPr lvl="0"/>
            <a:r>
              <a:rPr lang="de-DE"/>
              <a:t>Main Title</a:t>
            </a:r>
          </a:p>
        </p:txBody>
      </p:sp>
      <p:sp>
        <p:nvSpPr>
          <p:cNvPr id="14" name="Textplatzhalter 6">
            <a:extLst>
              <a:ext uri="{FF2B5EF4-FFF2-40B4-BE49-F238E27FC236}">
                <a16:creationId xmlns:a16="http://schemas.microsoft.com/office/drawing/2014/main" id="{9836CA3C-1FB4-448E-8E4F-D95C186A1FD0}"/>
              </a:ext>
            </a:extLst>
          </p:cNvPr>
          <p:cNvSpPr>
            <a:spLocks noGrp="1"/>
          </p:cNvSpPr>
          <p:nvPr>
            <p:ph type="body" sz="quarter" idx="16" hasCustomPrompt="1"/>
          </p:nvPr>
        </p:nvSpPr>
        <p:spPr>
          <a:xfrm>
            <a:off x="358775" y="3939381"/>
            <a:ext cx="8425087" cy="540544"/>
          </a:xfrm>
          <a:solidFill>
            <a:schemeClr val="accent2"/>
          </a:solidFill>
        </p:spPr>
        <p:txBody>
          <a:bodyPr lIns="576000" tIns="18000" rIns="18000" bIns="18000" anchor="ctr"/>
          <a:lstStyle>
            <a:lvl1pPr marL="0" indent="0">
              <a:buNone/>
              <a:defRPr/>
            </a:lvl1pPr>
          </a:lstStyle>
          <a:p>
            <a:pPr lvl="0"/>
            <a:r>
              <a:rPr lang="en-US"/>
              <a:t>Punchline</a:t>
            </a:r>
          </a:p>
        </p:txBody>
      </p:sp>
      <p:sp>
        <p:nvSpPr>
          <p:cNvPr id="15" name="Inhaltsplatzhalter 16">
            <a:extLst>
              <a:ext uri="{FF2B5EF4-FFF2-40B4-BE49-F238E27FC236}">
                <a16:creationId xmlns:a16="http://schemas.microsoft.com/office/drawing/2014/main" id="{6AAFEC9F-D413-4D3E-8DEC-EF47020CE4D1}"/>
              </a:ext>
            </a:extLst>
          </p:cNvPr>
          <p:cNvSpPr>
            <a:spLocks noGrp="1"/>
          </p:cNvSpPr>
          <p:nvPr>
            <p:ph sz="quarter" idx="17" hasCustomPrompt="1"/>
          </p:nvPr>
        </p:nvSpPr>
        <p:spPr>
          <a:xfrm>
            <a:off x="358776" y="3939381"/>
            <a:ext cx="311018" cy="541083"/>
          </a:xfrm>
          <a:prstGeom prst="homePlate">
            <a:avLst>
              <a:gd name="adj" fmla="val 22774"/>
            </a:avLst>
          </a:prstGeom>
          <a:solidFill>
            <a:srgbClr val="00802F"/>
          </a:solidFill>
          <a:ln>
            <a:noFill/>
            <a:headEnd type="none" w="med" len="med"/>
            <a:tailEnd type="none" w="med" len="med"/>
          </a:ln>
          <a:effectLst/>
        </p:spPr>
        <p:style>
          <a:lnRef idx="1">
            <a:schemeClr val="accent5"/>
          </a:lnRef>
          <a:fillRef idx="2">
            <a:schemeClr val="accent5"/>
          </a:fillRef>
          <a:effectRef idx="1">
            <a:schemeClr val="accent5"/>
          </a:effectRef>
          <a:fontRef idx="minor">
            <a:schemeClr val="dk1"/>
          </a:fontRef>
        </p:style>
        <p:txBody>
          <a:bodyPr vert="vert270" wrap="square" lIns="0" tIns="0" rIns="0" bIns="0" numCol="1" rtlCol="0" anchor="ctr" anchorCtr="0" compatLnSpc="1">
            <a:prstTxWarp prst="textNoShape">
              <a:avLst/>
            </a:prstTxWarp>
          </a:bodyPr>
          <a:lstStyle>
            <a:lvl1pPr marL="0" indent="0" algn="l">
              <a:buFont typeface="Arial" panose="020B0604020202020204" pitchFamily="34" charset="0"/>
              <a:buNone/>
              <a:defRPr lang="de-DE" sz="750" b="0" dirty="0" smtClean="0">
                <a:solidFill>
                  <a:schemeClr val="bg1"/>
                </a:solidFill>
                <a:latin typeface="+mj-lt"/>
                <a:cs typeface="+mn-cs"/>
              </a:defRPr>
            </a:lvl1pPr>
            <a:lvl2pPr>
              <a:defRPr lang="de-DE" sz="1350" dirty="0" smtClean="0">
                <a:solidFill>
                  <a:schemeClr val="dk1"/>
                </a:solidFill>
                <a:latin typeface="+mn-lt"/>
                <a:cs typeface="+mn-cs"/>
              </a:defRPr>
            </a:lvl2pPr>
            <a:lvl3pPr>
              <a:defRPr lang="de-DE" sz="1350" dirty="0" smtClean="0">
                <a:solidFill>
                  <a:schemeClr val="dk1"/>
                </a:solidFill>
                <a:latin typeface="+mn-lt"/>
                <a:cs typeface="+mn-cs"/>
              </a:defRPr>
            </a:lvl3pPr>
            <a:lvl4pPr>
              <a:defRPr lang="de-DE" sz="1350" dirty="0" smtClean="0">
                <a:solidFill>
                  <a:schemeClr val="dk1"/>
                </a:solidFill>
                <a:latin typeface="+mn-lt"/>
                <a:cs typeface="+mn-cs"/>
              </a:defRPr>
            </a:lvl4pPr>
            <a:lvl5pPr>
              <a:defRPr lang="de-DE" sz="1350" dirty="0">
                <a:solidFill>
                  <a:schemeClr val="dk1"/>
                </a:solidFill>
                <a:latin typeface="+mn-lt"/>
                <a:cs typeface="+mn-cs"/>
              </a:defRPr>
            </a:lvl5pPr>
          </a:lstStyle>
          <a:p>
            <a:pPr marL="0" lvl="0" algn="ctr" defTabSz="589360" eaLnBrk="0" fontAlgn="base" hangingPunct="0">
              <a:spcBef>
                <a:spcPct val="0"/>
              </a:spcBef>
              <a:spcAft>
                <a:spcPct val="0"/>
              </a:spcAft>
            </a:pPr>
            <a:r>
              <a:rPr lang="de-DE"/>
              <a:t>Title</a:t>
            </a:r>
          </a:p>
        </p:txBody>
      </p:sp>
    </p:spTree>
    <p:extLst>
      <p:ext uri="{BB962C8B-B14F-4D97-AF65-F5344CB8AC3E}">
        <p14:creationId xmlns:p14="http://schemas.microsoft.com/office/powerpoint/2010/main" val="356642207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Zwei Bilder mit Legende">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FFEC9FF2-0829-44EA-809D-F5C42173624F}"/>
              </a:ext>
            </a:extLst>
          </p:cNvPr>
          <p:cNvSpPr>
            <a:spLocks noChangeAspect="1"/>
          </p:cNvSpPr>
          <p:nvPr/>
        </p:nvSpPr>
        <p:spPr>
          <a:xfrm>
            <a:off x="8570473" y="4701166"/>
            <a:ext cx="213389" cy="233831"/>
          </a:xfrm>
          <a:custGeom>
            <a:avLst/>
            <a:gdLst>
              <a:gd name="connsiteX0" fmla="*/ 0 w 3106057"/>
              <a:gd name="connsiteY0" fmla="*/ 711200 h 3403600"/>
              <a:gd name="connsiteX1" fmla="*/ 3106057 w 3106057"/>
              <a:gd name="connsiteY1" fmla="*/ 0 h 3403600"/>
              <a:gd name="connsiteX2" fmla="*/ 3106057 w 3106057"/>
              <a:gd name="connsiteY2" fmla="*/ 3403600 h 3403600"/>
              <a:gd name="connsiteX3" fmla="*/ 449943 w 3106057"/>
              <a:gd name="connsiteY3" fmla="*/ 3222171 h 3403600"/>
              <a:gd name="connsiteX4" fmla="*/ 0 w 3106057"/>
              <a:gd name="connsiteY4" fmla="*/ 711200 h 3403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06057" h="3403600">
                <a:moveTo>
                  <a:pt x="0" y="711200"/>
                </a:moveTo>
                <a:lnTo>
                  <a:pt x="3106057" y="0"/>
                </a:lnTo>
                <a:lnTo>
                  <a:pt x="3106057" y="3403600"/>
                </a:lnTo>
                <a:lnTo>
                  <a:pt x="449943" y="3222171"/>
                </a:lnTo>
                <a:lnTo>
                  <a:pt x="0" y="7112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Slide Number Placeholder 6">
            <a:extLst>
              <a:ext uri="{FF2B5EF4-FFF2-40B4-BE49-F238E27FC236}">
                <a16:creationId xmlns:a16="http://schemas.microsoft.com/office/drawing/2014/main" id="{7AD794AC-1E69-4E4D-9E6D-26F34827B225}"/>
              </a:ext>
            </a:extLst>
          </p:cNvPr>
          <p:cNvSpPr>
            <a:spLocks noGrp="1"/>
          </p:cNvSpPr>
          <p:nvPr>
            <p:ph type="sldNum" sz="quarter" idx="12"/>
          </p:nvPr>
        </p:nvSpPr>
        <p:spPr/>
        <p:txBody>
          <a:bodyPr/>
          <a:lstStyle/>
          <a:p>
            <a:fld id="{7559FC98-AF75-4A00-A03C-DF9FEBF6BCB9}" type="slidenum">
              <a:rPr lang="en-GB" smtClean="0"/>
              <a:t>‹#›</a:t>
            </a:fld>
            <a:endParaRPr lang="en-GB"/>
          </a:p>
        </p:txBody>
      </p:sp>
      <p:sp>
        <p:nvSpPr>
          <p:cNvPr id="10" name="Picture Placeholder 9">
            <a:extLst>
              <a:ext uri="{FF2B5EF4-FFF2-40B4-BE49-F238E27FC236}">
                <a16:creationId xmlns:a16="http://schemas.microsoft.com/office/drawing/2014/main" id="{46547A73-96B4-4B49-A320-28015EA72F84}"/>
              </a:ext>
            </a:extLst>
          </p:cNvPr>
          <p:cNvSpPr>
            <a:spLocks noGrp="1"/>
          </p:cNvSpPr>
          <p:nvPr>
            <p:ph type="pic" sz="quarter" idx="14" hasCustomPrompt="1"/>
          </p:nvPr>
        </p:nvSpPr>
        <p:spPr>
          <a:xfrm>
            <a:off x="0" y="0"/>
            <a:ext cx="4571999" cy="3887599"/>
          </a:xfrm>
          <a:pattFill prst="wdUpDiag">
            <a:fgClr>
              <a:schemeClr val="accent1"/>
            </a:fgClr>
            <a:bgClr>
              <a:schemeClr val="bg1"/>
            </a:bgClr>
          </a:pattFill>
        </p:spPr>
        <p:txBody>
          <a:bodyPr anchor="ctr"/>
          <a:lstStyle>
            <a:lvl1pPr algn="ctr">
              <a:defRPr/>
            </a:lvl1pPr>
          </a:lstStyle>
          <a:p>
            <a:r>
              <a:rPr lang="en-US" noProof="0"/>
              <a:t>(click to add a picture)</a:t>
            </a:r>
          </a:p>
        </p:txBody>
      </p:sp>
      <p:sp>
        <p:nvSpPr>
          <p:cNvPr id="11" name="Picture Placeholder 9">
            <a:extLst>
              <a:ext uri="{FF2B5EF4-FFF2-40B4-BE49-F238E27FC236}">
                <a16:creationId xmlns:a16="http://schemas.microsoft.com/office/drawing/2014/main" id="{43F6FA5C-D25E-4346-815E-CF6B33F724AB}"/>
              </a:ext>
            </a:extLst>
          </p:cNvPr>
          <p:cNvSpPr>
            <a:spLocks noGrp="1"/>
          </p:cNvSpPr>
          <p:nvPr>
            <p:ph type="pic" sz="quarter" idx="15" hasCustomPrompt="1"/>
          </p:nvPr>
        </p:nvSpPr>
        <p:spPr>
          <a:xfrm>
            <a:off x="4572000" y="0"/>
            <a:ext cx="4572000" cy="3887599"/>
          </a:xfrm>
          <a:pattFill prst="wdDnDiag">
            <a:fgClr>
              <a:schemeClr val="accent1"/>
            </a:fgClr>
            <a:bgClr>
              <a:schemeClr val="bg1"/>
            </a:bgClr>
          </a:pattFill>
        </p:spPr>
        <p:txBody>
          <a:bodyPr anchor="ctr"/>
          <a:lstStyle>
            <a:lvl1pPr algn="ctr">
              <a:defRPr/>
            </a:lvl1pPr>
          </a:lstStyle>
          <a:p>
            <a:r>
              <a:rPr lang="en-US" noProof="0"/>
              <a:t>(click to add a picture)</a:t>
            </a:r>
          </a:p>
        </p:txBody>
      </p:sp>
      <p:sp>
        <p:nvSpPr>
          <p:cNvPr id="4" name="Text Placeholder 3">
            <a:extLst>
              <a:ext uri="{FF2B5EF4-FFF2-40B4-BE49-F238E27FC236}">
                <a16:creationId xmlns:a16="http://schemas.microsoft.com/office/drawing/2014/main" id="{C19FAD45-6EEE-4522-8CA6-5189DCDD487C}"/>
              </a:ext>
            </a:extLst>
          </p:cNvPr>
          <p:cNvSpPr>
            <a:spLocks noGrp="1"/>
          </p:cNvSpPr>
          <p:nvPr>
            <p:ph type="body" sz="quarter" idx="16" hasCustomPrompt="1"/>
          </p:nvPr>
        </p:nvSpPr>
        <p:spPr>
          <a:xfrm>
            <a:off x="99317" y="3989388"/>
            <a:ext cx="4382196" cy="490537"/>
          </a:xfrm>
        </p:spPr>
        <p:txBody>
          <a:bodyPr anchor="b">
            <a:normAutofit/>
          </a:bodyPr>
          <a:lstStyle>
            <a:lvl1pPr marL="0" indent="0" algn="ctr">
              <a:buFont typeface="Arial" panose="020B0604020202020204" pitchFamily="34" charset="0"/>
              <a:buNone/>
              <a:defRPr sz="1400"/>
            </a:lvl1pPr>
            <a:lvl2pPr marL="0" indent="0">
              <a:buNone/>
              <a:defRPr sz="1400"/>
            </a:lvl2pPr>
            <a:lvl3pPr marL="0" indent="0">
              <a:buNone/>
              <a:defRPr sz="1400"/>
            </a:lvl3pPr>
            <a:lvl4pPr marL="0" indent="0">
              <a:buNone/>
              <a:defRPr sz="1400"/>
            </a:lvl4pPr>
            <a:lvl5pPr marL="0" indent="0">
              <a:buFont typeface="Arial" panose="020B0604020202020204" pitchFamily="34" charset="0"/>
              <a:buNone/>
              <a:defRPr sz="1400"/>
            </a:lvl5pPr>
          </a:lstStyle>
          <a:p>
            <a:pPr lvl="0"/>
            <a:r>
              <a:rPr lang="en-US" noProof="0"/>
              <a:t>Placeholder for Caption Title</a:t>
            </a:r>
          </a:p>
        </p:txBody>
      </p:sp>
      <p:sp>
        <p:nvSpPr>
          <p:cNvPr id="12" name="Text Placeholder 3">
            <a:extLst>
              <a:ext uri="{FF2B5EF4-FFF2-40B4-BE49-F238E27FC236}">
                <a16:creationId xmlns:a16="http://schemas.microsoft.com/office/drawing/2014/main" id="{447F9A9E-BA08-4C8F-96E1-0E7C7D71B398}"/>
              </a:ext>
            </a:extLst>
          </p:cNvPr>
          <p:cNvSpPr>
            <a:spLocks noGrp="1"/>
          </p:cNvSpPr>
          <p:nvPr>
            <p:ph type="body" sz="quarter" idx="17" hasCustomPrompt="1"/>
          </p:nvPr>
        </p:nvSpPr>
        <p:spPr>
          <a:xfrm>
            <a:off x="4662486" y="3989387"/>
            <a:ext cx="4382195" cy="490537"/>
          </a:xfrm>
        </p:spPr>
        <p:txBody>
          <a:bodyPr anchor="b">
            <a:normAutofit/>
          </a:bodyPr>
          <a:lstStyle>
            <a:lvl1pPr marL="0" indent="0" algn="ctr">
              <a:buFont typeface="Arial" panose="020B0604020202020204" pitchFamily="34" charset="0"/>
              <a:buNone/>
              <a:defRPr sz="1400"/>
            </a:lvl1pPr>
            <a:lvl2pPr marL="0" indent="0">
              <a:buNone/>
              <a:defRPr sz="1400"/>
            </a:lvl2pPr>
            <a:lvl3pPr marL="0" indent="0">
              <a:buNone/>
              <a:defRPr sz="1400"/>
            </a:lvl3pPr>
            <a:lvl4pPr marL="0" indent="0">
              <a:buNone/>
              <a:defRPr sz="1400"/>
            </a:lvl4pPr>
            <a:lvl5pPr marL="0" indent="0">
              <a:buFont typeface="Arial" panose="020B0604020202020204" pitchFamily="34" charset="0"/>
              <a:buNone/>
              <a:defRPr sz="1400"/>
            </a:lvl5pPr>
          </a:lstStyle>
          <a:p>
            <a:pPr lvl="0"/>
            <a:r>
              <a:rPr lang="en-US" noProof="0"/>
              <a:t>Placeholder for Caption Title</a:t>
            </a:r>
          </a:p>
        </p:txBody>
      </p:sp>
      <p:pic>
        <p:nvPicPr>
          <p:cNvPr id="1613922474" name="Rectangle 14" descr="{&quot;templafy&quot;:{&quot;id&quot;:&quot;a3bfa591-4d50-4d64-bc9e-6e4385707fec&quot;}}" hidden="1"/>
          <p:cNvPicPr>
            <a:picLocks noChangeAspect="1"/>
          </p:cNvPicPr>
          <p:nvPr/>
        </p:nvPicPr>
        <p:blipFill>
          <a:blip r:embed="rId2"/>
          <a:stretch>
            <a:fillRect/>
          </a:stretch>
        </p:blipFill>
        <p:spPr>
          <a:xfrm>
            <a:off x="358775" y="4668427"/>
            <a:ext cx="1036800" cy="306000"/>
          </a:xfrm>
          <a:prstGeom prst="rect">
            <a:avLst/>
          </a:prstGeom>
        </p:spPr>
      </p:pic>
      <p:sp>
        <p:nvSpPr>
          <p:cNvPr id="13" name="Date Placeholder 3">
            <a:extLst>
              <a:ext uri="{FF2B5EF4-FFF2-40B4-BE49-F238E27FC236}">
                <a16:creationId xmlns:a16="http://schemas.microsoft.com/office/drawing/2014/main" id="{C2D3E358-7013-49C0-B535-4D724985DD79}"/>
              </a:ext>
            </a:extLst>
          </p:cNvPr>
          <p:cNvSpPr>
            <a:spLocks noGrp="1"/>
          </p:cNvSpPr>
          <p:nvPr>
            <p:ph type="dt" sz="half" idx="2"/>
          </p:nvPr>
        </p:nvSpPr>
        <p:spPr>
          <a:xfrm>
            <a:off x="3567953" y="4767262"/>
            <a:ext cx="2004356" cy="184335"/>
          </a:xfrm>
          <a:prstGeom prst="rect">
            <a:avLst/>
          </a:prstGeom>
        </p:spPr>
        <p:txBody>
          <a:bodyPr/>
          <a:lstStyle>
            <a:lvl1pPr algn="ctr">
              <a:defRPr sz="800"/>
            </a:lvl1pPr>
          </a:lstStyle>
          <a:p>
            <a:fld id="{486C75F3-C0D1-4ABB-8738-25AB5753A893}" type="datetime6">
              <a:rPr lang="de-CH" smtClean="0"/>
              <a:t>März 26</a:t>
            </a:fld>
            <a:endParaRPr lang="de-DE"/>
          </a:p>
        </p:txBody>
      </p:sp>
    </p:spTree>
    <p:extLst>
      <p:ext uri="{BB962C8B-B14F-4D97-AF65-F5344CB8AC3E}">
        <p14:creationId xmlns:p14="http://schemas.microsoft.com/office/powerpoint/2010/main" val="208120137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BD8E670C-89F1-48DF-ADBA-904A263650AF}"/>
              </a:ext>
            </a:extLst>
          </p:cNvPr>
          <p:cNvSpPr>
            <a:spLocks noChangeAspect="1"/>
          </p:cNvSpPr>
          <p:nvPr/>
        </p:nvSpPr>
        <p:spPr>
          <a:xfrm>
            <a:off x="8570473" y="4701166"/>
            <a:ext cx="213389" cy="233831"/>
          </a:xfrm>
          <a:custGeom>
            <a:avLst/>
            <a:gdLst>
              <a:gd name="connsiteX0" fmla="*/ 0 w 3106057"/>
              <a:gd name="connsiteY0" fmla="*/ 711200 h 3403600"/>
              <a:gd name="connsiteX1" fmla="*/ 3106057 w 3106057"/>
              <a:gd name="connsiteY1" fmla="*/ 0 h 3403600"/>
              <a:gd name="connsiteX2" fmla="*/ 3106057 w 3106057"/>
              <a:gd name="connsiteY2" fmla="*/ 3403600 h 3403600"/>
              <a:gd name="connsiteX3" fmla="*/ 449943 w 3106057"/>
              <a:gd name="connsiteY3" fmla="*/ 3222171 h 3403600"/>
              <a:gd name="connsiteX4" fmla="*/ 0 w 3106057"/>
              <a:gd name="connsiteY4" fmla="*/ 711200 h 3403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06057" h="3403600">
                <a:moveTo>
                  <a:pt x="0" y="711200"/>
                </a:moveTo>
                <a:lnTo>
                  <a:pt x="3106057" y="0"/>
                </a:lnTo>
                <a:lnTo>
                  <a:pt x="3106057" y="3403600"/>
                </a:lnTo>
                <a:lnTo>
                  <a:pt x="449943" y="3222171"/>
                </a:lnTo>
                <a:lnTo>
                  <a:pt x="0" y="7112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A5AFF4CC-30A2-4B7B-BA9D-1A66D47649F5}"/>
              </a:ext>
            </a:extLst>
          </p:cNvPr>
          <p:cNvSpPr>
            <a:spLocks noGrp="1"/>
          </p:cNvSpPr>
          <p:nvPr>
            <p:ph type="title" hasCustomPrompt="1"/>
          </p:nvPr>
        </p:nvSpPr>
        <p:spPr/>
        <p:txBody>
          <a:bodyPr/>
          <a:lstStyle>
            <a:lvl1pPr>
              <a:defRPr/>
            </a:lvl1pPr>
          </a:lstStyle>
          <a:p>
            <a:r>
              <a:rPr lang="en-US" noProof="0"/>
              <a:t>Placeholder for a Title</a:t>
            </a:r>
          </a:p>
        </p:txBody>
      </p:sp>
      <p:sp>
        <p:nvSpPr>
          <p:cNvPr id="5" name="Slide Number Placeholder 4">
            <a:extLst>
              <a:ext uri="{FF2B5EF4-FFF2-40B4-BE49-F238E27FC236}">
                <a16:creationId xmlns:a16="http://schemas.microsoft.com/office/drawing/2014/main" id="{C5D39D30-BB72-44AA-B142-468FFB51D75B}"/>
              </a:ext>
            </a:extLst>
          </p:cNvPr>
          <p:cNvSpPr>
            <a:spLocks noGrp="1"/>
          </p:cNvSpPr>
          <p:nvPr>
            <p:ph type="sldNum" sz="quarter" idx="12"/>
          </p:nvPr>
        </p:nvSpPr>
        <p:spPr/>
        <p:txBody>
          <a:bodyPr/>
          <a:lstStyle/>
          <a:p>
            <a:fld id="{7559FC98-AF75-4A00-A03C-DF9FEBF6BCB9}" type="slidenum">
              <a:rPr lang="en-GB" smtClean="0"/>
              <a:t>‹#›</a:t>
            </a:fld>
            <a:endParaRPr lang="en-GB"/>
          </a:p>
        </p:txBody>
      </p:sp>
      <p:pic>
        <p:nvPicPr>
          <p:cNvPr id="1869865043" name="Rectangle 9" descr="{&quot;templafy&quot;:{&quot;id&quot;:&quot;122fbdb8-b590-4d7e-bb6a-dc7fb210d960&quot;}}" hidden="1"/>
          <p:cNvPicPr>
            <a:picLocks noChangeAspect="1"/>
          </p:cNvPicPr>
          <p:nvPr/>
        </p:nvPicPr>
        <p:blipFill>
          <a:blip r:embed="rId2"/>
          <a:stretch>
            <a:fillRect/>
          </a:stretch>
        </p:blipFill>
        <p:spPr>
          <a:xfrm>
            <a:off x="358775" y="4668427"/>
            <a:ext cx="1036800" cy="306000"/>
          </a:xfrm>
          <a:prstGeom prst="rect">
            <a:avLst/>
          </a:prstGeom>
        </p:spPr>
      </p:pic>
      <p:sp>
        <p:nvSpPr>
          <p:cNvPr id="11" name="Rectangle 10" descr="{&quot;templafy&quot;:{&quot;id&quot;:&quot;0feba306-3b76-4b2f-8181-6b287829826f&quot;}}">
            <a:extLst>
              <a:ext uri="{FF2B5EF4-FFF2-40B4-BE49-F238E27FC236}">
                <a16:creationId xmlns:a16="http://schemas.microsoft.com/office/drawing/2014/main" id="{3ED3541B-0C4B-4AD3-A0FB-BB276047ADCE}"/>
              </a:ext>
            </a:extLst>
          </p:cNvPr>
          <p:cNvSpPr/>
          <p:nvPr/>
        </p:nvSpPr>
        <p:spPr>
          <a:xfrm>
            <a:off x="2516261" y="4767263"/>
            <a:ext cx="3884539" cy="22540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endParaRPr lang="en-GB" sz="800">
              <a:solidFill>
                <a:schemeClr val="tx1"/>
              </a:solidFill>
            </a:endParaRPr>
          </a:p>
        </p:txBody>
      </p:sp>
      <p:sp>
        <p:nvSpPr>
          <p:cNvPr id="9" name="Date Placeholder 3">
            <a:extLst>
              <a:ext uri="{FF2B5EF4-FFF2-40B4-BE49-F238E27FC236}">
                <a16:creationId xmlns:a16="http://schemas.microsoft.com/office/drawing/2014/main" id="{AB1B99F8-5DB1-4DEC-9F08-262AFABCAE77}"/>
              </a:ext>
            </a:extLst>
          </p:cNvPr>
          <p:cNvSpPr>
            <a:spLocks noGrp="1"/>
          </p:cNvSpPr>
          <p:nvPr>
            <p:ph type="dt" sz="half" idx="2"/>
          </p:nvPr>
        </p:nvSpPr>
        <p:spPr>
          <a:xfrm>
            <a:off x="3567953" y="4767262"/>
            <a:ext cx="2004356" cy="184335"/>
          </a:xfrm>
          <a:prstGeom prst="rect">
            <a:avLst/>
          </a:prstGeom>
        </p:spPr>
        <p:txBody>
          <a:bodyPr/>
          <a:lstStyle>
            <a:lvl1pPr algn="ctr">
              <a:defRPr sz="800"/>
            </a:lvl1pPr>
          </a:lstStyle>
          <a:p>
            <a:fld id="{D796397B-38EB-490B-98F7-EB0799988FF4}" type="datetime6">
              <a:rPr lang="de-CH" smtClean="0"/>
              <a:t>März 26</a:t>
            </a:fld>
            <a:endParaRPr lang="de-DE"/>
          </a:p>
        </p:txBody>
      </p:sp>
    </p:spTree>
    <p:extLst>
      <p:ext uri="{BB962C8B-B14F-4D97-AF65-F5344CB8AC3E}">
        <p14:creationId xmlns:p14="http://schemas.microsoft.com/office/powerpoint/2010/main" val="385140316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Nur Titel">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BD8E670C-89F1-48DF-ADBA-904A263650AF}"/>
              </a:ext>
            </a:extLst>
          </p:cNvPr>
          <p:cNvSpPr>
            <a:spLocks noChangeAspect="1"/>
          </p:cNvSpPr>
          <p:nvPr/>
        </p:nvSpPr>
        <p:spPr>
          <a:xfrm>
            <a:off x="8570473" y="4701166"/>
            <a:ext cx="213389" cy="233831"/>
          </a:xfrm>
          <a:custGeom>
            <a:avLst/>
            <a:gdLst>
              <a:gd name="connsiteX0" fmla="*/ 0 w 3106057"/>
              <a:gd name="connsiteY0" fmla="*/ 711200 h 3403600"/>
              <a:gd name="connsiteX1" fmla="*/ 3106057 w 3106057"/>
              <a:gd name="connsiteY1" fmla="*/ 0 h 3403600"/>
              <a:gd name="connsiteX2" fmla="*/ 3106057 w 3106057"/>
              <a:gd name="connsiteY2" fmla="*/ 3403600 h 3403600"/>
              <a:gd name="connsiteX3" fmla="*/ 449943 w 3106057"/>
              <a:gd name="connsiteY3" fmla="*/ 3222171 h 3403600"/>
              <a:gd name="connsiteX4" fmla="*/ 0 w 3106057"/>
              <a:gd name="connsiteY4" fmla="*/ 711200 h 3403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06057" h="3403600">
                <a:moveTo>
                  <a:pt x="0" y="711200"/>
                </a:moveTo>
                <a:lnTo>
                  <a:pt x="3106057" y="0"/>
                </a:lnTo>
                <a:lnTo>
                  <a:pt x="3106057" y="3403600"/>
                </a:lnTo>
                <a:lnTo>
                  <a:pt x="449943" y="3222171"/>
                </a:lnTo>
                <a:lnTo>
                  <a:pt x="0" y="7112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A5AFF4CC-30A2-4B7B-BA9D-1A66D47649F5}"/>
              </a:ext>
            </a:extLst>
          </p:cNvPr>
          <p:cNvSpPr>
            <a:spLocks noGrp="1"/>
          </p:cNvSpPr>
          <p:nvPr>
            <p:ph type="title" hasCustomPrompt="1"/>
          </p:nvPr>
        </p:nvSpPr>
        <p:spPr/>
        <p:txBody>
          <a:bodyPr/>
          <a:lstStyle>
            <a:lvl1pPr>
              <a:defRPr/>
            </a:lvl1pPr>
          </a:lstStyle>
          <a:p>
            <a:r>
              <a:rPr lang="en-US" noProof="0"/>
              <a:t>Placeholder for a Title</a:t>
            </a:r>
          </a:p>
        </p:txBody>
      </p:sp>
      <p:sp>
        <p:nvSpPr>
          <p:cNvPr id="5" name="Slide Number Placeholder 4">
            <a:extLst>
              <a:ext uri="{FF2B5EF4-FFF2-40B4-BE49-F238E27FC236}">
                <a16:creationId xmlns:a16="http://schemas.microsoft.com/office/drawing/2014/main" id="{C5D39D30-BB72-44AA-B142-468FFB51D75B}"/>
              </a:ext>
            </a:extLst>
          </p:cNvPr>
          <p:cNvSpPr>
            <a:spLocks noGrp="1"/>
          </p:cNvSpPr>
          <p:nvPr>
            <p:ph type="sldNum" sz="quarter" idx="12"/>
          </p:nvPr>
        </p:nvSpPr>
        <p:spPr/>
        <p:txBody>
          <a:bodyPr/>
          <a:lstStyle/>
          <a:p>
            <a:fld id="{7559FC98-AF75-4A00-A03C-DF9FEBF6BCB9}" type="slidenum">
              <a:rPr lang="en-GB" smtClean="0"/>
              <a:t>‹#›</a:t>
            </a:fld>
            <a:endParaRPr lang="en-GB"/>
          </a:p>
        </p:txBody>
      </p:sp>
      <p:pic>
        <p:nvPicPr>
          <p:cNvPr id="1869865043" name="Rectangle 9" descr="{&quot;templafy&quot;:{&quot;id&quot;:&quot;122fbdb8-b590-4d7e-bb6a-dc7fb210d960&quot;}}" hidden="1"/>
          <p:cNvPicPr>
            <a:picLocks noChangeAspect="1"/>
          </p:cNvPicPr>
          <p:nvPr/>
        </p:nvPicPr>
        <p:blipFill>
          <a:blip r:embed="rId2"/>
          <a:stretch>
            <a:fillRect/>
          </a:stretch>
        </p:blipFill>
        <p:spPr>
          <a:xfrm>
            <a:off x="358775" y="4668427"/>
            <a:ext cx="1036800" cy="306000"/>
          </a:xfrm>
          <a:prstGeom prst="rect">
            <a:avLst/>
          </a:prstGeom>
        </p:spPr>
      </p:pic>
      <p:sp>
        <p:nvSpPr>
          <p:cNvPr id="11" name="Rectangle 10" descr="{&quot;templafy&quot;:{&quot;id&quot;:&quot;0feba306-3b76-4b2f-8181-6b287829826f&quot;}}">
            <a:extLst>
              <a:ext uri="{FF2B5EF4-FFF2-40B4-BE49-F238E27FC236}">
                <a16:creationId xmlns:a16="http://schemas.microsoft.com/office/drawing/2014/main" id="{3ED3541B-0C4B-4AD3-A0FB-BB276047ADCE}"/>
              </a:ext>
            </a:extLst>
          </p:cNvPr>
          <p:cNvSpPr/>
          <p:nvPr/>
        </p:nvSpPr>
        <p:spPr>
          <a:xfrm>
            <a:off x="2516261" y="4767263"/>
            <a:ext cx="3884539" cy="22540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endParaRPr lang="en-GB" sz="800">
              <a:solidFill>
                <a:schemeClr val="tx1"/>
              </a:solidFill>
            </a:endParaRPr>
          </a:p>
        </p:txBody>
      </p:sp>
      <p:sp>
        <p:nvSpPr>
          <p:cNvPr id="9" name="Date Placeholder 3">
            <a:extLst>
              <a:ext uri="{FF2B5EF4-FFF2-40B4-BE49-F238E27FC236}">
                <a16:creationId xmlns:a16="http://schemas.microsoft.com/office/drawing/2014/main" id="{AB1B99F8-5DB1-4DEC-9F08-262AFABCAE77}"/>
              </a:ext>
            </a:extLst>
          </p:cNvPr>
          <p:cNvSpPr>
            <a:spLocks noGrp="1"/>
          </p:cNvSpPr>
          <p:nvPr>
            <p:ph type="dt" sz="half" idx="2"/>
          </p:nvPr>
        </p:nvSpPr>
        <p:spPr>
          <a:xfrm>
            <a:off x="3567953" y="4767262"/>
            <a:ext cx="2004356" cy="184335"/>
          </a:xfrm>
          <a:prstGeom prst="rect">
            <a:avLst/>
          </a:prstGeom>
        </p:spPr>
        <p:txBody>
          <a:bodyPr/>
          <a:lstStyle>
            <a:lvl1pPr algn="ctr">
              <a:defRPr sz="800"/>
            </a:lvl1pPr>
          </a:lstStyle>
          <a:p>
            <a:fld id="{B78E12DF-9BBF-4E12-BDDF-B9E8E5B05C6B}" type="datetime6">
              <a:rPr lang="de-CH" smtClean="0"/>
              <a:t>März 26</a:t>
            </a:fld>
            <a:endParaRPr lang="de-DE"/>
          </a:p>
        </p:txBody>
      </p:sp>
      <p:sp>
        <p:nvSpPr>
          <p:cNvPr id="10" name="Textplatzhalter 3">
            <a:extLst>
              <a:ext uri="{FF2B5EF4-FFF2-40B4-BE49-F238E27FC236}">
                <a16:creationId xmlns:a16="http://schemas.microsoft.com/office/drawing/2014/main" id="{6318D65C-D216-4FD0-81E1-BE6FBAB1CAAC}"/>
              </a:ext>
            </a:extLst>
          </p:cNvPr>
          <p:cNvSpPr>
            <a:spLocks noGrp="1"/>
          </p:cNvSpPr>
          <p:nvPr>
            <p:ph type="body" sz="quarter" idx="10" hasCustomPrompt="1"/>
          </p:nvPr>
        </p:nvSpPr>
        <p:spPr>
          <a:xfrm>
            <a:off x="359569" y="85788"/>
            <a:ext cx="8425656" cy="290450"/>
          </a:xfrm>
        </p:spPr>
        <p:txBody>
          <a:bodyPr anchor="ctr">
            <a:normAutofit/>
          </a:bodyPr>
          <a:lstStyle>
            <a:lvl1pPr marL="0" indent="0" algn="l" defTabSz="685800" rtl="0" eaLnBrk="1" latinLnBrk="0" hangingPunct="1">
              <a:spcBef>
                <a:spcPct val="20000"/>
              </a:spcBef>
              <a:spcAft>
                <a:spcPts val="90"/>
              </a:spcAft>
              <a:buClr>
                <a:srgbClr val="00802F"/>
              </a:buClr>
              <a:buSzPct val="120000"/>
              <a:buFont typeface="Wingdings" pitchFamily="2" charset="2"/>
              <a:buNone/>
              <a:defRPr lang="de-DE" sz="1500" kern="1200" baseline="0" dirty="0">
                <a:solidFill>
                  <a:schemeClr val="tx1">
                    <a:lumMod val="65000"/>
                    <a:lumOff val="35000"/>
                  </a:schemeClr>
                </a:solidFill>
                <a:latin typeface="+mj-lt"/>
                <a:ea typeface="+mn-ea"/>
                <a:cs typeface="Arial" pitchFamily="34" charset="0"/>
              </a:defRPr>
            </a:lvl1pPr>
            <a:lvl2pPr marL="198834" indent="0">
              <a:buNone/>
              <a:defRPr/>
            </a:lvl2pPr>
            <a:lvl3pPr marL="404813" indent="0">
              <a:buNone/>
              <a:defRPr/>
            </a:lvl3pPr>
            <a:lvl4pPr marL="603647" indent="0">
              <a:buNone/>
              <a:defRPr/>
            </a:lvl4pPr>
            <a:lvl5pPr marL="809625" indent="0">
              <a:buNone/>
              <a:defRPr/>
            </a:lvl5pPr>
          </a:lstStyle>
          <a:p>
            <a:pPr lvl="0"/>
            <a:r>
              <a:rPr lang="de-DE"/>
              <a:t>Main Title</a:t>
            </a:r>
          </a:p>
        </p:txBody>
      </p:sp>
    </p:spTree>
    <p:extLst>
      <p:ext uri="{BB962C8B-B14F-4D97-AF65-F5344CB8AC3E}">
        <p14:creationId xmlns:p14="http://schemas.microsoft.com/office/powerpoint/2010/main" val="404961716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_Nur Titel">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BD8E670C-89F1-48DF-ADBA-904A263650AF}"/>
              </a:ext>
            </a:extLst>
          </p:cNvPr>
          <p:cNvSpPr>
            <a:spLocks noChangeAspect="1"/>
          </p:cNvSpPr>
          <p:nvPr/>
        </p:nvSpPr>
        <p:spPr>
          <a:xfrm>
            <a:off x="8570473" y="4701166"/>
            <a:ext cx="213389" cy="233831"/>
          </a:xfrm>
          <a:custGeom>
            <a:avLst/>
            <a:gdLst>
              <a:gd name="connsiteX0" fmla="*/ 0 w 3106057"/>
              <a:gd name="connsiteY0" fmla="*/ 711200 h 3403600"/>
              <a:gd name="connsiteX1" fmla="*/ 3106057 w 3106057"/>
              <a:gd name="connsiteY1" fmla="*/ 0 h 3403600"/>
              <a:gd name="connsiteX2" fmla="*/ 3106057 w 3106057"/>
              <a:gd name="connsiteY2" fmla="*/ 3403600 h 3403600"/>
              <a:gd name="connsiteX3" fmla="*/ 449943 w 3106057"/>
              <a:gd name="connsiteY3" fmla="*/ 3222171 h 3403600"/>
              <a:gd name="connsiteX4" fmla="*/ 0 w 3106057"/>
              <a:gd name="connsiteY4" fmla="*/ 711200 h 3403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06057" h="3403600">
                <a:moveTo>
                  <a:pt x="0" y="711200"/>
                </a:moveTo>
                <a:lnTo>
                  <a:pt x="3106057" y="0"/>
                </a:lnTo>
                <a:lnTo>
                  <a:pt x="3106057" y="3403600"/>
                </a:lnTo>
                <a:lnTo>
                  <a:pt x="449943" y="3222171"/>
                </a:lnTo>
                <a:lnTo>
                  <a:pt x="0" y="7112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A5AFF4CC-30A2-4B7B-BA9D-1A66D47649F5}"/>
              </a:ext>
            </a:extLst>
          </p:cNvPr>
          <p:cNvSpPr>
            <a:spLocks noGrp="1"/>
          </p:cNvSpPr>
          <p:nvPr>
            <p:ph type="title" hasCustomPrompt="1"/>
          </p:nvPr>
        </p:nvSpPr>
        <p:spPr/>
        <p:txBody>
          <a:bodyPr/>
          <a:lstStyle>
            <a:lvl1pPr>
              <a:defRPr/>
            </a:lvl1pPr>
          </a:lstStyle>
          <a:p>
            <a:r>
              <a:rPr lang="en-US" noProof="0"/>
              <a:t>Placeholder for a Title</a:t>
            </a:r>
          </a:p>
        </p:txBody>
      </p:sp>
      <p:sp>
        <p:nvSpPr>
          <p:cNvPr id="5" name="Slide Number Placeholder 4">
            <a:extLst>
              <a:ext uri="{FF2B5EF4-FFF2-40B4-BE49-F238E27FC236}">
                <a16:creationId xmlns:a16="http://schemas.microsoft.com/office/drawing/2014/main" id="{C5D39D30-BB72-44AA-B142-468FFB51D75B}"/>
              </a:ext>
            </a:extLst>
          </p:cNvPr>
          <p:cNvSpPr>
            <a:spLocks noGrp="1"/>
          </p:cNvSpPr>
          <p:nvPr>
            <p:ph type="sldNum" sz="quarter" idx="12"/>
          </p:nvPr>
        </p:nvSpPr>
        <p:spPr/>
        <p:txBody>
          <a:bodyPr/>
          <a:lstStyle/>
          <a:p>
            <a:fld id="{7559FC98-AF75-4A00-A03C-DF9FEBF6BCB9}" type="slidenum">
              <a:rPr lang="en-GB" smtClean="0"/>
              <a:t>‹#›</a:t>
            </a:fld>
            <a:endParaRPr lang="en-GB"/>
          </a:p>
        </p:txBody>
      </p:sp>
      <p:pic>
        <p:nvPicPr>
          <p:cNvPr id="1869865043" name="Rectangle 9" descr="{&quot;templafy&quot;:{&quot;id&quot;:&quot;122fbdb8-b590-4d7e-bb6a-dc7fb210d960&quot;}}" hidden="1"/>
          <p:cNvPicPr>
            <a:picLocks noChangeAspect="1"/>
          </p:cNvPicPr>
          <p:nvPr/>
        </p:nvPicPr>
        <p:blipFill>
          <a:blip r:embed="rId2"/>
          <a:stretch>
            <a:fillRect/>
          </a:stretch>
        </p:blipFill>
        <p:spPr>
          <a:xfrm>
            <a:off x="358775" y="4668427"/>
            <a:ext cx="1036800" cy="306000"/>
          </a:xfrm>
          <a:prstGeom prst="rect">
            <a:avLst/>
          </a:prstGeom>
        </p:spPr>
      </p:pic>
      <p:sp>
        <p:nvSpPr>
          <p:cNvPr id="11" name="Rectangle 10" descr="{&quot;templafy&quot;:{&quot;id&quot;:&quot;0feba306-3b76-4b2f-8181-6b287829826f&quot;}}">
            <a:extLst>
              <a:ext uri="{FF2B5EF4-FFF2-40B4-BE49-F238E27FC236}">
                <a16:creationId xmlns:a16="http://schemas.microsoft.com/office/drawing/2014/main" id="{3ED3541B-0C4B-4AD3-A0FB-BB276047ADCE}"/>
              </a:ext>
            </a:extLst>
          </p:cNvPr>
          <p:cNvSpPr/>
          <p:nvPr/>
        </p:nvSpPr>
        <p:spPr>
          <a:xfrm>
            <a:off x="2516261" y="4767263"/>
            <a:ext cx="3884539" cy="22540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endParaRPr lang="en-GB" sz="800">
              <a:solidFill>
                <a:schemeClr val="tx1"/>
              </a:solidFill>
            </a:endParaRPr>
          </a:p>
        </p:txBody>
      </p:sp>
      <p:sp>
        <p:nvSpPr>
          <p:cNvPr id="9" name="Date Placeholder 3">
            <a:extLst>
              <a:ext uri="{FF2B5EF4-FFF2-40B4-BE49-F238E27FC236}">
                <a16:creationId xmlns:a16="http://schemas.microsoft.com/office/drawing/2014/main" id="{AB1B99F8-5DB1-4DEC-9F08-262AFABCAE77}"/>
              </a:ext>
            </a:extLst>
          </p:cNvPr>
          <p:cNvSpPr>
            <a:spLocks noGrp="1"/>
          </p:cNvSpPr>
          <p:nvPr>
            <p:ph type="dt" sz="half" idx="2"/>
          </p:nvPr>
        </p:nvSpPr>
        <p:spPr>
          <a:xfrm>
            <a:off x="3567953" y="4767262"/>
            <a:ext cx="2004356" cy="184335"/>
          </a:xfrm>
          <a:prstGeom prst="rect">
            <a:avLst/>
          </a:prstGeom>
        </p:spPr>
        <p:txBody>
          <a:bodyPr/>
          <a:lstStyle>
            <a:lvl1pPr algn="ctr">
              <a:defRPr sz="800"/>
            </a:lvl1pPr>
          </a:lstStyle>
          <a:p>
            <a:fld id="{B79F0516-DC2F-4A1B-9AE7-52332A8498FC}" type="datetime6">
              <a:rPr lang="de-CH" smtClean="0"/>
              <a:t>März 26</a:t>
            </a:fld>
            <a:endParaRPr lang="de-DE"/>
          </a:p>
        </p:txBody>
      </p:sp>
      <p:sp>
        <p:nvSpPr>
          <p:cNvPr id="10" name="Textplatzhalter 3">
            <a:extLst>
              <a:ext uri="{FF2B5EF4-FFF2-40B4-BE49-F238E27FC236}">
                <a16:creationId xmlns:a16="http://schemas.microsoft.com/office/drawing/2014/main" id="{6318D65C-D216-4FD0-81E1-BE6FBAB1CAAC}"/>
              </a:ext>
            </a:extLst>
          </p:cNvPr>
          <p:cNvSpPr>
            <a:spLocks noGrp="1"/>
          </p:cNvSpPr>
          <p:nvPr>
            <p:ph type="body" sz="quarter" idx="10" hasCustomPrompt="1"/>
          </p:nvPr>
        </p:nvSpPr>
        <p:spPr>
          <a:xfrm>
            <a:off x="359569" y="85788"/>
            <a:ext cx="8425656" cy="290450"/>
          </a:xfrm>
        </p:spPr>
        <p:txBody>
          <a:bodyPr anchor="ctr">
            <a:normAutofit/>
          </a:bodyPr>
          <a:lstStyle>
            <a:lvl1pPr marL="0" indent="0" algn="l" defTabSz="685800" rtl="0" eaLnBrk="1" latinLnBrk="0" hangingPunct="1">
              <a:spcBef>
                <a:spcPct val="20000"/>
              </a:spcBef>
              <a:spcAft>
                <a:spcPts val="90"/>
              </a:spcAft>
              <a:buClr>
                <a:srgbClr val="00802F"/>
              </a:buClr>
              <a:buSzPct val="120000"/>
              <a:buFont typeface="Wingdings" pitchFamily="2" charset="2"/>
              <a:buNone/>
              <a:defRPr lang="de-DE" sz="1500" kern="1200" baseline="0" dirty="0">
                <a:solidFill>
                  <a:schemeClr val="tx1">
                    <a:lumMod val="65000"/>
                    <a:lumOff val="35000"/>
                  </a:schemeClr>
                </a:solidFill>
                <a:latin typeface="+mj-lt"/>
                <a:ea typeface="+mn-ea"/>
                <a:cs typeface="Arial" pitchFamily="34" charset="0"/>
              </a:defRPr>
            </a:lvl1pPr>
            <a:lvl2pPr marL="198834" indent="0">
              <a:buNone/>
              <a:defRPr/>
            </a:lvl2pPr>
            <a:lvl3pPr marL="404813" indent="0">
              <a:buNone/>
              <a:defRPr/>
            </a:lvl3pPr>
            <a:lvl4pPr marL="603647" indent="0">
              <a:buNone/>
              <a:defRPr/>
            </a:lvl4pPr>
            <a:lvl5pPr marL="809625" indent="0">
              <a:buNone/>
              <a:defRPr/>
            </a:lvl5pPr>
          </a:lstStyle>
          <a:p>
            <a:pPr lvl="0"/>
            <a:r>
              <a:rPr lang="de-DE"/>
              <a:t>Main Title</a:t>
            </a:r>
          </a:p>
        </p:txBody>
      </p:sp>
      <p:sp>
        <p:nvSpPr>
          <p:cNvPr id="12" name="Textplatzhalter 6">
            <a:extLst>
              <a:ext uri="{FF2B5EF4-FFF2-40B4-BE49-F238E27FC236}">
                <a16:creationId xmlns:a16="http://schemas.microsoft.com/office/drawing/2014/main" id="{6A048957-9563-4CBB-9658-4EEC37F56DEA}"/>
              </a:ext>
            </a:extLst>
          </p:cNvPr>
          <p:cNvSpPr>
            <a:spLocks noGrp="1"/>
          </p:cNvSpPr>
          <p:nvPr>
            <p:ph type="body" sz="quarter" idx="15" hasCustomPrompt="1"/>
          </p:nvPr>
        </p:nvSpPr>
        <p:spPr>
          <a:xfrm>
            <a:off x="358775" y="3939381"/>
            <a:ext cx="8425087" cy="540544"/>
          </a:xfrm>
          <a:solidFill>
            <a:schemeClr val="accent2"/>
          </a:solidFill>
        </p:spPr>
        <p:txBody>
          <a:bodyPr lIns="576000" tIns="18000" rIns="18000" bIns="18000" anchor="ctr"/>
          <a:lstStyle>
            <a:lvl1pPr marL="0" indent="0">
              <a:buNone/>
              <a:defRPr/>
            </a:lvl1pPr>
          </a:lstStyle>
          <a:p>
            <a:pPr lvl="0"/>
            <a:r>
              <a:rPr lang="en-US"/>
              <a:t>Punchline</a:t>
            </a:r>
          </a:p>
        </p:txBody>
      </p:sp>
      <p:sp>
        <p:nvSpPr>
          <p:cNvPr id="13" name="Inhaltsplatzhalter 16">
            <a:extLst>
              <a:ext uri="{FF2B5EF4-FFF2-40B4-BE49-F238E27FC236}">
                <a16:creationId xmlns:a16="http://schemas.microsoft.com/office/drawing/2014/main" id="{EE6EFAB4-A25E-40AE-A96E-9D0D5472F14C}"/>
              </a:ext>
            </a:extLst>
          </p:cNvPr>
          <p:cNvSpPr>
            <a:spLocks noGrp="1"/>
          </p:cNvSpPr>
          <p:nvPr>
            <p:ph sz="quarter" idx="17" hasCustomPrompt="1"/>
          </p:nvPr>
        </p:nvSpPr>
        <p:spPr>
          <a:xfrm>
            <a:off x="358776" y="3939381"/>
            <a:ext cx="311018" cy="541083"/>
          </a:xfrm>
          <a:prstGeom prst="homePlate">
            <a:avLst>
              <a:gd name="adj" fmla="val 22774"/>
            </a:avLst>
          </a:prstGeom>
          <a:solidFill>
            <a:srgbClr val="00802F"/>
          </a:solidFill>
          <a:ln>
            <a:noFill/>
            <a:headEnd type="none" w="med" len="med"/>
            <a:tailEnd type="none" w="med" len="med"/>
          </a:ln>
          <a:effectLst/>
        </p:spPr>
        <p:style>
          <a:lnRef idx="1">
            <a:schemeClr val="accent5"/>
          </a:lnRef>
          <a:fillRef idx="2">
            <a:schemeClr val="accent5"/>
          </a:fillRef>
          <a:effectRef idx="1">
            <a:schemeClr val="accent5"/>
          </a:effectRef>
          <a:fontRef idx="minor">
            <a:schemeClr val="dk1"/>
          </a:fontRef>
        </p:style>
        <p:txBody>
          <a:bodyPr vert="vert270" wrap="square" lIns="0" tIns="0" rIns="0" bIns="0" numCol="1" rtlCol="0" anchor="ctr" anchorCtr="0" compatLnSpc="1">
            <a:prstTxWarp prst="textNoShape">
              <a:avLst/>
            </a:prstTxWarp>
          </a:bodyPr>
          <a:lstStyle>
            <a:lvl1pPr marL="0" indent="0" algn="l">
              <a:buFont typeface="Arial" panose="020B0604020202020204" pitchFamily="34" charset="0"/>
              <a:buNone/>
              <a:defRPr lang="de-DE" sz="750" b="0" dirty="0" smtClean="0">
                <a:solidFill>
                  <a:schemeClr val="bg1"/>
                </a:solidFill>
                <a:latin typeface="+mj-lt"/>
                <a:cs typeface="+mn-cs"/>
              </a:defRPr>
            </a:lvl1pPr>
            <a:lvl2pPr>
              <a:defRPr lang="de-DE" sz="1350" dirty="0" smtClean="0">
                <a:solidFill>
                  <a:schemeClr val="dk1"/>
                </a:solidFill>
                <a:latin typeface="+mn-lt"/>
                <a:cs typeface="+mn-cs"/>
              </a:defRPr>
            </a:lvl2pPr>
            <a:lvl3pPr>
              <a:defRPr lang="de-DE" sz="1350" dirty="0" smtClean="0">
                <a:solidFill>
                  <a:schemeClr val="dk1"/>
                </a:solidFill>
                <a:latin typeface="+mn-lt"/>
                <a:cs typeface="+mn-cs"/>
              </a:defRPr>
            </a:lvl3pPr>
            <a:lvl4pPr>
              <a:defRPr lang="de-DE" sz="1350" dirty="0" smtClean="0">
                <a:solidFill>
                  <a:schemeClr val="dk1"/>
                </a:solidFill>
                <a:latin typeface="+mn-lt"/>
                <a:cs typeface="+mn-cs"/>
              </a:defRPr>
            </a:lvl4pPr>
            <a:lvl5pPr>
              <a:defRPr lang="de-DE" sz="1350" dirty="0">
                <a:solidFill>
                  <a:schemeClr val="dk1"/>
                </a:solidFill>
                <a:latin typeface="+mn-lt"/>
                <a:cs typeface="+mn-cs"/>
              </a:defRPr>
            </a:lvl5pPr>
          </a:lstStyle>
          <a:p>
            <a:pPr marL="0" lvl="0" algn="ctr" defTabSz="589360" eaLnBrk="0" fontAlgn="base" hangingPunct="0">
              <a:spcBef>
                <a:spcPct val="0"/>
              </a:spcBef>
              <a:spcAft>
                <a:spcPct val="0"/>
              </a:spcAft>
            </a:pPr>
            <a:r>
              <a:rPr lang="de-DE"/>
              <a:t>Title</a:t>
            </a:r>
          </a:p>
        </p:txBody>
      </p:sp>
    </p:spTree>
    <p:extLst>
      <p:ext uri="{BB962C8B-B14F-4D97-AF65-F5344CB8AC3E}">
        <p14:creationId xmlns:p14="http://schemas.microsoft.com/office/powerpoint/2010/main" val="379994324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Bild Vollfläche">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FC11C186-C392-4982-A2C0-7824EE98FA4F}"/>
              </a:ext>
            </a:extLst>
          </p:cNvPr>
          <p:cNvSpPr>
            <a:spLocks noGrp="1"/>
          </p:cNvSpPr>
          <p:nvPr>
            <p:ph type="pic" sz="quarter" idx="10" hasCustomPrompt="1"/>
          </p:nvPr>
        </p:nvSpPr>
        <p:spPr>
          <a:xfrm>
            <a:off x="0" y="0"/>
            <a:ext cx="9144000" cy="5143500"/>
          </a:xfrm>
        </p:spPr>
        <p:txBody>
          <a:bodyPr anchor="ctr"/>
          <a:lstStyle>
            <a:lvl1pPr algn="ctr">
              <a:defRPr/>
            </a:lvl1pPr>
          </a:lstStyle>
          <a:p>
            <a:r>
              <a:rPr lang="en-US" noProof="0"/>
              <a:t>(click to add a picture)</a:t>
            </a:r>
          </a:p>
        </p:txBody>
      </p:sp>
    </p:spTree>
    <p:extLst>
      <p:ext uri="{BB962C8B-B14F-4D97-AF65-F5344CB8AC3E}">
        <p14:creationId xmlns:p14="http://schemas.microsoft.com/office/powerpoint/2010/main" val="348933411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Zitat schwarze Schrift">
    <p:bg>
      <p:bgPr>
        <a:solidFill>
          <a:schemeClr val="accent2"/>
        </a:solid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E95F94A4-74DF-4FC6-AF8D-8F883B56E718}"/>
              </a:ext>
            </a:extLst>
          </p:cNvPr>
          <p:cNvSpPr>
            <a:spLocks noGrp="1"/>
          </p:cNvSpPr>
          <p:nvPr>
            <p:ph type="body" sz="quarter" idx="10" hasCustomPrompt="1"/>
          </p:nvPr>
        </p:nvSpPr>
        <p:spPr>
          <a:xfrm>
            <a:off x="828000" y="735013"/>
            <a:ext cx="7957225" cy="2525712"/>
          </a:xfrm>
        </p:spPr>
        <p:txBody>
          <a:bodyPr anchor="b">
            <a:normAutofit/>
          </a:bodyPr>
          <a:lstStyle>
            <a:lvl1pPr marL="0">
              <a:lnSpc>
                <a:spcPct val="110000"/>
              </a:lnSpc>
              <a:buFontTx/>
              <a:buNone/>
              <a:defRPr sz="5000">
                <a:solidFill>
                  <a:schemeClr val="tx1"/>
                </a:solidFill>
                <a:latin typeface="Gill Sans Nova Light" panose="020B0302020104020203" pitchFamily="34" charset="0"/>
              </a:defRPr>
            </a:lvl1pPr>
            <a:lvl2pPr marL="0" indent="0">
              <a:lnSpc>
                <a:spcPts val="5200"/>
              </a:lnSpc>
              <a:buFontTx/>
              <a:buNone/>
              <a:defRPr sz="5000">
                <a:solidFill>
                  <a:schemeClr val="tx1"/>
                </a:solidFill>
                <a:latin typeface="Gill Alt One MT Light" panose="020B0302020104020203" pitchFamily="34" charset="0"/>
              </a:defRPr>
            </a:lvl2pPr>
            <a:lvl3pPr marL="0" indent="0">
              <a:lnSpc>
                <a:spcPts val="5200"/>
              </a:lnSpc>
              <a:buFontTx/>
              <a:buNone/>
              <a:defRPr sz="5000">
                <a:solidFill>
                  <a:schemeClr val="tx1"/>
                </a:solidFill>
                <a:latin typeface="Gill Alt One MT Light" panose="020B0302020104020203" pitchFamily="34" charset="0"/>
              </a:defRPr>
            </a:lvl3pPr>
            <a:lvl4pPr marL="0" indent="0">
              <a:lnSpc>
                <a:spcPts val="5200"/>
              </a:lnSpc>
              <a:buFontTx/>
              <a:buNone/>
              <a:defRPr sz="5000">
                <a:solidFill>
                  <a:schemeClr val="tx1"/>
                </a:solidFill>
                <a:latin typeface="Gill Alt One MT Light" panose="020B0302020104020203" pitchFamily="34" charset="0"/>
              </a:defRPr>
            </a:lvl4pPr>
            <a:lvl5pPr marL="0">
              <a:lnSpc>
                <a:spcPts val="5200"/>
              </a:lnSpc>
              <a:buFontTx/>
              <a:buNone/>
              <a:defRPr sz="5000">
                <a:solidFill>
                  <a:schemeClr val="tx1"/>
                </a:solidFill>
                <a:latin typeface="Gill Alt One MT Light" panose="020B0302020104020203" pitchFamily="34" charset="0"/>
              </a:defRPr>
            </a:lvl5pPr>
          </a:lstStyle>
          <a:p>
            <a:pPr lvl="0"/>
            <a:r>
              <a:rPr lang="en-US" noProof="0"/>
              <a:t>Placeholder for a Title</a:t>
            </a:r>
          </a:p>
        </p:txBody>
      </p:sp>
      <p:sp>
        <p:nvSpPr>
          <p:cNvPr id="9" name="Text Placeholder 8">
            <a:extLst>
              <a:ext uri="{FF2B5EF4-FFF2-40B4-BE49-F238E27FC236}">
                <a16:creationId xmlns:a16="http://schemas.microsoft.com/office/drawing/2014/main" id="{ED8D12DF-4F43-44AF-B5F9-5E632D8CD53D}"/>
              </a:ext>
            </a:extLst>
          </p:cNvPr>
          <p:cNvSpPr>
            <a:spLocks noGrp="1"/>
          </p:cNvSpPr>
          <p:nvPr>
            <p:ph type="body" sz="quarter" idx="11" hasCustomPrompt="1"/>
          </p:nvPr>
        </p:nvSpPr>
        <p:spPr>
          <a:xfrm>
            <a:off x="827999" y="3548063"/>
            <a:ext cx="5741765" cy="931862"/>
          </a:xfrm>
        </p:spPr>
        <p:txBody>
          <a:bodyPr>
            <a:noAutofit/>
          </a:bodyPr>
          <a:lstStyle>
            <a:lvl1pPr marL="0" indent="0">
              <a:buFont typeface="Arial" panose="020B0604020202020204" pitchFamily="34" charset="0"/>
              <a:buNone/>
              <a:defRPr sz="1800"/>
            </a:lvl1pPr>
            <a:lvl2pPr marL="0" indent="0">
              <a:buNone/>
              <a:defRPr sz="1800"/>
            </a:lvl2pPr>
            <a:lvl3pPr marL="0" indent="0">
              <a:buNone/>
              <a:defRPr sz="1800"/>
            </a:lvl3pPr>
            <a:lvl4pPr marL="0" indent="0">
              <a:buNone/>
              <a:defRPr sz="1800"/>
            </a:lvl4pPr>
            <a:lvl5pPr marL="0" indent="0">
              <a:buFont typeface="Arial" panose="020B0604020202020204" pitchFamily="34" charset="0"/>
              <a:buNone/>
              <a:defRPr sz="1800"/>
            </a:lvl5pPr>
          </a:lstStyle>
          <a:p>
            <a:pPr lvl="0"/>
            <a:r>
              <a:rPr lang="en-US" noProof="0"/>
              <a:t>Placeholder for a sub-title </a:t>
            </a:r>
          </a:p>
        </p:txBody>
      </p:sp>
    </p:spTree>
    <p:extLst>
      <p:ext uri="{BB962C8B-B14F-4D97-AF65-F5344CB8AC3E}">
        <p14:creationId xmlns:p14="http://schemas.microsoft.com/office/powerpoint/2010/main" val="110412046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Zitat weisse Schrift">
    <p:bg>
      <p:bgPr>
        <a:solidFill>
          <a:schemeClr val="accent3"/>
        </a:solidFill>
        <a:effectLst/>
      </p:bgPr>
    </p:bg>
    <p:spTree>
      <p:nvGrpSpPr>
        <p:cNvPr id="1" name=""/>
        <p:cNvGrpSpPr/>
        <p:nvPr/>
      </p:nvGrpSpPr>
      <p:grpSpPr>
        <a:xfrm>
          <a:off x="0" y="0"/>
          <a:ext cx="0" cy="0"/>
          <a:chOff x="0" y="0"/>
          <a:chExt cx="0" cy="0"/>
        </a:xfrm>
      </p:grpSpPr>
      <p:sp>
        <p:nvSpPr>
          <p:cNvPr id="4" name="Text Placeholder 6">
            <a:extLst>
              <a:ext uri="{FF2B5EF4-FFF2-40B4-BE49-F238E27FC236}">
                <a16:creationId xmlns:a16="http://schemas.microsoft.com/office/drawing/2014/main" id="{E48C5A9E-D3FC-4F7A-895D-E35078A993C5}"/>
              </a:ext>
            </a:extLst>
          </p:cNvPr>
          <p:cNvSpPr>
            <a:spLocks noGrp="1"/>
          </p:cNvSpPr>
          <p:nvPr>
            <p:ph type="body" sz="quarter" idx="10" hasCustomPrompt="1"/>
          </p:nvPr>
        </p:nvSpPr>
        <p:spPr>
          <a:xfrm>
            <a:off x="828000" y="735013"/>
            <a:ext cx="7957225" cy="2525712"/>
          </a:xfrm>
        </p:spPr>
        <p:txBody>
          <a:bodyPr anchor="b">
            <a:normAutofit/>
          </a:bodyPr>
          <a:lstStyle>
            <a:lvl1pPr marL="0">
              <a:lnSpc>
                <a:spcPct val="110000"/>
              </a:lnSpc>
              <a:buFontTx/>
              <a:buNone/>
              <a:defRPr sz="5000">
                <a:solidFill>
                  <a:schemeClr val="tx1"/>
                </a:solidFill>
                <a:latin typeface="Gill Sans Nova Light" panose="020B0302020104020203" pitchFamily="34" charset="0"/>
              </a:defRPr>
            </a:lvl1pPr>
            <a:lvl2pPr marL="0" indent="0">
              <a:lnSpc>
                <a:spcPts val="5200"/>
              </a:lnSpc>
              <a:buFontTx/>
              <a:buNone/>
              <a:defRPr sz="5000">
                <a:solidFill>
                  <a:schemeClr val="tx1"/>
                </a:solidFill>
                <a:latin typeface="Gill Alt One MT Light" panose="020B0302020104020203" pitchFamily="34" charset="0"/>
              </a:defRPr>
            </a:lvl2pPr>
            <a:lvl3pPr marL="0" indent="0">
              <a:lnSpc>
                <a:spcPts val="5200"/>
              </a:lnSpc>
              <a:buFontTx/>
              <a:buNone/>
              <a:defRPr sz="5000">
                <a:solidFill>
                  <a:schemeClr val="tx1"/>
                </a:solidFill>
                <a:latin typeface="Gill Alt One MT Light" panose="020B0302020104020203" pitchFamily="34" charset="0"/>
              </a:defRPr>
            </a:lvl3pPr>
            <a:lvl4pPr marL="0" indent="0">
              <a:lnSpc>
                <a:spcPts val="5200"/>
              </a:lnSpc>
              <a:buFontTx/>
              <a:buNone/>
              <a:defRPr sz="5000">
                <a:solidFill>
                  <a:schemeClr val="tx1"/>
                </a:solidFill>
                <a:latin typeface="Gill Alt One MT Light" panose="020B0302020104020203" pitchFamily="34" charset="0"/>
              </a:defRPr>
            </a:lvl4pPr>
            <a:lvl5pPr marL="0">
              <a:lnSpc>
                <a:spcPts val="5200"/>
              </a:lnSpc>
              <a:buFontTx/>
              <a:buNone/>
              <a:defRPr sz="5000">
                <a:solidFill>
                  <a:schemeClr val="tx1"/>
                </a:solidFill>
                <a:latin typeface="Gill Alt One MT Light" panose="020B0302020104020203" pitchFamily="34" charset="0"/>
              </a:defRPr>
            </a:lvl5pPr>
          </a:lstStyle>
          <a:p>
            <a:pPr lvl="0"/>
            <a:r>
              <a:rPr lang="en-US" noProof="0"/>
              <a:t>Placeholder for a Title</a:t>
            </a:r>
          </a:p>
        </p:txBody>
      </p:sp>
      <p:sp>
        <p:nvSpPr>
          <p:cNvPr id="5" name="Text Placeholder 8">
            <a:extLst>
              <a:ext uri="{FF2B5EF4-FFF2-40B4-BE49-F238E27FC236}">
                <a16:creationId xmlns:a16="http://schemas.microsoft.com/office/drawing/2014/main" id="{E333CEB4-EDBA-436D-9394-E4DEFD39C827}"/>
              </a:ext>
            </a:extLst>
          </p:cNvPr>
          <p:cNvSpPr>
            <a:spLocks noGrp="1"/>
          </p:cNvSpPr>
          <p:nvPr>
            <p:ph type="body" sz="quarter" idx="11" hasCustomPrompt="1"/>
          </p:nvPr>
        </p:nvSpPr>
        <p:spPr>
          <a:xfrm>
            <a:off x="827999" y="3548063"/>
            <a:ext cx="5741765" cy="931862"/>
          </a:xfrm>
        </p:spPr>
        <p:txBody>
          <a:bodyPr>
            <a:noAutofit/>
          </a:bodyPr>
          <a:lstStyle>
            <a:lvl1pPr marL="0" indent="0">
              <a:buFont typeface="Arial" panose="020B0604020202020204" pitchFamily="34" charset="0"/>
              <a:buNone/>
              <a:defRPr sz="1800"/>
            </a:lvl1pPr>
            <a:lvl2pPr marL="0" indent="0">
              <a:buNone/>
              <a:defRPr sz="1800"/>
            </a:lvl2pPr>
            <a:lvl3pPr marL="0" indent="0">
              <a:buNone/>
              <a:defRPr sz="1800"/>
            </a:lvl3pPr>
            <a:lvl4pPr marL="0" indent="0">
              <a:buNone/>
              <a:defRPr sz="1800"/>
            </a:lvl4pPr>
            <a:lvl5pPr marL="0" indent="0">
              <a:buFont typeface="Arial" panose="020B0604020202020204" pitchFamily="34" charset="0"/>
              <a:buNone/>
              <a:defRPr sz="1800"/>
            </a:lvl5pPr>
          </a:lstStyle>
          <a:p>
            <a:pPr lvl="0"/>
            <a:r>
              <a:rPr lang="en-US" noProof="0"/>
              <a:t>Placeholder for a sub-title </a:t>
            </a:r>
          </a:p>
        </p:txBody>
      </p:sp>
    </p:spTree>
    <p:extLst>
      <p:ext uri="{BB962C8B-B14F-4D97-AF65-F5344CB8AC3E}">
        <p14:creationId xmlns:p14="http://schemas.microsoft.com/office/powerpoint/2010/main" val="381885183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Statement 1">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0D1F60-1436-43F1-AAD9-4C2415299607}"/>
              </a:ext>
            </a:extLst>
          </p:cNvPr>
          <p:cNvSpPr>
            <a:spLocks noGrp="1"/>
          </p:cNvSpPr>
          <p:nvPr>
            <p:ph type="title" hasCustomPrompt="1"/>
          </p:nvPr>
        </p:nvSpPr>
        <p:spPr>
          <a:xfrm>
            <a:off x="828000" y="735013"/>
            <a:ext cx="5148000" cy="3728674"/>
          </a:xfrm>
        </p:spPr>
        <p:txBody>
          <a:bodyPr>
            <a:normAutofit/>
          </a:bodyPr>
          <a:lstStyle>
            <a:lvl1pPr>
              <a:lnSpc>
                <a:spcPct val="90000"/>
              </a:lnSpc>
              <a:defRPr sz="7900">
                <a:solidFill>
                  <a:schemeClr val="bg2"/>
                </a:solidFill>
                <a:latin typeface="Gill Sans Nova Light" panose="020B0302020104020203" pitchFamily="34" charset="0"/>
              </a:defRPr>
            </a:lvl1pPr>
          </a:lstStyle>
          <a:p>
            <a:r>
              <a:rPr lang="en-US" noProof="0"/>
              <a:t>Placeholder for a Title</a:t>
            </a:r>
          </a:p>
        </p:txBody>
      </p:sp>
      <p:sp>
        <p:nvSpPr>
          <p:cNvPr id="4" name="Inhaltsplatzhalter 3">
            <a:extLst>
              <a:ext uri="{FF2B5EF4-FFF2-40B4-BE49-F238E27FC236}">
                <a16:creationId xmlns:a16="http://schemas.microsoft.com/office/drawing/2014/main" id="{DE199CDC-B569-4BBB-9A2F-680DDE6121E0}"/>
              </a:ext>
            </a:extLst>
          </p:cNvPr>
          <p:cNvSpPr>
            <a:spLocks noGrp="1"/>
          </p:cNvSpPr>
          <p:nvPr>
            <p:ph sz="quarter" idx="11" hasCustomPrompt="1"/>
          </p:nvPr>
        </p:nvSpPr>
        <p:spPr>
          <a:xfrm>
            <a:off x="6624638" y="735013"/>
            <a:ext cx="2160587" cy="2160587"/>
          </a:xfrm>
        </p:spPr>
        <p:txBody>
          <a:bodyPr/>
          <a:lstStyle>
            <a:lvl1pPr algn="ctr">
              <a:defRPr>
                <a:solidFill>
                  <a:schemeClr val="bg1"/>
                </a:solidFill>
              </a:defRPr>
            </a:lvl1pPr>
          </a:lstStyle>
          <a:p>
            <a:pPr lvl="0"/>
            <a:r>
              <a:rPr lang="de-DE"/>
              <a:t>(</a:t>
            </a:r>
            <a:r>
              <a:rPr lang="de-DE" err="1"/>
              <a:t>click</a:t>
            </a:r>
            <a:r>
              <a:rPr lang="de-DE"/>
              <a:t> on </a:t>
            </a:r>
            <a:r>
              <a:rPr lang="de-DE" err="1"/>
              <a:t>the</a:t>
            </a:r>
            <a:r>
              <a:rPr lang="de-DE"/>
              <a:t> </a:t>
            </a:r>
            <a:r>
              <a:rPr lang="de-DE" err="1"/>
              <a:t>content</a:t>
            </a:r>
            <a:r>
              <a:rPr lang="de-DE"/>
              <a:t> type </a:t>
            </a:r>
            <a:r>
              <a:rPr lang="de-DE" err="1"/>
              <a:t>you</a:t>
            </a:r>
            <a:r>
              <a:rPr lang="de-DE"/>
              <a:t> </a:t>
            </a:r>
            <a:r>
              <a:rPr lang="de-DE" err="1"/>
              <a:t>wish</a:t>
            </a:r>
            <a:r>
              <a:rPr lang="de-DE"/>
              <a:t> </a:t>
            </a:r>
            <a:r>
              <a:rPr lang="de-DE" err="1"/>
              <a:t>to</a:t>
            </a:r>
            <a:r>
              <a:rPr lang="de-DE"/>
              <a:t> </a:t>
            </a:r>
            <a:r>
              <a:rPr lang="de-DE" err="1"/>
              <a:t>insert</a:t>
            </a:r>
            <a:r>
              <a:rPr lang="de-DE"/>
              <a:t>, </a:t>
            </a:r>
            <a:r>
              <a:rPr lang="de-DE" err="1"/>
              <a:t>here</a:t>
            </a:r>
            <a:r>
              <a:rPr lang="de-DE"/>
              <a:t>: </a:t>
            </a:r>
            <a:r>
              <a:rPr lang="de-DE" err="1"/>
              <a:t>icons</a:t>
            </a:r>
            <a:r>
              <a:rPr lang="de-DE"/>
              <a:t>)</a:t>
            </a:r>
          </a:p>
        </p:txBody>
      </p:sp>
    </p:spTree>
    <p:extLst>
      <p:ext uri="{BB962C8B-B14F-4D97-AF65-F5344CB8AC3E}">
        <p14:creationId xmlns:p14="http://schemas.microsoft.com/office/powerpoint/2010/main" val="3855854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Statement 2">
    <p:bg>
      <p:bgPr>
        <a:solidFill>
          <a:schemeClr val="accent2"/>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56F08FA-3E26-4DE6-8960-EF5638923CCD}"/>
              </a:ext>
            </a:extLst>
          </p:cNvPr>
          <p:cNvSpPr>
            <a:spLocks noGrp="1"/>
          </p:cNvSpPr>
          <p:nvPr>
            <p:ph type="title" hasCustomPrompt="1"/>
          </p:nvPr>
        </p:nvSpPr>
        <p:spPr>
          <a:xfrm>
            <a:off x="828000" y="735013"/>
            <a:ext cx="5148000" cy="3728674"/>
          </a:xfrm>
        </p:spPr>
        <p:txBody>
          <a:bodyPr>
            <a:normAutofit/>
          </a:bodyPr>
          <a:lstStyle>
            <a:lvl1pPr>
              <a:lnSpc>
                <a:spcPct val="90000"/>
              </a:lnSpc>
              <a:defRPr sz="7900">
                <a:solidFill>
                  <a:schemeClr val="tx1"/>
                </a:solidFill>
                <a:latin typeface="Gill Sans Nova Light" panose="020B0302020104020203" pitchFamily="34" charset="0"/>
              </a:defRPr>
            </a:lvl1pPr>
          </a:lstStyle>
          <a:p>
            <a:r>
              <a:rPr lang="en-US" noProof="0"/>
              <a:t>Placeholder for a Title</a:t>
            </a:r>
          </a:p>
        </p:txBody>
      </p:sp>
      <p:sp>
        <p:nvSpPr>
          <p:cNvPr id="6" name="Inhaltsplatzhalter 3">
            <a:extLst>
              <a:ext uri="{FF2B5EF4-FFF2-40B4-BE49-F238E27FC236}">
                <a16:creationId xmlns:a16="http://schemas.microsoft.com/office/drawing/2014/main" id="{99DA47FD-9D2D-476D-A2A9-1C05F2E33B68}"/>
              </a:ext>
            </a:extLst>
          </p:cNvPr>
          <p:cNvSpPr>
            <a:spLocks noGrp="1"/>
          </p:cNvSpPr>
          <p:nvPr>
            <p:ph sz="quarter" idx="11" hasCustomPrompt="1"/>
          </p:nvPr>
        </p:nvSpPr>
        <p:spPr>
          <a:xfrm>
            <a:off x="6624638" y="735013"/>
            <a:ext cx="2160587" cy="2160587"/>
          </a:xfrm>
        </p:spPr>
        <p:txBody>
          <a:bodyPr/>
          <a:lstStyle>
            <a:lvl1pPr algn="ctr">
              <a:defRPr>
                <a:solidFill>
                  <a:schemeClr val="tx1"/>
                </a:solidFill>
              </a:defRPr>
            </a:lvl1pPr>
          </a:lstStyle>
          <a:p>
            <a:pPr lvl="0"/>
            <a:r>
              <a:rPr lang="de-DE"/>
              <a:t>(</a:t>
            </a:r>
            <a:r>
              <a:rPr lang="de-DE" err="1"/>
              <a:t>click</a:t>
            </a:r>
            <a:r>
              <a:rPr lang="de-DE"/>
              <a:t> on </a:t>
            </a:r>
            <a:r>
              <a:rPr lang="de-DE" err="1"/>
              <a:t>the</a:t>
            </a:r>
            <a:r>
              <a:rPr lang="de-DE"/>
              <a:t> </a:t>
            </a:r>
            <a:r>
              <a:rPr lang="de-DE" err="1"/>
              <a:t>content</a:t>
            </a:r>
            <a:r>
              <a:rPr lang="de-DE"/>
              <a:t> type </a:t>
            </a:r>
            <a:r>
              <a:rPr lang="de-DE" err="1"/>
              <a:t>you</a:t>
            </a:r>
            <a:r>
              <a:rPr lang="de-DE"/>
              <a:t> </a:t>
            </a:r>
            <a:r>
              <a:rPr lang="de-DE" err="1"/>
              <a:t>wish</a:t>
            </a:r>
            <a:r>
              <a:rPr lang="de-DE"/>
              <a:t> </a:t>
            </a:r>
            <a:r>
              <a:rPr lang="de-DE" err="1"/>
              <a:t>to</a:t>
            </a:r>
            <a:r>
              <a:rPr lang="de-DE"/>
              <a:t> </a:t>
            </a:r>
            <a:r>
              <a:rPr lang="de-DE" err="1"/>
              <a:t>insert</a:t>
            </a:r>
            <a:r>
              <a:rPr lang="de-DE"/>
              <a:t>, </a:t>
            </a:r>
            <a:r>
              <a:rPr lang="de-DE" err="1"/>
              <a:t>here</a:t>
            </a:r>
            <a:r>
              <a:rPr lang="de-DE"/>
              <a:t>: </a:t>
            </a:r>
            <a:r>
              <a:rPr lang="de-DE" err="1"/>
              <a:t>icons</a:t>
            </a:r>
            <a:r>
              <a:rPr lang="de-DE"/>
              <a:t>)</a:t>
            </a:r>
          </a:p>
        </p:txBody>
      </p:sp>
    </p:spTree>
    <p:extLst>
      <p:ext uri="{BB962C8B-B14F-4D97-AF65-F5344CB8AC3E}">
        <p14:creationId xmlns:p14="http://schemas.microsoft.com/office/powerpoint/2010/main" val="390249403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p:cSld name="Le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AEF01-8430-4429-BC41-FFA4FCB67CC9}"/>
              </a:ext>
            </a:extLst>
          </p:cNvPr>
          <p:cNvSpPr>
            <a:spLocks noGrp="1"/>
          </p:cNvSpPr>
          <p:nvPr>
            <p:ph type="title" hasCustomPrompt="1"/>
          </p:nvPr>
        </p:nvSpPr>
        <p:spPr>
          <a:xfrm>
            <a:off x="828000" y="735013"/>
            <a:ext cx="5148000" cy="3728674"/>
          </a:xfrm>
        </p:spPr>
        <p:txBody>
          <a:bodyPr>
            <a:normAutofit/>
          </a:bodyPr>
          <a:lstStyle>
            <a:lvl1pPr>
              <a:lnSpc>
                <a:spcPct val="90000"/>
              </a:lnSpc>
              <a:defRPr sz="7900">
                <a:solidFill>
                  <a:schemeClr val="tx1"/>
                </a:solidFill>
                <a:latin typeface="Gill Sans Nova Light" panose="020B0302020104020203" pitchFamily="34" charset="0"/>
              </a:defRPr>
            </a:lvl1pPr>
          </a:lstStyle>
          <a:p>
            <a:r>
              <a:rPr lang="en-US" noProof="0"/>
              <a:t>Placeholder for a Title</a:t>
            </a:r>
          </a:p>
        </p:txBody>
      </p:sp>
      <p:sp>
        <p:nvSpPr>
          <p:cNvPr id="3" name="Inhaltsplatzhalter 3">
            <a:extLst>
              <a:ext uri="{FF2B5EF4-FFF2-40B4-BE49-F238E27FC236}">
                <a16:creationId xmlns:a16="http://schemas.microsoft.com/office/drawing/2014/main" id="{60883619-1961-463F-AD3D-4B226F4EB13D}"/>
              </a:ext>
            </a:extLst>
          </p:cNvPr>
          <p:cNvSpPr>
            <a:spLocks noGrp="1"/>
          </p:cNvSpPr>
          <p:nvPr>
            <p:ph sz="quarter" idx="11" hasCustomPrompt="1"/>
          </p:nvPr>
        </p:nvSpPr>
        <p:spPr>
          <a:xfrm>
            <a:off x="6624638" y="735013"/>
            <a:ext cx="2160587" cy="2160587"/>
          </a:xfrm>
        </p:spPr>
        <p:txBody>
          <a:bodyPr/>
          <a:lstStyle>
            <a:lvl1pPr algn="ctr">
              <a:defRPr>
                <a:solidFill>
                  <a:schemeClr val="tx1"/>
                </a:solidFill>
              </a:defRPr>
            </a:lvl1pPr>
          </a:lstStyle>
          <a:p>
            <a:pPr lvl="0"/>
            <a:r>
              <a:rPr lang="de-DE"/>
              <a:t>(</a:t>
            </a:r>
            <a:r>
              <a:rPr lang="de-DE" err="1"/>
              <a:t>click</a:t>
            </a:r>
            <a:r>
              <a:rPr lang="de-DE"/>
              <a:t> on </a:t>
            </a:r>
            <a:r>
              <a:rPr lang="de-DE" err="1"/>
              <a:t>the</a:t>
            </a:r>
            <a:r>
              <a:rPr lang="de-DE"/>
              <a:t> </a:t>
            </a:r>
            <a:r>
              <a:rPr lang="de-DE" err="1"/>
              <a:t>content</a:t>
            </a:r>
            <a:r>
              <a:rPr lang="de-DE"/>
              <a:t> type </a:t>
            </a:r>
            <a:r>
              <a:rPr lang="de-DE" err="1"/>
              <a:t>you</a:t>
            </a:r>
            <a:r>
              <a:rPr lang="de-DE"/>
              <a:t> </a:t>
            </a:r>
            <a:r>
              <a:rPr lang="de-DE" err="1"/>
              <a:t>wish</a:t>
            </a:r>
            <a:r>
              <a:rPr lang="de-DE"/>
              <a:t> </a:t>
            </a:r>
            <a:r>
              <a:rPr lang="de-DE" err="1"/>
              <a:t>to</a:t>
            </a:r>
            <a:r>
              <a:rPr lang="de-DE"/>
              <a:t> </a:t>
            </a:r>
            <a:r>
              <a:rPr lang="de-DE" err="1"/>
              <a:t>insert</a:t>
            </a:r>
            <a:r>
              <a:rPr lang="de-DE"/>
              <a:t>, </a:t>
            </a:r>
            <a:r>
              <a:rPr lang="de-DE" err="1"/>
              <a:t>here</a:t>
            </a:r>
            <a:r>
              <a:rPr lang="de-DE"/>
              <a:t>: </a:t>
            </a:r>
            <a:r>
              <a:rPr lang="de-DE" err="1"/>
              <a:t>icons</a:t>
            </a:r>
            <a:r>
              <a:rPr lang="de-DE"/>
              <a:t>)</a:t>
            </a:r>
          </a:p>
        </p:txBody>
      </p:sp>
    </p:spTree>
    <p:extLst>
      <p:ext uri="{BB962C8B-B14F-4D97-AF65-F5344CB8AC3E}">
        <p14:creationId xmlns:p14="http://schemas.microsoft.com/office/powerpoint/2010/main" val="357002187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p:cSld name="D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0981B0-6792-4738-ACB8-050730738F15}"/>
              </a:ext>
            </a:extLst>
          </p:cNvPr>
          <p:cNvSpPr>
            <a:spLocks noGrp="1"/>
          </p:cNvSpPr>
          <p:nvPr>
            <p:ph type="title"/>
          </p:nvPr>
        </p:nvSpPr>
        <p:spPr>
          <a:xfrm>
            <a:off x="828000" y="1044000"/>
            <a:ext cx="7957225" cy="685801"/>
          </a:xfrm>
        </p:spPr>
        <p:txBody>
          <a:bodyPr/>
          <a:lstStyle>
            <a:lvl1pPr>
              <a:lnSpc>
                <a:spcPts val="5200"/>
              </a:lnSpc>
              <a:defRPr sz="5000">
                <a:latin typeface="Gill Sans Nova Light" panose="020B0302020104020203" pitchFamily="34" charset="0"/>
              </a:defRPr>
            </a:lvl1pPr>
          </a:lstStyle>
          <a:p>
            <a:r>
              <a:rPr lang="de-DE"/>
              <a:t>Mastertitelformat bearbeiten</a:t>
            </a:r>
            <a:endParaRPr lang="en-GB"/>
          </a:p>
        </p:txBody>
      </p:sp>
      <p:sp>
        <p:nvSpPr>
          <p:cNvPr id="7" name="Text Placeholder 6">
            <a:extLst>
              <a:ext uri="{FF2B5EF4-FFF2-40B4-BE49-F238E27FC236}">
                <a16:creationId xmlns:a16="http://schemas.microsoft.com/office/drawing/2014/main" id="{D87D0F6F-53A1-4152-9807-5EC1BBC8849C}"/>
              </a:ext>
            </a:extLst>
          </p:cNvPr>
          <p:cNvSpPr>
            <a:spLocks noGrp="1"/>
          </p:cNvSpPr>
          <p:nvPr>
            <p:ph type="body" sz="quarter" idx="13"/>
          </p:nvPr>
        </p:nvSpPr>
        <p:spPr>
          <a:xfrm>
            <a:off x="828000" y="2626419"/>
            <a:ext cx="1908000" cy="862219"/>
          </a:xfrm>
        </p:spPr>
        <p:txBody>
          <a:bodyPr>
            <a:noAutofit/>
          </a:bodyPr>
          <a:lstStyle>
            <a:lvl1pPr marL="0" indent="0">
              <a:lnSpc>
                <a:spcPts val="1400"/>
              </a:lnSpc>
              <a:buFont typeface="Arial" panose="020B0604020202020204" pitchFamily="34" charset="0"/>
              <a:buNone/>
              <a:defRPr sz="1000"/>
            </a:lvl1pPr>
            <a:lvl2pPr marL="0" indent="0">
              <a:lnSpc>
                <a:spcPts val="1400"/>
              </a:lnSpc>
              <a:buNone/>
              <a:defRPr sz="1000"/>
            </a:lvl2pPr>
            <a:lvl3pPr marL="0" indent="0">
              <a:lnSpc>
                <a:spcPts val="1400"/>
              </a:lnSpc>
              <a:buNone/>
              <a:defRPr sz="1000"/>
            </a:lvl3pPr>
            <a:lvl4pPr marL="0" indent="0">
              <a:lnSpc>
                <a:spcPts val="1400"/>
              </a:lnSpc>
              <a:buNone/>
              <a:defRPr sz="1000"/>
            </a:lvl4pPr>
            <a:lvl5pPr marL="0" indent="0">
              <a:lnSpc>
                <a:spcPts val="1400"/>
              </a:lnSpc>
              <a:buFont typeface="Arial" panose="020B0604020202020204" pitchFamily="34" charset="0"/>
              <a:buNone/>
              <a:defRPr sz="1000"/>
            </a:lvl5pPr>
          </a:lstStyle>
          <a:p>
            <a:pPr lvl="0"/>
            <a:r>
              <a:rPr lang="de-DE"/>
              <a:t>Mastertextformat bearbeiten</a:t>
            </a:r>
          </a:p>
        </p:txBody>
      </p:sp>
      <p:sp>
        <p:nvSpPr>
          <p:cNvPr id="8" name="Text Placeholder 6">
            <a:extLst>
              <a:ext uri="{FF2B5EF4-FFF2-40B4-BE49-F238E27FC236}">
                <a16:creationId xmlns:a16="http://schemas.microsoft.com/office/drawing/2014/main" id="{7824BC02-7B0E-4C56-B49A-5A28F9E62BE1}"/>
              </a:ext>
            </a:extLst>
          </p:cNvPr>
          <p:cNvSpPr>
            <a:spLocks noGrp="1"/>
          </p:cNvSpPr>
          <p:nvPr>
            <p:ph type="body" sz="quarter" idx="14"/>
          </p:nvPr>
        </p:nvSpPr>
        <p:spPr>
          <a:xfrm>
            <a:off x="828000" y="2090947"/>
            <a:ext cx="1908000" cy="504411"/>
          </a:xfrm>
        </p:spPr>
        <p:txBody>
          <a:bodyPr anchor="b">
            <a:noAutofit/>
          </a:bodyPr>
          <a:lstStyle>
            <a:lvl1pPr marL="0" indent="0">
              <a:lnSpc>
                <a:spcPts val="1400"/>
              </a:lnSpc>
              <a:buFont typeface="Arial" panose="020B0604020202020204" pitchFamily="34" charset="0"/>
              <a:buNone/>
              <a:defRPr sz="1400"/>
            </a:lvl1pPr>
            <a:lvl2pPr marL="0" indent="0">
              <a:lnSpc>
                <a:spcPts val="1400"/>
              </a:lnSpc>
              <a:buNone/>
              <a:defRPr sz="1000"/>
            </a:lvl2pPr>
            <a:lvl3pPr marL="0" indent="0">
              <a:lnSpc>
                <a:spcPts val="1400"/>
              </a:lnSpc>
              <a:buNone/>
              <a:defRPr sz="1000"/>
            </a:lvl3pPr>
            <a:lvl4pPr marL="0" indent="0">
              <a:lnSpc>
                <a:spcPts val="1400"/>
              </a:lnSpc>
              <a:buNone/>
              <a:defRPr sz="1000"/>
            </a:lvl4pPr>
            <a:lvl5pPr marL="0" indent="0">
              <a:lnSpc>
                <a:spcPts val="1400"/>
              </a:lnSpc>
              <a:buFont typeface="Arial" panose="020B0604020202020204" pitchFamily="34" charset="0"/>
              <a:buNone/>
              <a:defRPr sz="1000"/>
            </a:lvl5pPr>
          </a:lstStyle>
          <a:p>
            <a:pPr lvl="0"/>
            <a:r>
              <a:rPr lang="de-DE"/>
              <a:t>Mastertextformat bearbeiten</a:t>
            </a:r>
          </a:p>
        </p:txBody>
      </p:sp>
      <p:sp>
        <p:nvSpPr>
          <p:cNvPr id="12" name="Text Placeholder 6">
            <a:extLst>
              <a:ext uri="{FF2B5EF4-FFF2-40B4-BE49-F238E27FC236}">
                <a16:creationId xmlns:a16="http://schemas.microsoft.com/office/drawing/2014/main" id="{ADF580D6-76FA-48E5-A6F9-C7D7F9ECA0CF}"/>
              </a:ext>
            </a:extLst>
          </p:cNvPr>
          <p:cNvSpPr>
            <a:spLocks noGrp="1"/>
          </p:cNvSpPr>
          <p:nvPr>
            <p:ph type="body" sz="quarter" idx="16"/>
          </p:nvPr>
        </p:nvSpPr>
        <p:spPr>
          <a:xfrm>
            <a:off x="2886816" y="2626419"/>
            <a:ext cx="1908000" cy="862219"/>
          </a:xfrm>
        </p:spPr>
        <p:txBody>
          <a:bodyPr>
            <a:noAutofit/>
          </a:bodyPr>
          <a:lstStyle>
            <a:lvl1pPr marL="0" indent="0">
              <a:lnSpc>
                <a:spcPts val="1400"/>
              </a:lnSpc>
              <a:buFont typeface="Arial" panose="020B0604020202020204" pitchFamily="34" charset="0"/>
              <a:buNone/>
              <a:defRPr sz="1000"/>
            </a:lvl1pPr>
            <a:lvl2pPr marL="0" indent="0">
              <a:lnSpc>
                <a:spcPts val="1400"/>
              </a:lnSpc>
              <a:buNone/>
              <a:defRPr sz="1000"/>
            </a:lvl2pPr>
            <a:lvl3pPr marL="0" indent="0">
              <a:lnSpc>
                <a:spcPts val="1400"/>
              </a:lnSpc>
              <a:buNone/>
              <a:defRPr sz="1000"/>
            </a:lvl3pPr>
            <a:lvl4pPr marL="0" indent="0">
              <a:lnSpc>
                <a:spcPts val="1400"/>
              </a:lnSpc>
              <a:buNone/>
              <a:defRPr sz="1000"/>
            </a:lvl4pPr>
            <a:lvl5pPr marL="0" indent="0">
              <a:lnSpc>
                <a:spcPts val="1400"/>
              </a:lnSpc>
              <a:buFont typeface="Arial" panose="020B0604020202020204" pitchFamily="34" charset="0"/>
              <a:buNone/>
              <a:defRPr sz="1000"/>
            </a:lvl5pPr>
          </a:lstStyle>
          <a:p>
            <a:pPr lvl="0"/>
            <a:r>
              <a:rPr lang="de-DE"/>
              <a:t>Mastertextformat bearbeiten</a:t>
            </a:r>
          </a:p>
        </p:txBody>
      </p:sp>
      <p:sp>
        <p:nvSpPr>
          <p:cNvPr id="13" name="Text Placeholder 6">
            <a:extLst>
              <a:ext uri="{FF2B5EF4-FFF2-40B4-BE49-F238E27FC236}">
                <a16:creationId xmlns:a16="http://schemas.microsoft.com/office/drawing/2014/main" id="{D6CE2E2F-1BA4-4018-8B3C-5192B4A35E20}"/>
              </a:ext>
            </a:extLst>
          </p:cNvPr>
          <p:cNvSpPr>
            <a:spLocks noGrp="1"/>
          </p:cNvSpPr>
          <p:nvPr>
            <p:ph type="body" sz="quarter" idx="17"/>
          </p:nvPr>
        </p:nvSpPr>
        <p:spPr>
          <a:xfrm>
            <a:off x="2886816" y="2090947"/>
            <a:ext cx="1908000" cy="504411"/>
          </a:xfrm>
        </p:spPr>
        <p:txBody>
          <a:bodyPr anchor="b">
            <a:noAutofit/>
          </a:bodyPr>
          <a:lstStyle>
            <a:lvl1pPr marL="0" indent="0">
              <a:lnSpc>
                <a:spcPts val="1400"/>
              </a:lnSpc>
              <a:buFont typeface="Arial" panose="020B0604020202020204" pitchFamily="34" charset="0"/>
              <a:buNone/>
              <a:defRPr sz="1400"/>
            </a:lvl1pPr>
            <a:lvl2pPr marL="0" indent="0">
              <a:lnSpc>
                <a:spcPts val="1400"/>
              </a:lnSpc>
              <a:buNone/>
              <a:defRPr sz="1000"/>
            </a:lvl2pPr>
            <a:lvl3pPr marL="0" indent="0">
              <a:lnSpc>
                <a:spcPts val="1400"/>
              </a:lnSpc>
              <a:buNone/>
              <a:defRPr sz="1000"/>
            </a:lvl3pPr>
            <a:lvl4pPr marL="0" indent="0">
              <a:lnSpc>
                <a:spcPts val="1400"/>
              </a:lnSpc>
              <a:buNone/>
              <a:defRPr sz="1000"/>
            </a:lvl4pPr>
            <a:lvl5pPr marL="0" indent="0">
              <a:lnSpc>
                <a:spcPts val="1400"/>
              </a:lnSpc>
              <a:buFont typeface="Arial" panose="020B0604020202020204" pitchFamily="34" charset="0"/>
              <a:buNone/>
              <a:defRPr sz="1000"/>
            </a:lvl5pPr>
          </a:lstStyle>
          <a:p>
            <a:pPr lvl="0"/>
            <a:r>
              <a:rPr lang="de-DE"/>
              <a:t>Mastertextformat bearbeiten</a:t>
            </a:r>
          </a:p>
        </p:txBody>
      </p:sp>
      <p:sp>
        <p:nvSpPr>
          <p:cNvPr id="14" name="Text Placeholder 6">
            <a:extLst>
              <a:ext uri="{FF2B5EF4-FFF2-40B4-BE49-F238E27FC236}">
                <a16:creationId xmlns:a16="http://schemas.microsoft.com/office/drawing/2014/main" id="{9780CD93-461B-4895-AFE1-B11CB717CAC3}"/>
              </a:ext>
            </a:extLst>
          </p:cNvPr>
          <p:cNvSpPr>
            <a:spLocks noGrp="1"/>
          </p:cNvSpPr>
          <p:nvPr>
            <p:ph type="body" sz="quarter" idx="18"/>
          </p:nvPr>
        </p:nvSpPr>
        <p:spPr>
          <a:xfrm>
            <a:off x="4945933" y="2626419"/>
            <a:ext cx="1908000" cy="862219"/>
          </a:xfrm>
        </p:spPr>
        <p:txBody>
          <a:bodyPr>
            <a:noAutofit/>
          </a:bodyPr>
          <a:lstStyle>
            <a:lvl1pPr marL="0" indent="0">
              <a:lnSpc>
                <a:spcPts val="1400"/>
              </a:lnSpc>
              <a:buFont typeface="Arial" panose="020B0604020202020204" pitchFamily="34" charset="0"/>
              <a:buNone/>
              <a:defRPr sz="1000"/>
            </a:lvl1pPr>
            <a:lvl2pPr marL="0" indent="0">
              <a:lnSpc>
                <a:spcPts val="1400"/>
              </a:lnSpc>
              <a:buNone/>
              <a:defRPr sz="1000"/>
            </a:lvl2pPr>
            <a:lvl3pPr marL="0" indent="0">
              <a:lnSpc>
                <a:spcPts val="1400"/>
              </a:lnSpc>
              <a:buNone/>
              <a:defRPr sz="1000"/>
            </a:lvl3pPr>
            <a:lvl4pPr marL="0" indent="0">
              <a:lnSpc>
                <a:spcPts val="1400"/>
              </a:lnSpc>
              <a:buNone/>
              <a:defRPr sz="1000"/>
            </a:lvl4pPr>
            <a:lvl5pPr marL="0" indent="0">
              <a:lnSpc>
                <a:spcPts val="1400"/>
              </a:lnSpc>
              <a:buFont typeface="Arial" panose="020B0604020202020204" pitchFamily="34" charset="0"/>
              <a:buNone/>
              <a:defRPr sz="1000"/>
            </a:lvl5pPr>
          </a:lstStyle>
          <a:p>
            <a:pPr lvl="0"/>
            <a:r>
              <a:rPr lang="de-DE"/>
              <a:t>Mastertextformat bearbeiten</a:t>
            </a:r>
          </a:p>
        </p:txBody>
      </p:sp>
      <p:sp>
        <p:nvSpPr>
          <p:cNvPr id="15" name="Text Placeholder 6">
            <a:extLst>
              <a:ext uri="{FF2B5EF4-FFF2-40B4-BE49-F238E27FC236}">
                <a16:creationId xmlns:a16="http://schemas.microsoft.com/office/drawing/2014/main" id="{7670DE1A-52CE-4331-B7C3-9D35588A2926}"/>
              </a:ext>
            </a:extLst>
          </p:cNvPr>
          <p:cNvSpPr>
            <a:spLocks noGrp="1"/>
          </p:cNvSpPr>
          <p:nvPr>
            <p:ph type="body" sz="quarter" idx="19"/>
          </p:nvPr>
        </p:nvSpPr>
        <p:spPr>
          <a:xfrm>
            <a:off x="4945933" y="2090947"/>
            <a:ext cx="1908000" cy="504411"/>
          </a:xfrm>
        </p:spPr>
        <p:txBody>
          <a:bodyPr anchor="b">
            <a:noAutofit/>
          </a:bodyPr>
          <a:lstStyle>
            <a:lvl1pPr marL="0" indent="0">
              <a:lnSpc>
                <a:spcPts val="1400"/>
              </a:lnSpc>
              <a:buFont typeface="Arial" panose="020B0604020202020204" pitchFamily="34" charset="0"/>
              <a:buNone/>
              <a:defRPr sz="1400"/>
            </a:lvl1pPr>
            <a:lvl2pPr marL="0" indent="0">
              <a:lnSpc>
                <a:spcPts val="1400"/>
              </a:lnSpc>
              <a:buNone/>
              <a:defRPr sz="1000"/>
            </a:lvl2pPr>
            <a:lvl3pPr marL="0" indent="0">
              <a:lnSpc>
                <a:spcPts val="1400"/>
              </a:lnSpc>
              <a:buNone/>
              <a:defRPr sz="1000"/>
            </a:lvl3pPr>
            <a:lvl4pPr marL="0" indent="0">
              <a:lnSpc>
                <a:spcPts val="1400"/>
              </a:lnSpc>
              <a:buNone/>
              <a:defRPr sz="1000"/>
            </a:lvl4pPr>
            <a:lvl5pPr marL="0" indent="0">
              <a:lnSpc>
                <a:spcPts val="1400"/>
              </a:lnSpc>
              <a:buFont typeface="Arial" panose="020B0604020202020204" pitchFamily="34" charset="0"/>
              <a:buNone/>
              <a:defRPr sz="1000"/>
            </a:lvl5pPr>
          </a:lstStyle>
          <a:p>
            <a:pPr lvl="0"/>
            <a:r>
              <a:rPr lang="de-DE"/>
              <a:t>Mastertextformat bearbeiten</a:t>
            </a:r>
          </a:p>
        </p:txBody>
      </p:sp>
      <p:sp>
        <p:nvSpPr>
          <p:cNvPr id="3" name="Rectangle 2" descr="{&quot;templafy&quot;:{&quot;id&quot;:&quot;b1422e0e-bb0a-41ba-ad6b-c8c9f213ea93&quot;}}">
            <a:extLst>
              <a:ext uri="{FF2B5EF4-FFF2-40B4-BE49-F238E27FC236}">
                <a16:creationId xmlns:a16="http://schemas.microsoft.com/office/drawing/2014/main" id="{36F02173-B0F5-4193-B6FF-8607454762B4}"/>
              </a:ext>
            </a:extLst>
          </p:cNvPr>
          <p:cNvSpPr/>
          <p:nvPr/>
        </p:nvSpPr>
        <p:spPr>
          <a:xfrm>
            <a:off x="4945930" y="3715567"/>
            <a:ext cx="2291576" cy="9912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lstStyle/>
          <a:p>
            <a:pPr algn="l">
              <a:lnSpc>
                <a:spcPts val="1200"/>
              </a:lnSpc>
            </a:pPr>
            <a:r>
              <a:rPr lang="en-GB" sz="1000">
                <a:solidFill>
                  <a:schemeClr val="tx1"/>
                </a:solidFill>
              </a:rPr>
              <a:t>University of St.Gallen
School of Computer Science (SCS-HSG)</a:t>
            </a:r>
          </a:p>
          <a:p>
            <a:pPr algn="l">
              <a:lnSpc>
                <a:spcPts val="1200"/>
              </a:lnSpc>
            </a:pPr>
            <a:r>
              <a:rPr lang="en-GB" sz="1000" err="1">
                <a:solidFill>
                  <a:schemeClr val="tx1"/>
                </a:solidFill>
              </a:rPr>
              <a:t>Torstrasse</a:t>
            </a:r>
            <a:r>
              <a:rPr lang="en-GB" sz="1000">
                <a:solidFill>
                  <a:schemeClr val="tx1"/>
                </a:solidFill>
              </a:rPr>
              <a:t> 25</a:t>
            </a:r>
          </a:p>
          <a:p>
            <a:pPr algn="l">
              <a:lnSpc>
                <a:spcPts val="1200"/>
              </a:lnSpc>
            </a:pPr>
            <a:r>
              <a:rPr lang="en-GB" sz="1000">
                <a:solidFill>
                  <a:schemeClr val="tx1"/>
                </a:solidFill>
              </a:rPr>
              <a:t>9000 St.Gallen 
scs.unisg.ch</a:t>
            </a:r>
          </a:p>
        </p:txBody>
      </p:sp>
      <p:pic>
        <p:nvPicPr>
          <p:cNvPr id="16" name="Rectangle 2" descr="{&quot;templafy&quot;:{&quot;id&quot;:&quot;b9ddadaa-0495-446c-a774-3deec88f84b2&quot;}}">
            <a:extLst>
              <a:ext uri="{FF2B5EF4-FFF2-40B4-BE49-F238E27FC236}">
                <a16:creationId xmlns:a16="http://schemas.microsoft.com/office/drawing/2014/main" id="{A7C8AF82-B874-4858-A482-57343B3E6178}"/>
              </a:ext>
            </a:extLst>
          </p:cNvPr>
          <p:cNvPicPr>
            <a:picLocks noChangeAspect="1"/>
          </p:cNvPicPr>
          <p:nvPr/>
        </p:nvPicPr>
        <p:blipFill>
          <a:blip r:embed="rId2"/>
          <a:stretch>
            <a:fillRect/>
          </a:stretch>
        </p:blipFill>
        <p:spPr>
          <a:xfrm>
            <a:off x="798816" y="4246055"/>
            <a:ext cx="2221200" cy="460800"/>
          </a:xfrm>
          <a:prstGeom prst="rect">
            <a:avLst/>
          </a:prstGeom>
        </p:spPr>
      </p:pic>
    </p:spTree>
    <p:extLst>
      <p:ext uri="{BB962C8B-B14F-4D97-AF65-F5344CB8AC3E}">
        <p14:creationId xmlns:p14="http://schemas.microsoft.com/office/powerpoint/2010/main" val="51870949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12_One content, Subtitle w/o punchline">
    <p:spTree>
      <p:nvGrpSpPr>
        <p:cNvPr id="1" name=""/>
        <p:cNvGrpSpPr/>
        <p:nvPr/>
      </p:nvGrpSpPr>
      <p:grpSpPr>
        <a:xfrm>
          <a:off x="0" y="0"/>
          <a:ext cx="0" cy="0"/>
          <a:chOff x="0" y="0"/>
          <a:chExt cx="0" cy="0"/>
        </a:xfrm>
      </p:grpSpPr>
      <p:sp>
        <p:nvSpPr>
          <p:cNvPr id="9" name="Inhaltsplatzhalter 8"/>
          <p:cNvSpPr>
            <a:spLocks noGrp="1"/>
          </p:cNvSpPr>
          <p:nvPr>
            <p:ph sz="quarter" idx="12" hasCustomPrompt="1"/>
          </p:nvPr>
        </p:nvSpPr>
        <p:spPr>
          <a:xfrm>
            <a:off x="359569" y="844153"/>
            <a:ext cx="8640366" cy="4049855"/>
          </a:xfrm>
          <a:prstGeom prst="rect">
            <a:avLst/>
          </a:prstGeom>
        </p:spPr>
        <p:txBody>
          <a:bodyPr vert="horz" lIns="0" tIns="0" rIns="0" bIns="0" rtlCol="0">
            <a:normAutofit/>
          </a:bodyPr>
          <a:lstStyle>
            <a:lvl1pPr>
              <a:defRPr lang="en-US" noProof="0" dirty="0"/>
            </a:lvl1pPr>
            <a:lvl2pPr>
              <a:defRPr lang="en-US" noProof="0" dirty="0"/>
            </a:lvl2pPr>
            <a:lvl3pPr>
              <a:defRPr lang="en-US" noProof="0" dirty="0"/>
            </a:lvl3pPr>
            <a:lvl4pPr>
              <a:defRPr lang="en-US" noProof="0" dirty="0"/>
            </a:lvl4pPr>
            <a:lvl5pPr>
              <a:defRPr lang="en-US" noProof="0" dirty="0"/>
            </a:lvl5pPr>
          </a:lstStyle>
          <a:p>
            <a:pPr lvl="0"/>
            <a:r>
              <a:rPr lang="en-US" noProof="0"/>
              <a:t>First Level</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Titel 2">
            <a:extLst>
              <a:ext uri="{FF2B5EF4-FFF2-40B4-BE49-F238E27FC236}">
                <a16:creationId xmlns:a16="http://schemas.microsoft.com/office/drawing/2014/main" id="{9DC11C2E-AD36-4B73-B462-AAD5FCEA1BD2}"/>
              </a:ext>
            </a:extLst>
          </p:cNvPr>
          <p:cNvSpPr>
            <a:spLocks noGrp="1"/>
          </p:cNvSpPr>
          <p:nvPr>
            <p:ph type="title" hasCustomPrompt="1"/>
          </p:nvPr>
        </p:nvSpPr>
        <p:spPr>
          <a:xfrm>
            <a:off x="359569" y="385762"/>
            <a:ext cx="8640366" cy="288970"/>
          </a:xfrm>
        </p:spPr>
        <p:txBody>
          <a:bodyPr/>
          <a:lstStyle>
            <a:lvl1pPr>
              <a:defRPr/>
            </a:lvl1pPr>
          </a:lstStyle>
          <a:p>
            <a:r>
              <a:rPr lang="en-US"/>
              <a:t>Action Title</a:t>
            </a:r>
          </a:p>
        </p:txBody>
      </p:sp>
      <p:sp>
        <p:nvSpPr>
          <p:cNvPr id="7" name="Textplatzhalter 3">
            <a:extLst>
              <a:ext uri="{FF2B5EF4-FFF2-40B4-BE49-F238E27FC236}">
                <a16:creationId xmlns:a16="http://schemas.microsoft.com/office/drawing/2014/main" id="{9A4A3C0D-6744-447E-BEEE-FAE26C49E383}"/>
              </a:ext>
            </a:extLst>
          </p:cNvPr>
          <p:cNvSpPr>
            <a:spLocks noGrp="1"/>
          </p:cNvSpPr>
          <p:nvPr>
            <p:ph type="body" sz="quarter" idx="10" hasCustomPrompt="1"/>
          </p:nvPr>
        </p:nvSpPr>
        <p:spPr>
          <a:xfrm>
            <a:off x="359569" y="23813"/>
            <a:ext cx="8640366" cy="361950"/>
          </a:xfrm>
        </p:spPr>
        <p:txBody>
          <a:bodyPr anchor="b">
            <a:normAutofit/>
          </a:bodyPr>
          <a:lstStyle>
            <a:lvl1pPr marL="0" indent="0">
              <a:buNone/>
              <a:defRPr sz="1500">
                <a:solidFill>
                  <a:schemeClr val="tx1">
                    <a:lumMod val="65000"/>
                    <a:lumOff val="35000"/>
                  </a:schemeClr>
                </a:solidFill>
              </a:defRPr>
            </a:lvl1pPr>
            <a:lvl2pPr marL="198834" indent="0">
              <a:buNone/>
              <a:defRPr/>
            </a:lvl2pPr>
            <a:lvl3pPr marL="404813" indent="0">
              <a:buNone/>
              <a:defRPr/>
            </a:lvl3pPr>
            <a:lvl4pPr marL="603647" indent="0">
              <a:buNone/>
              <a:defRPr/>
            </a:lvl4pPr>
            <a:lvl5pPr marL="809625" indent="0">
              <a:buNone/>
              <a:defRPr/>
            </a:lvl5pPr>
          </a:lstStyle>
          <a:p>
            <a:pPr lvl="0"/>
            <a:r>
              <a:rPr lang="de-DE"/>
              <a:t>Main Title</a:t>
            </a:r>
          </a:p>
        </p:txBody>
      </p:sp>
      <p:sp>
        <p:nvSpPr>
          <p:cNvPr id="2" name="Datumsplatzhalter 1">
            <a:extLst>
              <a:ext uri="{FF2B5EF4-FFF2-40B4-BE49-F238E27FC236}">
                <a16:creationId xmlns:a16="http://schemas.microsoft.com/office/drawing/2014/main" id="{BFF1A4FC-02B0-44A7-816B-6DFED6983992}"/>
              </a:ext>
            </a:extLst>
          </p:cNvPr>
          <p:cNvSpPr>
            <a:spLocks noGrp="1"/>
          </p:cNvSpPr>
          <p:nvPr>
            <p:ph type="dt" sz="half" idx="13"/>
          </p:nvPr>
        </p:nvSpPr>
        <p:spPr/>
        <p:txBody>
          <a:bodyPr/>
          <a:lstStyle/>
          <a:p>
            <a:pPr>
              <a:defRPr/>
            </a:pPr>
            <a:r>
              <a:rPr lang="de-DE">
                <a:cs typeface="Arial" panose="020B0604020202020204" pitchFamily="34" charset="0"/>
              </a:rPr>
              <a:t>© Sep-21, SCS-HSG</a:t>
            </a:r>
            <a:endParaRPr lang="en-US">
              <a:cs typeface="Arial" panose="020B0604020202020204" pitchFamily="34" charset="0"/>
            </a:endParaRPr>
          </a:p>
        </p:txBody>
      </p:sp>
      <p:sp>
        <p:nvSpPr>
          <p:cNvPr id="4" name="Foliennummernplatzhalter 3">
            <a:extLst>
              <a:ext uri="{FF2B5EF4-FFF2-40B4-BE49-F238E27FC236}">
                <a16:creationId xmlns:a16="http://schemas.microsoft.com/office/drawing/2014/main" id="{B8ED31CC-9992-4EF2-9FBA-7E8136EA5BE6}"/>
              </a:ext>
            </a:extLst>
          </p:cNvPr>
          <p:cNvSpPr>
            <a:spLocks noGrp="1"/>
          </p:cNvSpPr>
          <p:nvPr>
            <p:ph type="sldNum" sz="quarter" idx="14"/>
          </p:nvPr>
        </p:nvSpPr>
        <p:spPr/>
        <p:txBody>
          <a:bodyPr/>
          <a:lstStyle/>
          <a:p>
            <a:fld id="{7D77B3A3-157C-467D-BC92-7A7CB5728D67}" type="slidenum">
              <a:rPr lang="de-DE" smtClean="0"/>
              <a:pPr/>
              <a:t>‹#›</a:t>
            </a:fld>
            <a:endParaRPr lang="de-DE"/>
          </a:p>
        </p:txBody>
      </p:sp>
    </p:spTree>
    <p:extLst>
      <p:ext uri="{BB962C8B-B14F-4D97-AF65-F5344CB8AC3E}">
        <p14:creationId xmlns:p14="http://schemas.microsoft.com/office/powerpoint/2010/main" val="2640182969"/>
      </p:ext>
    </p:extLst>
  </p:cSld>
  <p:clrMapOvr>
    <a:masterClrMapping/>
  </p:clrMapOvr>
  <p:extLst>
    <p:ext uri="{DCECCB84-F9BA-43D5-87BE-67443E8EF086}">
      <p15:sldGuideLst xmlns:p15="http://schemas.microsoft.com/office/powerpoint/2012/main">
        <p15:guide id="2" pos="3840">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10_Agenda">
    <p:bg>
      <p:bgPr>
        <a:solidFill>
          <a:srgbClr val="818284"/>
        </a:solidFill>
        <a:effectLst/>
      </p:bgPr>
    </p:bg>
    <p:spTree>
      <p:nvGrpSpPr>
        <p:cNvPr id="1" name=""/>
        <p:cNvGrpSpPr/>
        <p:nvPr/>
      </p:nvGrpSpPr>
      <p:grpSpPr>
        <a:xfrm>
          <a:off x="0" y="0"/>
          <a:ext cx="0" cy="0"/>
          <a:chOff x="0" y="0"/>
          <a:chExt cx="0" cy="0"/>
        </a:xfrm>
      </p:grpSpPr>
      <p:sp>
        <p:nvSpPr>
          <p:cNvPr id="11" name="Inhaltsplatzhalter 8"/>
          <p:cNvSpPr>
            <a:spLocks noGrp="1"/>
          </p:cNvSpPr>
          <p:nvPr>
            <p:ph sz="quarter" idx="12" hasCustomPrompt="1"/>
          </p:nvPr>
        </p:nvSpPr>
        <p:spPr>
          <a:xfrm>
            <a:off x="359568" y="837316"/>
            <a:ext cx="8640923" cy="3832658"/>
          </a:xfrm>
          <a:prstGeom prst="rect">
            <a:avLst/>
          </a:prstGeom>
          <a:noFill/>
        </p:spPr>
        <p:txBody>
          <a:bodyPr lIns="0" tIns="0" rIns="0" bIns="0"/>
          <a:lstStyle>
            <a:lvl1pPr marL="342900" indent="-342900">
              <a:buClr>
                <a:srgbClr val="FFFFFF"/>
              </a:buClr>
              <a:buSzPct val="120000"/>
              <a:buFont typeface="+mj-lt"/>
              <a:buAutoNum type="arabicPeriod"/>
              <a:defRPr sz="1500" baseline="0">
                <a:solidFill>
                  <a:schemeClr val="tx1"/>
                </a:solidFill>
                <a:latin typeface="Arial" panose="020B0604020202020204" pitchFamily="34" charset="0"/>
                <a:cs typeface="Arial" panose="020B0604020202020204" pitchFamily="34" charset="0"/>
              </a:defRPr>
            </a:lvl1pPr>
            <a:lvl2pPr indent="-216000">
              <a:defRPr>
                <a:latin typeface="Arial" panose="020B0604020202020204" pitchFamily="34" charset="0"/>
                <a:cs typeface="Arial" panose="020B0604020202020204" pitchFamily="34" charset="0"/>
              </a:defRPr>
            </a:lvl2pPr>
            <a:lvl3pPr indent="-189000">
              <a:buClr>
                <a:srgbClr val="00802F"/>
              </a:buClr>
              <a:defRPr>
                <a:latin typeface="Arial" panose="020B0604020202020204" pitchFamily="34" charset="0"/>
                <a:cs typeface="Arial" panose="020B0604020202020204" pitchFamily="34" charset="0"/>
              </a:defRPr>
            </a:lvl3pPr>
            <a:lvl4pPr indent="-189000">
              <a:defRPr sz="1350">
                <a:latin typeface="Arial" panose="020B0604020202020204" pitchFamily="34" charset="0"/>
                <a:cs typeface="Arial" panose="020B0604020202020204" pitchFamily="34" charset="0"/>
              </a:defRPr>
            </a:lvl4pPr>
            <a:lvl5pPr indent="-189000">
              <a:defRPr sz="1350">
                <a:latin typeface="Arial" panose="020B0604020202020204" pitchFamily="34" charset="0"/>
                <a:cs typeface="Arial" panose="020B0604020202020204" pitchFamily="34" charset="0"/>
              </a:defRPr>
            </a:lvl5pPr>
            <a:lvl6pPr indent="-189000">
              <a:defRPr sz="1200" baseline="0"/>
            </a:lvl6pPr>
          </a:lstStyle>
          <a:p>
            <a:pPr lvl="0"/>
            <a:r>
              <a:rPr lang="de-CH"/>
              <a:t>Item</a:t>
            </a:r>
          </a:p>
          <a:p>
            <a:pPr lvl="0"/>
            <a:r>
              <a:rPr lang="de-CH"/>
              <a:t>Item</a:t>
            </a:r>
          </a:p>
          <a:p>
            <a:pPr lvl="0"/>
            <a:r>
              <a:rPr lang="de-CH"/>
              <a:t>Item</a:t>
            </a:r>
          </a:p>
        </p:txBody>
      </p:sp>
      <p:sp>
        <p:nvSpPr>
          <p:cNvPr id="2" name="Titel 1">
            <a:extLst>
              <a:ext uri="{FF2B5EF4-FFF2-40B4-BE49-F238E27FC236}">
                <a16:creationId xmlns:a16="http://schemas.microsoft.com/office/drawing/2014/main" id="{01C2A895-16DA-4C23-AD86-4817FFC92293}"/>
              </a:ext>
            </a:extLst>
          </p:cNvPr>
          <p:cNvSpPr>
            <a:spLocks noGrp="1"/>
          </p:cNvSpPr>
          <p:nvPr>
            <p:ph type="title"/>
          </p:nvPr>
        </p:nvSpPr>
        <p:spPr/>
        <p:txBody>
          <a:bodyPr/>
          <a:lstStyle>
            <a:lvl1pPr>
              <a:defRPr>
                <a:solidFill>
                  <a:schemeClr val="tx1"/>
                </a:solidFill>
              </a:defRPr>
            </a:lvl1pPr>
          </a:lstStyle>
          <a:p>
            <a:r>
              <a:rPr lang="de-DE"/>
              <a:t>Mastertitelformat bearbeiten</a:t>
            </a:r>
          </a:p>
        </p:txBody>
      </p:sp>
      <p:sp>
        <p:nvSpPr>
          <p:cNvPr id="3" name="Datumsplatzhalter 2">
            <a:extLst>
              <a:ext uri="{FF2B5EF4-FFF2-40B4-BE49-F238E27FC236}">
                <a16:creationId xmlns:a16="http://schemas.microsoft.com/office/drawing/2014/main" id="{08C51B3B-648A-4B4E-8ECF-64EBB77FA26F}"/>
              </a:ext>
            </a:extLst>
          </p:cNvPr>
          <p:cNvSpPr>
            <a:spLocks noGrp="1"/>
          </p:cNvSpPr>
          <p:nvPr>
            <p:ph type="dt" sz="half" idx="13"/>
          </p:nvPr>
        </p:nvSpPr>
        <p:spPr/>
        <p:txBody>
          <a:bodyPr/>
          <a:lstStyle>
            <a:lvl1pPr>
              <a:defRPr>
                <a:solidFill>
                  <a:schemeClr val="tx1"/>
                </a:solidFill>
              </a:defRPr>
            </a:lvl1pPr>
          </a:lstStyle>
          <a:p>
            <a:pPr>
              <a:defRPr/>
            </a:pPr>
            <a:r>
              <a:rPr lang="de-DE">
                <a:cs typeface="Arial" panose="020B0604020202020204" pitchFamily="34" charset="0"/>
              </a:rPr>
              <a:t>© Sep-21, SCS-HSG</a:t>
            </a:r>
            <a:endParaRPr lang="en-US">
              <a:cs typeface="Arial" panose="020B0604020202020204" pitchFamily="34" charset="0"/>
            </a:endParaRPr>
          </a:p>
        </p:txBody>
      </p:sp>
      <p:sp>
        <p:nvSpPr>
          <p:cNvPr id="4" name="Foliennummernplatzhalter 3">
            <a:extLst>
              <a:ext uri="{FF2B5EF4-FFF2-40B4-BE49-F238E27FC236}">
                <a16:creationId xmlns:a16="http://schemas.microsoft.com/office/drawing/2014/main" id="{2BB15421-48BB-46F1-84E0-414FC650205F}"/>
              </a:ext>
            </a:extLst>
          </p:cNvPr>
          <p:cNvSpPr>
            <a:spLocks noGrp="1"/>
          </p:cNvSpPr>
          <p:nvPr>
            <p:ph type="sldNum" sz="quarter" idx="14"/>
          </p:nvPr>
        </p:nvSpPr>
        <p:spPr/>
        <p:txBody>
          <a:bodyPr/>
          <a:lstStyle>
            <a:lvl1pPr>
              <a:defRPr>
                <a:solidFill>
                  <a:schemeClr val="tx1"/>
                </a:solidFill>
              </a:defRPr>
            </a:lvl1pPr>
          </a:lstStyle>
          <a:p>
            <a:fld id="{7D77B3A3-157C-467D-BC92-7A7CB5728D67}" type="slidenum">
              <a:rPr lang="de-DE" smtClean="0"/>
              <a:pPr/>
              <a:t>‹#›</a:t>
            </a:fld>
            <a:endParaRPr lang="de-DE"/>
          </a:p>
        </p:txBody>
      </p:sp>
    </p:spTree>
    <p:extLst>
      <p:ext uri="{BB962C8B-B14F-4D97-AF65-F5344CB8AC3E}">
        <p14:creationId xmlns:p14="http://schemas.microsoft.com/office/powerpoint/2010/main" val="3619604451"/>
      </p:ext>
    </p:extLst>
  </p:cSld>
  <p:clrMapOvr>
    <a:overrideClrMapping bg1="dk1" tx1="lt1" bg2="dk2" tx2="lt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31_Contact">
    <p:spTree>
      <p:nvGrpSpPr>
        <p:cNvPr id="1" name=""/>
        <p:cNvGrpSpPr/>
        <p:nvPr/>
      </p:nvGrpSpPr>
      <p:grpSpPr>
        <a:xfrm>
          <a:off x="0" y="0"/>
          <a:ext cx="0" cy="0"/>
          <a:chOff x="0" y="0"/>
          <a:chExt cx="0" cy="0"/>
        </a:xfrm>
      </p:grpSpPr>
      <p:pic>
        <p:nvPicPr>
          <p:cNvPr id="11" name="Grafik 10">
            <a:extLst>
              <a:ext uri="{FF2B5EF4-FFF2-40B4-BE49-F238E27FC236}">
                <a16:creationId xmlns:a16="http://schemas.microsoft.com/office/drawing/2014/main" id="{BC26FE97-F26B-4E82-A0C3-596FA211B880}"/>
              </a:ext>
            </a:extLst>
          </p:cNvPr>
          <p:cNvPicPr>
            <a:picLocks noChangeAspect="1"/>
          </p:cNvPicPr>
          <p:nvPr userDrawn="1"/>
        </p:nvPicPr>
        <p:blipFill rotWithShape="1">
          <a:blip r:embed="rId3" cstate="print">
            <a:extLst>
              <a:ext uri="{28A0092B-C50C-407E-A947-70E740481C1C}">
                <a14:useLocalDpi xmlns:a14="http://schemas.microsoft.com/office/drawing/2010/main"/>
              </a:ext>
            </a:extLst>
          </a:blip>
          <a:srcRect/>
          <a:stretch/>
        </p:blipFill>
        <p:spPr>
          <a:xfrm>
            <a:off x="0" y="0"/>
            <a:ext cx="9144000" cy="5143500"/>
          </a:xfrm>
          <a:prstGeom prst="rect">
            <a:avLst/>
          </a:prstGeom>
        </p:spPr>
      </p:pic>
      <p:sp>
        <p:nvSpPr>
          <p:cNvPr id="8" name="Rechteck 7">
            <a:extLst>
              <a:ext uri="{FF2B5EF4-FFF2-40B4-BE49-F238E27FC236}">
                <a16:creationId xmlns:a16="http://schemas.microsoft.com/office/drawing/2014/main" id="{584A2184-A254-4AC1-9845-4F49D567B0E5}"/>
              </a:ext>
            </a:extLst>
          </p:cNvPr>
          <p:cNvSpPr/>
          <p:nvPr userDrawn="1"/>
        </p:nvSpPr>
        <p:spPr bwMode="auto">
          <a:xfrm>
            <a:off x="6894258" y="3008550"/>
            <a:ext cx="2105677" cy="1237183"/>
          </a:xfrm>
          <a:prstGeom prst="rect">
            <a:avLst/>
          </a:prstGeom>
          <a:solidFill>
            <a:schemeClr val="bg1">
              <a:alpha val="81000"/>
            </a:schemeClr>
          </a:solidFill>
          <a:ln w="28575">
            <a:noFill/>
            <a:miter lim="800000"/>
            <a:headEnd/>
            <a:tailEnd type="none" w="lg" len="med"/>
          </a:ln>
          <a:effectLst>
            <a:outerShdw blurRad="50800" dist="38100" dir="2700000" algn="tl" rotWithShape="0">
              <a:prstClr val="black">
                <a:alpha val="40000"/>
              </a:prstClr>
            </a:outerShdw>
          </a:effectLst>
        </p:spPr>
        <p:txBody>
          <a:bodyPr vert="horz" wrap="none" lIns="0" tIns="0" rIns="0" bIns="0" rtlCol="0" anchor="t">
            <a:normAutofit/>
          </a:bodyPr>
          <a:lstStyle/>
          <a:p>
            <a:pPr lvl="0" indent="0">
              <a:spcBef>
                <a:spcPct val="20000"/>
              </a:spcBef>
              <a:spcAft>
                <a:spcPts val="90"/>
              </a:spcAft>
              <a:buClr>
                <a:srgbClr val="00802F"/>
              </a:buClr>
              <a:buSzPct val="120000"/>
              <a:buFont typeface="Wingdings" pitchFamily="2" charset="2"/>
              <a:buNone/>
            </a:pPr>
            <a:endParaRPr lang="de-DE" sz="788" b="0" i="0" baseline="0">
              <a:latin typeface="+mj-lt"/>
            </a:endParaRPr>
          </a:p>
        </p:txBody>
      </p:sp>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015822315"/>
              </p:ext>
            </p:extLst>
          </p:nvPr>
        </p:nvGraphicFramePr>
        <p:xfrm>
          <a:off x="1192" y="1192"/>
          <a:ext cx="1190" cy="1190"/>
        </p:xfrm>
        <a:graphic>
          <a:graphicData uri="http://schemas.openxmlformats.org/presentationml/2006/ole">
            <mc:AlternateContent xmlns:mc="http://schemas.openxmlformats.org/markup-compatibility/2006">
              <mc:Choice xmlns:v="urn:schemas-microsoft-com:vml" Requires="v">
                <p:oleObj name="think-cell Slide" r:id="rId4" imgW="343" imgH="330" progId="TCLayout.ActiveDocument.1">
                  <p:embed/>
                </p:oleObj>
              </mc:Choice>
              <mc:Fallback>
                <p:oleObj name="think-cell Slide" r:id="rId4" imgW="343" imgH="330" progId="TCLayout.ActiveDocument.1">
                  <p:embed/>
                  <p:pic>
                    <p:nvPicPr>
                      <p:cNvPr id="2" name="Object 1" hidden="1"/>
                      <p:cNvPicPr/>
                      <p:nvPr/>
                    </p:nvPicPr>
                    <p:blipFill>
                      <a:blip r:embed="rId5"/>
                      <a:stretch>
                        <a:fillRect/>
                      </a:stretch>
                    </p:blipFill>
                    <p:spPr>
                      <a:xfrm>
                        <a:off x="1192" y="1192"/>
                        <a:ext cx="1190" cy="1190"/>
                      </a:xfrm>
                      <a:prstGeom prst="rect">
                        <a:avLst/>
                      </a:prstGeom>
                    </p:spPr>
                  </p:pic>
                </p:oleObj>
              </mc:Fallback>
            </mc:AlternateContent>
          </a:graphicData>
        </a:graphic>
      </p:graphicFrame>
      <p:sp>
        <p:nvSpPr>
          <p:cNvPr id="3" name="Titel 2">
            <a:extLst>
              <a:ext uri="{FF2B5EF4-FFF2-40B4-BE49-F238E27FC236}">
                <a16:creationId xmlns:a16="http://schemas.microsoft.com/office/drawing/2014/main" id="{B58DBE43-68D6-436D-88F1-57620C6ADE94}"/>
              </a:ext>
            </a:extLst>
          </p:cNvPr>
          <p:cNvSpPr>
            <a:spLocks noGrp="1"/>
          </p:cNvSpPr>
          <p:nvPr>
            <p:ph type="title"/>
          </p:nvPr>
        </p:nvSpPr>
        <p:spPr/>
        <p:txBody>
          <a:bodyPr/>
          <a:lstStyle>
            <a:lvl1pPr>
              <a:defRPr>
                <a:solidFill>
                  <a:schemeClr val="bg1"/>
                </a:solidFill>
              </a:defRPr>
            </a:lvl1pPr>
          </a:lstStyle>
          <a:p>
            <a:r>
              <a:rPr lang="de-DE"/>
              <a:t>Mastertitelformat bearbeiten</a:t>
            </a:r>
          </a:p>
        </p:txBody>
      </p:sp>
      <p:pic>
        <p:nvPicPr>
          <p:cNvPr id="19" name="Grafik 18">
            <a:extLst>
              <a:ext uri="{FF2B5EF4-FFF2-40B4-BE49-F238E27FC236}">
                <a16:creationId xmlns:a16="http://schemas.microsoft.com/office/drawing/2014/main" id="{0DAFDAA0-9F23-4913-BF4E-103760105206}"/>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7326307" y="4493721"/>
            <a:ext cx="1727696" cy="358829"/>
          </a:xfrm>
          <a:prstGeom prst="rect">
            <a:avLst/>
          </a:prstGeom>
        </p:spPr>
      </p:pic>
      <p:grpSp>
        <p:nvGrpSpPr>
          <p:cNvPr id="10" name="Group 11">
            <a:extLst>
              <a:ext uri="{FF2B5EF4-FFF2-40B4-BE49-F238E27FC236}">
                <a16:creationId xmlns:a16="http://schemas.microsoft.com/office/drawing/2014/main" id="{1ADFCD42-8D0A-4B1B-BA71-131A857C66A1}"/>
              </a:ext>
            </a:extLst>
          </p:cNvPr>
          <p:cNvGrpSpPr/>
          <p:nvPr userDrawn="1"/>
        </p:nvGrpSpPr>
        <p:grpSpPr>
          <a:xfrm>
            <a:off x="4788025" y="4353947"/>
            <a:ext cx="2468477" cy="583143"/>
            <a:chOff x="797910" y="3788080"/>
            <a:chExt cx="3291303" cy="777524"/>
          </a:xfrm>
        </p:grpSpPr>
        <p:pic>
          <p:nvPicPr>
            <p:cNvPr id="12" name="Grafik 11">
              <a:extLst>
                <a:ext uri="{FF2B5EF4-FFF2-40B4-BE49-F238E27FC236}">
                  <a16:creationId xmlns:a16="http://schemas.microsoft.com/office/drawing/2014/main" id="{8E0B8BF8-8CC3-441C-98B1-0C411FFD0BE0}"/>
                </a:ext>
              </a:extLst>
            </p:cNvPr>
            <p:cNvPicPr>
              <a:picLocks noChangeAspect="1"/>
            </p:cNvPicPr>
            <p:nvPr/>
          </p:nvPicPr>
          <p:blipFill>
            <a:blip r:embed="rId7" cstate="print">
              <a:extLst>
                <a:ext uri="{28A0092B-C50C-407E-A947-70E740481C1C}">
                  <a14:useLocalDpi xmlns:a14="http://schemas.microsoft.com/office/drawing/2010/main"/>
                </a:ext>
              </a:extLst>
            </a:blip>
            <a:stretch>
              <a:fillRect/>
            </a:stretch>
          </p:blipFill>
          <p:spPr>
            <a:xfrm>
              <a:off x="2360406" y="3821665"/>
              <a:ext cx="513028" cy="710354"/>
            </a:xfrm>
            <a:prstGeom prst="rect">
              <a:avLst/>
            </a:prstGeom>
          </p:spPr>
        </p:pic>
        <p:pic>
          <p:nvPicPr>
            <p:cNvPr id="14" name="Grafik 7">
              <a:extLst>
                <a:ext uri="{FF2B5EF4-FFF2-40B4-BE49-F238E27FC236}">
                  <a16:creationId xmlns:a16="http://schemas.microsoft.com/office/drawing/2014/main" id="{FE47BD31-DC6A-40EA-B8D3-4A0884D50374}"/>
                </a:ext>
              </a:extLst>
            </p:cNvPr>
            <p:cNvPicPr>
              <a:picLocks noChangeAspect="1"/>
            </p:cNvPicPr>
            <p:nvPr/>
          </p:nvPicPr>
          <p:blipFill>
            <a:blip r:embed="rId8" cstate="print">
              <a:extLst>
                <a:ext uri="{28A0092B-C50C-407E-A947-70E740481C1C}">
                  <a14:useLocalDpi xmlns:a14="http://schemas.microsoft.com/office/drawing/2010/main"/>
                </a:ext>
              </a:extLst>
            </a:blip>
            <a:stretch>
              <a:fillRect/>
            </a:stretch>
          </p:blipFill>
          <p:spPr>
            <a:xfrm>
              <a:off x="3492988" y="3900801"/>
              <a:ext cx="596225" cy="552083"/>
            </a:xfrm>
            <a:prstGeom prst="rect">
              <a:avLst/>
            </a:prstGeom>
          </p:spPr>
        </p:pic>
        <p:pic>
          <p:nvPicPr>
            <p:cNvPr id="15" name="Grafik 17">
              <a:extLst>
                <a:ext uri="{FF2B5EF4-FFF2-40B4-BE49-F238E27FC236}">
                  <a16:creationId xmlns:a16="http://schemas.microsoft.com/office/drawing/2014/main" id="{500FA54C-5CF6-491F-A606-038FE5CC3BDD}"/>
                </a:ext>
              </a:extLst>
            </p:cNvPr>
            <p:cNvPicPr>
              <a:picLocks noChangeAspect="1"/>
            </p:cNvPicPr>
            <p:nvPr/>
          </p:nvPicPr>
          <p:blipFill>
            <a:blip r:embed="rId9" cstate="print">
              <a:extLst>
                <a:ext uri="{28A0092B-C50C-407E-A947-70E740481C1C}">
                  <a14:useLocalDpi xmlns:a14="http://schemas.microsoft.com/office/drawing/2010/main"/>
                </a:ext>
              </a:extLst>
            </a:blip>
            <a:stretch>
              <a:fillRect/>
            </a:stretch>
          </p:blipFill>
          <p:spPr>
            <a:xfrm>
              <a:off x="797910" y="3788080"/>
              <a:ext cx="1082350" cy="777524"/>
            </a:xfrm>
            <a:prstGeom prst="rect">
              <a:avLst/>
            </a:prstGeom>
          </p:spPr>
        </p:pic>
      </p:grpSp>
      <p:sp>
        <p:nvSpPr>
          <p:cNvPr id="17" name="Content Placeholder 2">
            <a:extLst>
              <a:ext uri="{FF2B5EF4-FFF2-40B4-BE49-F238E27FC236}">
                <a16:creationId xmlns:a16="http://schemas.microsoft.com/office/drawing/2014/main" id="{871D323B-0EDD-4B03-83CD-A49C15F19CBB}"/>
              </a:ext>
            </a:extLst>
          </p:cNvPr>
          <p:cNvSpPr>
            <a:spLocks noGrp="1"/>
          </p:cNvSpPr>
          <p:nvPr>
            <p:ph sz="quarter" idx="13" hasCustomPrompt="1"/>
          </p:nvPr>
        </p:nvSpPr>
        <p:spPr>
          <a:xfrm>
            <a:off x="7385785" y="3585129"/>
            <a:ext cx="1541998" cy="594066"/>
          </a:xfrm>
        </p:spPr>
        <p:txBody>
          <a:bodyPr vert="horz" lIns="0" tIns="0" rIns="0" bIns="0" rtlCol="0">
            <a:noAutofit/>
          </a:bodyPr>
          <a:lstStyle>
            <a:lvl1pPr>
              <a:defRPr lang="de-CH" sz="750" b="1" dirty="0" smtClean="0"/>
            </a:lvl1pPr>
            <a:lvl2pPr>
              <a:defRPr lang="de-CH" sz="750" dirty="0" smtClean="0"/>
            </a:lvl2pPr>
            <a:lvl3pPr>
              <a:defRPr lang="de-CH" sz="750" dirty="0" smtClean="0"/>
            </a:lvl3pPr>
            <a:lvl4pPr>
              <a:defRPr lang="de-CH" sz="750" dirty="0" smtClean="0"/>
            </a:lvl4pPr>
            <a:lvl5pPr>
              <a:defRPr lang="de-CH" sz="750" dirty="0" smtClean="0"/>
            </a:lvl5pPr>
          </a:lstStyle>
          <a:p>
            <a:pPr marL="0" lvl="0" indent="0">
              <a:buNone/>
            </a:pPr>
            <a:r>
              <a:rPr lang="de-CH"/>
              <a:t>&lt;Title&gt; </a:t>
            </a:r>
            <a:r>
              <a:rPr lang="de-CH" err="1"/>
              <a:t>FirstName</a:t>
            </a:r>
            <a:r>
              <a:rPr lang="de-CH"/>
              <a:t> </a:t>
            </a:r>
            <a:r>
              <a:rPr lang="de-CH" err="1"/>
              <a:t>LastName</a:t>
            </a:r>
            <a:endParaRPr lang="de-CH"/>
          </a:p>
          <a:p>
            <a:pPr marL="0" lvl="1" indent="0">
              <a:spcBef>
                <a:spcPts val="0"/>
              </a:spcBef>
              <a:spcAft>
                <a:spcPts val="450"/>
              </a:spcAft>
              <a:buNone/>
            </a:pPr>
            <a:r>
              <a:rPr lang="de-CH" err="1"/>
              <a:t>Function</a:t>
            </a:r>
            <a:endParaRPr lang="de-CH"/>
          </a:p>
          <a:p>
            <a:pPr marL="0" lvl="2" indent="0">
              <a:spcBef>
                <a:spcPts val="0"/>
              </a:spcBef>
              <a:spcAft>
                <a:spcPts val="0"/>
              </a:spcAft>
              <a:buNone/>
            </a:pPr>
            <a:r>
              <a:rPr lang="de-CH"/>
              <a:t>firstname.lastname@unisg.ch</a:t>
            </a:r>
          </a:p>
          <a:p>
            <a:pPr marL="0" lvl="3" indent="0">
              <a:spcBef>
                <a:spcPts val="0"/>
              </a:spcBef>
              <a:spcAft>
                <a:spcPts val="0"/>
              </a:spcAft>
              <a:buNone/>
            </a:pPr>
            <a:r>
              <a:rPr lang="de-CH"/>
              <a:t>www.iwi.unisg.ch</a:t>
            </a:r>
          </a:p>
          <a:p>
            <a:pPr marL="0" lvl="4" indent="0">
              <a:spcBef>
                <a:spcPts val="0"/>
              </a:spcBef>
              <a:buNone/>
            </a:pPr>
            <a:r>
              <a:rPr lang="de-CH"/>
              <a:t>+41 71 224 </a:t>
            </a:r>
            <a:r>
              <a:rPr lang="de-CH" err="1"/>
              <a:t>xxxx</a:t>
            </a:r>
            <a:endParaRPr lang="de-CH" sz="900"/>
          </a:p>
        </p:txBody>
      </p:sp>
      <p:pic>
        <p:nvPicPr>
          <p:cNvPr id="13" name="Rectangle 2" descr="{&quot;templafy&quot;:{&quot;id&quot;:&quot;b9ddadaa-0495-446c-a774-3deec88f84b2&quot;}}">
            <a:extLst>
              <a:ext uri="{FF2B5EF4-FFF2-40B4-BE49-F238E27FC236}">
                <a16:creationId xmlns:a16="http://schemas.microsoft.com/office/drawing/2014/main" id="{075F9713-6868-46DE-BB5A-9534703D42E8}"/>
              </a:ext>
            </a:extLst>
          </p:cNvPr>
          <p:cNvPicPr>
            <a:picLocks noChangeAspect="1"/>
          </p:cNvPicPr>
          <p:nvPr userDrawn="1"/>
        </p:nvPicPr>
        <p:blipFill>
          <a:blip r:embed="rId10"/>
          <a:stretch>
            <a:fillRect/>
          </a:stretch>
        </p:blipFill>
        <p:spPr>
          <a:xfrm>
            <a:off x="7063809" y="3192183"/>
            <a:ext cx="1397480" cy="289915"/>
          </a:xfrm>
          <a:prstGeom prst="rect">
            <a:avLst/>
          </a:prstGeom>
        </p:spPr>
      </p:pic>
    </p:spTree>
    <p:extLst>
      <p:ext uri="{BB962C8B-B14F-4D97-AF65-F5344CB8AC3E}">
        <p14:creationId xmlns:p14="http://schemas.microsoft.com/office/powerpoint/2010/main" val="1021743469"/>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2501321-794C-47B8-ABDC-7DAF88C9DC68}"/>
              </a:ext>
            </a:extLst>
          </p:cNvPr>
          <p:cNvSpPr>
            <a:spLocks noGrp="1"/>
          </p:cNvSpPr>
          <p:nvPr>
            <p:ph type="title"/>
          </p:nvPr>
        </p:nvSpPr>
        <p:spPr>
          <a:xfrm>
            <a:off x="358775" y="376238"/>
            <a:ext cx="8426450" cy="609662"/>
          </a:xfrm>
          <a:prstGeom prst="rect">
            <a:avLst/>
          </a:prstGeom>
        </p:spPr>
        <p:txBody>
          <a:bodyPr vert="horz" lIns="0" tIns="0" rIns="0" bIns="0" rtlCol="0" anchor="t">
            <a:noAutofit/>
          </a:bodyPr>
          <a:lstStyle/>
          <a:p>
            <a:r>
              <a:rPr lang="en-US" noProof="0"/>
              <a:t>Placeholder for a Title</a:t>
            </a:r>
          </a:p>
        </p:txBody>
      </p:sp>
      <p:sp>
        <p:nvSpPr>
          <p:cNvPr id="3" name="Text Placeholder 2">
            <a:extLst>
              <a:ext uri="{FF2B5EF4-FFF2-40B4-BE49-F238E27FC236}">
                <a16:creationId xmlns:a16="http://schemas.microsoft.com/office/drawing/2014/main" id="{076F94A2-50F8-430F-B46C-2D50472D7A69}"/>
              </a:ext>
            </a:extLst>
          </p:cNvPr>
          <p:cNvSpPr>
            <a:spLocks noGrp="1"/>
          </p:cNvSpPr>
          <p:nvPr>
            <p:ph type="body" idx="1"/>
          </p:nvPr>
        </p:nvSpPr>
        <p:spPr>
          <a:xfrm>
            <a:off x="358775" y="1276350"/>
            <a:ext cx="8426450" cy="3203575"/>
          </a:xfrm>
          <a:prstGeom prst="rect">
            <a:avLst/>
          </a:prstGeom>
        </p:spPr>
        <p:txBody>
          <a:bodyPr vert="horz" lIns="0" tIns="0" rIns="0" bIns="0" rtlCol="0">
            <a:normAutofit/>
          </a:bodyPr>
          <a:lstStyle/>
          <a:p>
            <a:pPr marL="180000" lvl="1" indent="-180000" algn="l" defTabSz="685800" rtl="0" eaLnBrk="1" latinLnBrk="0" hangingPunct="1">
              <a:lnSpc>
                <a:spcPct val="100000"/>
              </a:lnSpc>
              <a:spcBef>
                <a:spcPts val="0"/>
              </a:spcBef>
              <a:spcAft>
                <a:spcPts val="400"/>
              </a:spcAft>
              <a:buFont typeface="Arial" panose="020B0604020202020204" pitchFamily="34" charset="0"/>
              <a:buChar char="‒"/>
            </a:pPr>
            <a:r>
              <a:rPr lang="de-DE"/>
              <a:t>Mastertextformat bearbeiten</a:t>
            </a:r>
          </a:p>
          <a:p>
            <a:pPr marL="358775" lvl="2" indent="-179388" algn="l" defTabSz="685800" rtl="0" eaLnBrk="1" latinLnBrk="0" hangingPunct="1">
              <a:lnSpc>
                <a:spcPct val="100000"/>
              </a:lnSpc>
              <a:spcBef>
                <a:spcPts val="0"/>
              </a:spcBef>
              <a:spcAft>
                <a:spcPts val="400"/>
              </a:spcAft>
              <a:buFont typeface="Arial" panose="020B0604020202020204" pitchFamily="34" charset="0"/>
              <a:buChar char="•"/>
            </a:pPr>
            <a:r>
              <a:rPr lang="de-DE"/>
              <a:t>Zweite Ebene</a:t>
            </a:r>
          </a:p>
          <a:p>
            <a:pPr marL="539750" lvl="3" indent="-179388" algn="l" defTabSz="685800" rtl="0" eaLnBrk="1" latinLnBrk="0" hangingPunct="1">
              <a:lnSpc>
                <a:spcPct val="100000"/>
              </a:lnSpc>
              <a:spcBef>
                <a:spcPts val="0"/>
              </a:spcBef>
              <a:spcAft>
                <a:spcPts val="400"/>
              </a:spcAft>
              <a:buSzPct val="110000"/>
              <a:buFont typeface="Arial" panose="020B0604020202020204" pitchFamily="34" charset="0"/>
              <a:buChar char="◦"/>
            </a:pPr>
            <a:r>
              <a:rPr lang="de-DE"/>
              <a:t>Dritte Ebene</a:t>
            </a:r>
          </a:p>
          <a:p>
            <a:pPr marL="717550" lvl="4" indent="-179388" algn="l" defTabSz="685800" rtl="0" eaLnBrk="1" latinLnBrk="0" hangingPunct="1">
              <a:lnSpc>
                <a:spcPct val="100000"/>
              </a:lnSpc>
              <a:spcBef>
                <a:spcPts val="0"/>
              </a:spcBef>
              <a:spcAft>
                <a:spcPts val="400"/>
              </a:spcAft>
              <a:buSzPct val="110000"/>
              <a:buFont typeface="Arial" panose="020B0604020202020204" pitchFamily="34" charset="0"/>
              <a:buChar char="◦"/>
            </a:pPr>
            <a:r>
              <a:rPr lang="de-DE"/>
              <a:t>Vierte Ebene</a:t>
            </a:r>
          </a:p>
          <a:p>
            <a:pPr lvl="4"/>
            <a:r>
              <a:rPr lang="de-DE"/>
              <a:t>Fünfte Ebene</a:t>
            </a:r>
            <a:endParaRPr lang="en-GB"/>
          </a:p>
          <a:p>
            <a:pPr lvl="4"/>
            <a:endParaRPr lang="en-US" noProof="0"/>
          </a:p>
        </p:txBody>
      </p:sp>
      <p:sp>
        <p:nvSpPr>
          <p:cNvPr id="7" name="Freeform: Shape 6">
            <a:extLst>
              <a:ext uri="{FF2B5EF4-FFF2-40B4-BE49-F238E27FC236}">
                <a16:creationId xmlns:a16="http://schemas.microsoft.com/office/drawing/2014/main" id="{59E8F5F7-0767-41DB-A7E9-38E2EEF730E1}"/>
              </a:ext>
            </a:extLst>
          </p:cNvPr>
          <p:cNvSpPr>
            <a:spLocks noChangeAspect="1"/>
          </p:cNvSpPr>
          <p:nvPr/>
        </p:nvSpPr>
        <p:spPr>
          <a:xfrm>
            <a:off x="8570473" y="4701166"/>
            <a:ext cx="213389" cy="233831"/>
          </a:xfrm>
          <a:custGeom>
            <a:avLst/>
            <a:gdLst>
              <a:gd name="connsiteX0" fmla="*/ 0 w 3106057"/>
              <a:gd name="connsiteY0" fmla="*/ 711200 h 3403600"/>
              <a:gd name="connsiteX1" fmla="*/ 3106057 w 3106057"/>
              <a:gd name="connsiteY1" fmla="*/ 0 h 3403600"/>
              <a:gd name="connsiteX2" fmla="*/ 3106057 w 3106057"/>
              <a:gd name="connsiteY2" fmla="*/ 3403600 h 3403600"/>
              <a:gd name="connsiteX3" fmla="*/ 449943 w 3106057"/>
              <a:gd name="connsiteY3" fmla="*/ 3222171 h 3403600"/>
              <a:gd name="connsiteX4" fmla="*/ 0 w 3106057"/>
              <a:gd name="connsiteY4" fmla="*/ 711200 h 3403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06057" h="3403600">
                <a:moveTo>
                  <a:pt x="0" y="711200"/>
                </a:moveTo>
                <a:lnTo>
                  <a:pt x="3106057" y="0"/>
                </a:lnTo>
                <a:lnTo>
                  <a:pt x="3106057" y="3403600"/>
                </a:lnTo>
                <a:lnTo>
                  <a:pt x="449943" y="3222171"/>
                </a:lnTo>
                <a:lnTo>
                  <a:pt x="0" y="7112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Slide Number Placeholder 5">
            <a:extLst>
              <a:ext uri="{FF2B5EF4-FFF2-40B4-BE49-F238E27FC236}">
                <a16:creationId xmlns:a16="http://schemas.microsoft.com/office/drawing/2014/main" id="{7A26C2A0-BCAA-4FD2-BD67-F5225215B65D}"/>
              </a:ext>
            </a:extLst>
          </p:cNvPr>
          <p:cNvSpPr>
            <a:spLocks noGrp="1"/>
          </p:cNvSpPr>
          <p:nvPr>
            <p:ph type="sldNum" sz="quarter" idx="4"/>
          </p:nvPr>
        </p:nvSpPr>
        <p:spPr>
          <a:xfrm>
            <a:off x="8571600" y="4767263"/>
            <a:ext cx="216000" cy="273844"/>
          </a:xfrm>
          <a:prstGeom prst="rect">
            <a:avLst/>
          </a:prstGeom>
        </p:spPr>
        <p:txBody>
          <a:bodyPr vert="horz" lIns="0" tIns="0" rIns="0" bIns="0" rtlCol="0" anchor="t"/>
          <a:lstStyle>
            <a:lvl1pPr algn="ctr">
              <a:defRPr sz="800" spc="-30" baseline="0">
                <a:solidFill>
                  <a:schemeClr val="bg2"/>
                </a:solidFill>
              </a:defRPr>
            </a:lvl1pPr>
          </a:lstStyle>
          <a:p>
            <a:fld id="{7559FC98-AF75-4A00-A03C-DF9FEBF6BCB9}" type="slidenum">
              <a:rPr lang="en-GB" smtClean="0"/>
              <a:pPr/>
              <a:t>‹#›</a:t>
            </a:fld>
            <a:endParaRPr lang="en-GB"/>
          </a:p>
        </p:txBody>
      </p:sp>
      <p:pic>
        <p:nvPicPr>
          <p:cNvPr id="8" name="Rectangle 11" descr="{&quot;templafy&quot;:{&quot;id&quot;:&quot;132fdc2d-0d58-46db-a0cb-916ce7270cac&quot;}}">
            <a:extLst>
              <a:ext uri="{FF2B5EF4-FFF2-40B4-BE49-F238E27FC236}">
                <a16:creationId xmlns:a16="http://schemas.microsoft.com/office/drawing/2014/main" id="{32CD6D27-B293-4C37-A785-BDB639DCC809}"/>
              </a:ext>
            </a:extLst>
          </p:cNvPr>
          <p:cNvPicPr>
            <a:picLocks noChangeAspect="1"/>
          </p:cNvPicPr>
          <p:nvPr userDrawn="1"/>
        </p:nvPicPr>
        <p:blipFill>
          <a:blip r:embed="rId33"/>
          <a:stretch>
            <a:fillRect/>
          </a:stretch>
        </p:blipFill>
        <p:spPr>
          <a:xfrm>
            <a:off x="356400" y="4704059"/>
            <a:ext cx="1026000" cy="212400"/>
          </a:xfrm>
          <a:prstGeom prst="rect">
            <a:avLst/>
          </a:prstGeom>
        </p:spPr>
      </p:pic>
      <p:sp>
        <p:nvSpPr>
          <p:cNvPr id="10" name="Date Placeholder 3">
            <a:extLst>
              <a:ext uri="{FF2B5EF4-FFF2-40B4-BE49-F238E27FC236}">
                <a16:creationId xmlns:a16="http://schemas.microsoft.com/office/drawing/2014/main" id="{482702DE-7FC5-499E-AE60-0DC8AAD4A3D7}"/>
              </a:ext>
            </a:extLst>
          </p:cNvPr>
          <p:cNvSpPr>
            <a:spLocks noGrp="1"/>
          </p:cNvSpPr>
          <p:nvPr>
            <p:ph type="dt" sz="half" idx="2"/>
          </p:nvPr>
        </p:nvSpPr>
        <p:spPr>
          <a:xfrm>
            <a:off x="3567953" y="4767262"/>
            <a:ext cx="2004356" cy="184335"/>
          </a:xfrm>
          <a:prstGeom prst="rect">
            <a:avLst/>
          </a:prstGeom>
        </p:spPr>
        <p:txBody>
          <a:bodyPr/>
          <a:lstStyle>
            <a:lvl1pPr algn="ctr">
              <a:defRPr sz="800"/>
            </a:lvl1pPr>
          </a:lstStyle>
          <a:p>
            <a:fld id="{78BEB732-1EAE-4447-B6B5-5E7B232FABE4}" type="datetime6">
              <a:rPr lang="de-CH" smtClean="0"/>
              <a:t>März 26</a:t>
            </a:fld>
            <a:endParaRPr lang="de-DE"/>
          </a:p>
        </p:txBody>
      </p:sp>
    </p:spTree>
    <p:extLst>
      <p:ext uri="{BB962C8B-B14F-4D97-AF65-F5344CB8AC3E}">
        <p14:creationId xmlns:p14="http://schemas.microsoft.com/office/powerpoint/2010/main" val="4246037650"/>
      </p:ext>
    </p:extLst>
  </p:cSld>
  <p:clrMap bg1="lt1" tx1="dk1" bg2="lt2" tx2="dk2" accent1="accent1" accent2="accent2" accent3="accent3" accent4="accent4" accent5="accent5" accent6="accent6" hlink="hlink" folHlink="folHlink"/>
  <p:sldLayoutIdLst>
    <p:sldLayoutId id="2147483691" r:id="rId1"/>
    <p:sldLayoutId id="2147483688" r:id="rId2"/>
    <p:sldLayoutId id="2147483689" r:id="rId3"/>
    <p:sldLayoutId id="2147483677" r:id="rId4"/>
    <p:sldLayoutId id="2147483663" r:id="rId5"/>
    <p:sldLayoutId id="2147483686" r:id="rId6"/>
    <p:sldLayoutId id="2147483693" r:id="rId7"/>
    <p:sldLayoutId id="2147483662" r:id="rId8"/>
    <p:sldLayoutId id="2147483697" r:id="rId9"/>
    <p:sldLayoutId id="2147483664" r:id="rId10"/>
    <p:sldLayoutId id="2147483694" r:id="rId11"/>
    <p:sldLayoutId id="2147483698" r:id="rId12"/>
    <p:sldLayoutId id="2147483701" r:id="rId13"/>
    <p:sldLayoutId id="2147483702" r:id="rId14"/>
    <p:sldLayoutId id="2147483672" r:id="rId15"/>
    <p:sldLayoutId id="2147483695" r:id="rId16"/>
    <p:sldLayoutId id="2147483699" r:id="rId17"/>
    <p:sldLayoutId id="2147483673" r:id="rId18"/>
    <p:sldLayoutId id="2147483666" r:id="rId19"/>
    <p:sldLayoutId id="2147483696" r:id="rId20"/>
    <p:sldLayoutId id="2147483700" r:id="rId21"/>
    <p:sldLayoutId id="2147483680" r:id="rId22"/>
    <p:sldLayoutId id="2147483678" r:id="rId23"/>
    <p:sldLayoutId id="2147483679" r:id="rId24"/>
    <p:sldLayoutId id="2147483675" r:id="rId25"/>
    <p:sldLayoutId id="2147483683" r:id="rId26"/>
    <p:sldLayoutId id="2147483667" r:id="rId27"/>
    <p:sldLayoutId id="2147483681" r:id="rId28"/>
    <p:sldLayoutId id="2147483703" r:id="rId29"/>
    <p:sldLayoutId id="2147483705" r:id="rId30"/>
    <p:sldLayoutId id="2147483706" r:id="rId31"/>
  </p:sldLayoutIdLst>
  <p:hf hdr="0" ftr="0" dt="0"/>
  <p:txStyles>
    <p:titleStyle>
      <a:lvl1pPr algn="l" defTabSz="685800" rtl="0" eaLnBrk="1" latinLnBrk="0" hangingPunct="1">
        <a:lnSpc>
          <a:spcPct val="90000"/>
        </a:lnSpc>
        <a:spcBef>
          <a:spcPct val="0"/>
        </a:spcBef>
        <a:buNone/>
        <a:defRPr sz="2400" kern="1200">
          <a:solidFill>
            <a:schemeClr val="tx1"/>
          </a:solidFill>
          <a:latin typeface="+mj-lt"/>
          <a:ea typeface="+mj-ea"/>
          <a:cs typeface="+mj-cs"/>
        </a:defRPr>
      </a:lvl1pPr>
    </p:titleStyle>
    <p:bodyStyle>
      <a:lvl1pPr marL="180000" indent="-180000" algn="l" defTabSz="685800" rtl="0" eaLnBrk="1" latinLnBrk="0" hangingPunct="1">
        <a:lnSpc>
          <a:spcPct val="100000"/>
        </a:lnSpc>
        <a:spcBef>
          <a:spcPts val="0"/>
        </a:spcBef>
        <a:buFont typeface="Arial" panose="020B0604020202020204" pitchFamily="34" charset="0"/>
        <a:buNone/>
        <a:defRPr sz="1400" kern="1200">
          <a:solidFill>
            <a:schemeClr val="tx1"/>
          </a:solidFill>
          <a:latin typeface="+mn-lt"/>
          <a:ea typeface="+mn-ea"/>
          <a:cs typeface="+mn-cs"/>
        </a:defRPr>
      </a:lvl1pPr>
      <a:lvl2pPr marL="358775" indent="-179388" algn="l" defTabSz="685800" rtl="0" eaLnBrk="1" latinLnBrk="0" hangingPunct="1">
        <a:lnSpc>
          <a:spcPct val="100000"/>
        </a:lnSpc>
        <a:spcBef>
          <a:spcPts val="0"/>
        </a:spcBef>
        <a:spcAft>
          <a:spcPts val="400"/>
        </a:spcAft>
        <a:buFont typeface="Arial" panose="020B0604020202020204" pitchFamily="34" charset="0"/>
        <a:buChar char="‒"/>
        <a:defRPr lang="de-DE" sz="1400" kern="1200" dirty="0" smtClean="0">
          <a:solidFill>
            <a:schemeClr val="tx1"/>
          </a:solidFill>
          <a:latin typeface="+mn-lt"/>
          <a:ea typeface="+mn-ea"/>
          <a:cs typeface="+mn-cs"/>
        </a:defRPr>
      </a:lvl2pPr>
      <a:lvl3pPr marL="539750" indent="-179388" algn="l" defTabSz="685800" rtl="0" eaLnBrk="1" latinLnBrk="0" hangingPunct="1">
        <a:lnSpc>
          <a:spcPct val="100000"/>
        </a:lnSpc>
        <a:spcBef>
          <a:spcPts val="0"/>
        </a:spcBef>
        <a:spcAft>
          <a:spcPts val="400"/>
        </a:spcAft>
        <a:buFont typeface="Arial" panose="020B0604020202020204" pitchFamily="34" charset="0"/>
        <a:buChar char="•"/>
        <a:defRPr lang="de-DE" sz="1400" kern="1200" dirty="0" smtClean="0">
          <a:solidFill>
            <a:schemeClr val="tx1"/>
          </a:solidFill>
          <a:latin typeface="+mn-lt"/>
          <a:ea typeface="+mn-ea"/>
          <a:cs typeface="+mn-cs"/>
        </a:defRPr>
      </a:lvl3pPr>
      <a:lvl4pPr marL="717550" indent="-179388" algn="l" defTabSz="685800" rtl="0" eaLnBrk="1" latinLnBrk="0" hangingPunct="1">
        <a:lnSpc>
          <a:spcPct val="100000"/>
        </a:lnSpc>
        <a:spcBef>
          <a:spcPts val="0"/>
        </a:spcBef>
        <a:spcAft>
          <a:spcPts val="400"/>
        </a:spcAft>
        <a:buSzPct val="110000"/>
        <a:buFont typeface="Arial" panose="020B0604020202020204" pitchFamily="34" charset="0"/>
        <a:buChar char="◦"/>
        <a:defRPr lang="de-DE" sz="1400" kern="1200" dirty="0" smtClean="0">
          <a:solidFill>
            <a:schemeClr val="tx1"/>
          </a:solidFill>
          <a:latin typeface="+mn-lt"/>
          <a:ea typeface="+mn-ea"/>
          <a:cs typeface="+mn-cs"/>
        </a:defRPr>
      </a:lvl4pPr>
      <a:lvl5pPr marL="898525" indent="-179388" algn="l" defTabSz="685800" rtl="0" eaLnBrk="1" latinLnBrk="0" hangingPunct="1">
        <a:lnSpc>
          <a:spcPct val="100000"/>
        </a:lnSpc>
        <a:spcBef>
          <a:spcPts val="0"/>
        </a:spcBef>
        <a:spcAft>
          <a:spcPts val="400"/>
        </a:spcAft>
        <a:buSzPct val="110000"/>
        <a:buFont typeface="Arial" panose="020B0604020202020204" pitchFamily="34" charset="0"/>
        <a:buChar char="◦"/>
        <a:defRPr lang="de-DE" sz="1400" kern="1200" dirty="0" smtClean="0">
          <a:solidFill>
            <a:schemeClr val="tx1"/>
          </a:solidFill>
          <a:latin typeface="+mn-lt"/>
          <a:ea typeface="+mn-ea"/>
          <a:cs typeface="+mn-cs"/>
        </a:defRPr>
      </a:lvl5pPr>
      <a:lvl6pPr marL="1260000" indent="-180000" algn="l" defTabSz="685800" rtl="0" eaLnBrk="1" latinLnBrk="0" hangingPunct="1">
        <a:lnSpc>
          <a:spcPct val="100000"/>
        </a:lnSpc>
        <a:spcBef>
          <a:spcPts val="0"/>
        </a:spcBef>
        <a:spcAft>
          <a:spcPts val="400"/>
        </a:spcAft>
        <a:buSzPct val="110000"/>
        <a:buFont typeface="Arial" panose="020B0604020202020204" pitchFamily="34" charset="0"/>
        <a:buChar char="◦"/>
        <a:defRPr sz="1400" kern="1200">
          <a:solidFill>
            <a:schemeClr val="tx1"/>
          </a:solidFill>
          <a:latin typeface="+mn-lt"/>
          <a:ea typeface="+mn-ea"/>
          <a:cs typeface="+mn-cs"/>
        </a:defRPr>
      </a:lvl6pPr>
      <a:lvl7pPr marL="1260000" indent="-180000" algn="l" defTabSz="685800" rtl="0" eaLnBrk="1" latinLnBrk="0" hangingPunct="1">
        <a:lnSpc>
          <a:spcPct val="100000"/>
        </a:lnSpc>
        <a:spcBef>
          <a:spcPts val="0"/>
        </a:spcBef>
        <a:spcAft>
          <a:spcPts val="400"/>
        </a:spcAft>
        <a:buSzPct val="110000"/>
        <a:buFont typeface="Arial" panose="020B0604020202020204" pitchFamily="34" charset="0"/>
        <a:buChar char="◦"/>
        <a:defRPr sz="1400" kern="1200">
          <a:solidFill>
            <a:schemeClr val="tx1"/>
          </a:solidFill>
          <a:latin typeface="+mn-lt"/>
          <a:ea typeface="+mn-ea"/>
          <a:cs typeface="+mn-cs"/>
        </a:defRPr>
      </a:lvl7pPr>
      <a:lvl8pPr marL="1260000" indent="-180000" algn="l" defTabSz="685800" rtl="0" eaLnBrk="1" latinLnBrk="0" hangingPunct="1">
        <a:lnSpc>
          <a:spcPct val="100000"/>
        </a:lnSpc>
        <a:spcBef>
          <a:spcPts val="0"/>
        </a:spcBef>
        <a:spcAft>
          <a:spcPts val="400"/>
        </a:spcAft>
        <a:buSzPct val="110000"/>
        <a:buFont typeface="Arial" panose="020B0604020202020204" pitchFamily="34" charset="0"/>
        <a:buChar char="◦"/>
        <a:defRPr sz="1400" kern="1200">
          <a:solidFill>
            <a:schemeClr val="tx1"/>
          </a:solidFill>
          <a:latin typeface="+mn-lt"/>
          <a:ea typeface="+mn-ea"/>
          <a:cs typeface="+mn-cs"/>
        </a:defRPr>
      </a:lvl8pPr>
      <a:lvl9pPr marL="1260000" indent="-180000" algn="l" defTabSz="685800" rtl="0" eaLnBrk="1" latinLnBrk="0" hangingPunct="1">
        <a:lnSpc>
          <a:spcPct val="100000"/>
        </a:lnSpc>
        <a:spcBef>
          <a:spcPts val="0"/>
        </a:spcBef>
        <a:spcAft>
          <a:spcPts val="400"/>
        </a:spcAft>
        <a:buSzPct val="110000"/>
        <a:buFont typeface="Arial" panose="020B0604020202020204" pitchFamily="34" charset="0"/>
        <a:buChar char="◦"/>
        <a:defRPr sz="1400" kern="1200">
          <a:solidFill>
            <a:schemeClr val="tx1"/>
          </a:solidFill>
          <a:latin typeface="+mn-lt"/>
          <a:ea typeface="+mn-ea"/>
          <a:cs typeface="+mn-cs"/>
        </a:defRPr>
      </a:lvl9pPr>
    </p:bodyStyle>
    <p:otherStyle>
      <a:defPPr>
        <a:defRPr lang="de-DE"/>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003">
          <p15:clr>
            <a:srgbClr val="F26B43"/>
          </p15:clr>
        </p15:guide>
        <p15:guide id="3" pos="226">
          <p15:clr>
            <a:srgbClr val="F26B43"/>
          </p15:clr>
        </p15:guide>
        <p15:guide id="4" pos="5534">
          <p15:clr>
            <a:srgbClr val="F26B43"/>
          </p15:clr>
        </p15:guide>
        <p15:guide id="5" orient="horz" pos="237">
          <p15:clr>
            <a:srgbClr val="F26B43"/>
          </p15:clr>
        </p15:guide>
        <p15:guide id="6" orient="horz" pos="804">
          <p15:clr>
            <a:srgbClr val="F26B43"/>
          </p15:clr>
        </p15:guide>
        <p15:guide id="7" orient="horz" pos="2822">
          <p15:clr>
            <a:srgbClr val="F26B43"/>
          </p15:clr>
        </p15:guide>
        <p15:guide id="8" pos="2823">
          <p15:clr>
            <a:srgbClr val="F26B43"/>
          </p15:clr>
        </p15:guide>
        <p15:guide id="9" pos="2937">
          <p15:clr>
            <a:srgbClr val="F26B43"/>
          </p15:clr>
        </p15:guide>
        <p15:guide id="10" orient="horz" pos="463">
          <p15:clr>
            <a:srgbClr val="F26B43"/>
          </p15:clr>
        </p15:guide>
        <p15:guide id="11" orient="horz" pos="3094"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5.xml"/><Relationship Id="rId1" Type="http://schemas.openxmlformats.org/officeDocument/2006/relationships/tags" Target="../tags/tag3.xml"/><Relationship Id="rId4" Type="http://schemas.openxmlformats.org/officeDocument/2006/relationships/image" Target="../media/image12.emf"/></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png"/><Relationship Id="rId1" Type="http://schemas.openxmlformats.org/officeDocument/2006/relationships/slideLayout" Target="../slideLayouts/slideLayout9.xml"/><Relationship Id="rId6" Type="http://schemas.openxmlformats.org/officeDocument/2006/relationships/image" Target="../media/image17.png"/><Relationship Id="rId5" Type="http://schemas.openxmlformats.org/officeDocument/2006/relationships/image" Target="../media/image16.png"/><Relationship Id="rId10" Type="http://schemas.openxmlformats.org/officeDocument/2006/relationships/image" Target="../media/image32.png"/><Relationship Id="rId4" Type="http://schemas.openxmlformats.org/officeDocument/2006/relationships/image" Target="../media/image15.png"/><Relationship Id="rId9" Type="http://schemas.openxmlformats.org/officeDocument/2006/relationships/image" Target="../media/image20.png"/></Relationships>
</file>

<file path=ppt/slides/_rels/slide7.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1.png"/><Relationship Id="rId7" Type="http://schemas.openxmlformats.org/officeDocument/2006/relationships/image" Target="../media/image23.png"/><Relationship Id="rId2" Type="http://schemas.openxmlformats.org/officeDocument/2006/relationships/image" Target="../media/image14.png"/><Relationship Id="rId1" Type="http://schemas.openxmlformats.org/officeDocument/2006/relationships/slideLayout" Target="../slideLayouts/slideLayout9.xml"/><Relationship Id="rId6" Type="http://schemas.openxmlformats.org/officeDocument/2006/relationships/image" Target="../media/image22.png"/><Relationship Id="rId11" Type="http://schemas.openxmlformats.org/officeDocument/2006/relationships/image" Target="../media/image26.png"/><Relationship Id="rId5" Type="http://schemas.openxmlformats.org/officeDocument/2006/relationships/image" Target="../media/image17.png"/><Relationship Id="rId10" Type="http://schemas.openxmlformats.org/officeDocument/2006/relationships/image" Target="../media/image25.png"/><Relationship Id="rId4" Type="http://schemas.openxmlformats.org/officeDocument/2006/relationships/image" Target="../media/image16.png"/><Relationship Id="rId9" Type="http://schemas.openxmlformats.org/officeDocument/2006/relationships/image" Target="../media/image24.png"/></Relationships>
</file>

<file path=ppt/slides/_rels/slide8.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17.png"/><Relationship Id="rId7" Type="http://schemas.openxmlformats.org/officeDocument/2006/relationships/image" Target="../media/image24.png"/><Relationship Id="rId12" Type="http://schemas.openxmlformats.org/officeDocument/2006/relationships/image" Target="../media/image25.png"/><Relationship Id="rId2" Type="http://schemas.openxmlformats.org/officeDocument/2006/relationships/image" Target="../media/image27.png"/><Relationship Id="rId1" Type="http://schemas.openxmlformats.org/officeDocument/2006/relationships/slideLayout" Target="../slideLayouts/slideLayout9.xml"/><Relationship Id="rId6" Type="http://schemas.openxmlformats.org/officeDocument/2006/relationships/image" Target="../media/image32.png"/><Relationship Id="rId11" Type="http://schemas.openxmlformats.org/officeDocument/2006/relationships/image" Target="../media/image30.png"/><Relationship Id="rId5" Type="http://schemas.openxmlformats.org/officeDocument/2006/relationships/image" Target="../media/image28.png"/><Relationship Id="rId10" Type="http://schemas.openxmlformats.org/officeDocument/2006/relationships/image" Target="../media/image16.png"/><Relationship Id="rId4" Type="http://schemas.openxmlformats.org/officeDocument/2006/relationships/image" Target="../media/image22.png"/><Relationship Id="rId9" Type="http://schemas.openxmlformats.org/officeDocument/2006/relationships/image" Target="../media/image29.png"/></Relationships>
</file>

<file path=ppt/slides/_rels/slide9.xml.rels><?xml version="1.0" encoding="UTF-8" standalone="yes"?>
<Relationships xmlns="http://schemas.openxmlformats.org/package/2006/relationships"><Relationship Id="rId8" Type="http://schemas.openxmlformats.org/officeDocument/2006/relationships/image" Target="../media/image38.svg"/><Relationship Id="rId3" Type="http://schemas.openxmlformats.org/officeDocument/2006/relationships/image" Target="../media/image33.png"/><Relationship Id="rId7" Type="http://schemas.openxmlformats.org/officeDocument/2006/relationships/image" Target="../media/image37.png"/><Relationship Id="rId2" Type="http://schemas.openxmlformats.org/officeDocument/2006/relationships/image" Target="../media/image31.png"/><Relationship Id="rId1" Type="http://schemas.openxmlformats.org/officeDocument/2006/relationships/slideLayout" Target="../slideLayouts/slideLayout9.xml"/><Relationship Id="rId6" Type="http://schemas.openxmlformats.org/officeDocument/2006/relationships/image" Target="../media/image36.svg"/><Relationship Id="rId5" Type="http://schemas.openxmlformats.org/officeDocument/2006/relationships/image" Target="../media/image35.png"/><Relationship Id="rId10" Type="http://schemas.openxmlformats.org/officeDocument/2006/relationships/image" Target="../media/image40.svg"/><Relationship Id="rId4" Type="http://schemas.openxmlformats.org/officeDocument/2006/relationships/image" Target="../media/image34.png"/><Relationship Id="rId9" Type="http://schemas.openxmlformats.org/officeDocument/2006/relationships/image" Target="../media/image39.png"/></Relationships>
</file>

<file path=ppt/slides/_rels/slide1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340.png"/><Relationship Id="rId1" Type="http://schemas.openxmlformats.org/officeDocument/2006/relationships/slideLayout" Target="../slideLayouts/slideLayout14.xml"/><Relationship Id="rId4" Type="http://schemas.openxmlformats.org/officeDocument/2006/relationships/image" Target="../media/image36.png"/></Relationships>
</file>

<file path=ppt/slides/_rels/slide11.xml.rels><?xml version="1.0" encoding="UTF-8" standalone="yes"?>
<Relationships xmlns="http://schemas.openxmlformats.org/package/2006/relationships"><Relationship Id="rId2" Type="http://schemas.openxmlformats.org/officeDocument/2006/relationships/hyperlink" Target="https://scikit-learn.org/stable/" TargetMode="Externa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11.xml"/><Relationship Id="rId1" Type="http://schemas.openxmlformats.org/officeDocument/2006/relationships/tags" Target="../tags/tag4.xml"/><Relationship Id="rId5" Type="http://schemas.openxmlformats.org/officeDocument/2006/relationships/image" Target="../media/image43.png"/><Relationship Id="rId4" Type="http://schemas.openxmlformats.org/officeDocument/2006/relationships/image" Target="../media/image42.emf"/></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11.xml"/><Relationship Id="rId1" Type="http://schemas.openxmlformats.org/officeDocument/2006/relationships/tags" Target="../tags/tag5.xml"/><Relationship Id="rId5" Type="http://schemas.openxmlformats.org/officeDocument/2006/relationships/image" Target="../media/image44.png"/><Relationship Id="rId4" Type="http://schemas.openxmlformats.org/officeDocument/2006/relationships/image" Target="../media/image42.emf"/></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11.xml"/><Relationship Id="rId1" Type="http://schemas.openxmlformats.org/officeDocument/2006/relationships/tags" Target="../tags/tag6.xml"/><Relationship Id="rId5" Type="http://schemas.openxmlformats.org/officeDocument/2006/relationships/image" Target="../media/image45.png"/><Relationship Id="rId4" Type="http://schemas.openxmlformats.org/officeDocument/2006/relationships/image" Target="../media/image42.emf"/></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11.xml"/><Relationship Id="rId1" Type="http://schemas.openxmlformats.org/officeDocument/2006/relationships/tags" Target="../tags/tag7.xml"/><Relationship Id="rId5" Type="http://schemas.openxmlformats.org/officeDocument/2006/relationships/image" Target="../media/image46.png"/><Relationship Id="rId4" Type="http://schemas.openxmlformats.org/officeDocument/2006/relationships/image" Target="../media/image42.emf"/></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11.xml"/><Relationship Id="rId1" Type="http://schemas.openxmlformats.org/officeDocument/2006/relationships/tags" Target="../tags/tag8.xml"/><Relationship Id="rId5" Type="http://schemas.openxmlformats.org/officeDocument/2006/relationships/image" Target="../media/image47.png"/><Relationship Id="rId4" Type="http://schemas.openxmlformats.org/officeDocument/2006/relationships/image" Target="../media/image42.emf"/></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11.xml"/><Relationship Id="rId1" Type="http://schemas.openxmlformats.org/officeDocument/2006/relationships/tags" Target="../tags/tag9.xml"/><Relationship Id="rId5" Type="http://schemas.openxmlformats.org/officeDocument/2006/relationships/image" Target="../media/image48.png"/><Relationship Id="rId4" Type="http://schemas.openxmlformats.org/officeDocument/2006/relationships/image" Target="../media/image42.emf"/></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8" Type="http://schemas.openxmlformats.org/officeDocument/2006/relationships/hyperlink" Target="https://www.models-resource.com/wii_u/mariokart8/model/47932/" TargetMode="External"/><Relationship Id="rId3" Type="http://schemas.openxmlformats.org/officeDocument/2006/relationships/image" Target="../media/image50.png"/><Relationship Id="rId7" Type="http://schemas.openxmlformats.org/officeDocument/2006/relationships/hyperlink" Target="https://wovenlearning.org/lessons/3-introduction-to-mario-kart/" TargetMode="External"/><Relationship Id="rId2" Type="http://schemas.openxmlformats.org/officeDocument/2006/relationships/image" Target="../media/image49.png"/><Relationship Id="rId1" Type="http://schemas.openxmlformats.org/officeDocument/2006/relationships/slideLayout" Target="../slideLayouts/slideLayout11.xml"/><Relationship Id="rId6" Type="http://schemas.openxmlformats.org/officeDocument/2006/relationships/hyperlink" Target="https://mariokart.fandom.com/wiki/Standard_(wheel)" TargetMode="External"/><Relationship Id="rId5" Type="http://schemas.openxmlformats.org/officeDocument/2006/relationships/image" Target="../media/image52.jpeg"/><Relationship Id="rId4" Type="http://schemas.openxmlformats.org/officeDocument/2006/relationships/image" Target="../media/image51.png"/><Relationship Id="rId9" Type="http://schemas.openxmlformats.org/officeDocument/2006/relationships/hyperlink" Target="https://www.reddit.com/r/mariokart/comments/13coepp/whats_the_best_standard_kart_from_the_mk_series/" TargetMode="External"/></Relationships>
</file>

<file path=ppt/slides/_rels/slide21.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53.png"/><Relationship Id="rId1" Type="http://schemas.openxmlformats.org/officeDocument/2006/relationships/slideLayout" Target="../slideLayouts/slideLayout11.xml"/><Relationship Id="rId5" Type="http://schemas.openxmlformats.org/officeDocument/2006/relationships/image" Target="../media/image50.png"/><Relationship Id="rId4" Type="http://schemas.openxmlformats.org/officeDocument/2006/relationships/image" Target="../media/image51.png"/></Relationships>
</file>

<file path=ppt/slides/_rels/slide22.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13.xml"/><Relationship Id="rId5" Type="http://schemas.openxmlformats.org/officeDocument/2006/relationships/image" Target="../media/image59.png"/><Relationship Id="rId4" Type="http://schemas.openxmlformats.org/officeDocument/2006/relationships/image" Target="../media/image58.png"/></Relationships>
</file>

<file path=ppt/slides/_rels/slide24.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3" Type="http://schemas.openxmlformats.org/officeDocument/2006/relationships/hyperlink" Target="mailto:lirst.last@%3Cstudent.%3Eunisg.ch" TargetMode="External"/><Relationship Id="rId2" Type="http://schemas.openxmlformats.org/officeDocument/2006/relationships/notesSlide" Target="../notesSlides/notesSlide3.xml"/><Relationship Id="rId1" Type="http://schemas.openxmlformats.org/officeDocument/2006/relationships/slideLayout" Target="../slideLayouts/slideLayout31.xml"/><Relationship Id="rId4" Type="http://schemas.openxmlformats.org/officeDocument/2006/relationships/hyperlink" Target="mailto:irst.last@student.unisg.ch"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el 11">
            <a:extLst>
              <a:ext uri="{FF2B5EF4-FFF2-40B4-BE49-F238E27FC236}">
                <a16:creationId xmlns:a16="http://schemas.microsoft.com/office/drawing/2014/main" id="{D3143055-81F2-4195-A863-909ED77C77CF}"/>
              </a:ext>
            </a:extLst>
          </p:cNvPr>
          <p:cNvSpPr>
            <a:spLocks noGrp="1"/>
          </p:cNvSpPr>
          <p:nvPr>
            <p:ph type="title"/>
          </p:nvPr>
        </p:nvSpPr>
        <p:spPr>
          <a:xfrm>
            <a:off x="827015" y="1636541"/>
            <a:ext cx="8132898" cy="1531505"/>
          </a:xfrm>
        </p:spPr>
        <p:txBody>
          <a:bodyPr/>
          <a:lstStyle/>
          <a:p>
            <a:r>
              <a:rPr lang="de-DE" sz="4000" err="1"/>
              <a:t>Fundamentals</a:t>
            </a:r>
            <a:r>
              <a:rPr lang="de-DE" sz="4000"/>
              <a:t> and Methods </a:t>
            </a:r>
            <a:r>
              <a:rPr lang="de-DE" sz="4000" err="1"/>
              <a:t>of</a:t>
            </a:r>
            <a:r>
              <a:rPr lang="de-DE" sz="4000"/>
              <a:t> Computer Science</a:t>
            </a:r>
            <a:endParaRPr lang="de-DE"/>
          </a:p>
        </p:txBody>
      </p:sp>
      <p:sp>
        <p:nvSpPr>
          <p:cNvPr id="13" name="Textplatzhalter 12">
            <a:extLst>
              <a:ext uri="{FF2B5EF4-FFF2-40B4-BE49-F238E27FC236}">
                <a16:creationId xmlns:a16="http://schemas.microsoft.com/office/drawing/2014/main" id="{0C11E479-9B3A-42D2-A07C-80F9E924336D}"/>
              </a:ext>
            </a:extLst>
          </p:cNvPr>
          <p:cNvSpPr>
            <a:spLocks noGrp="1"/>
          </p:cNvSpPr>
          <p:nvPr>
            <p:ph type="body" sz="quarter" idx="10"/>
          </p:nvPr>
        </p:nvSpPr>
        <p:spPr/>
        <p:txBody>
          <a:bodyPr>
            <a:normAutofit/>
          </a:bodyPr>
          <a:lstStyle/>
          <a:p>
            <a:r>
              <a:rPr lang="de-DE" err="1"/>
              <a:t>Exercise</a:t>
            </a:r>
            <a:r>
              <a:rPr lang="de-DE"/>
              <a:t> </a:t>
            </a:r>
            <a:r>
              <a:rPr lang="de-DE" err="1"/>
              <a:t>week</a:t>
            </a:r>
            <a:r>
              <a:rPr lang="de-DE"/>
              <a:t> 5</a:t>
            </a:r>
          </a:p>
        </p:txBody>
      </p:sp>
    </p:spTree>
    <p:extLst>
      <p:ext uri="{BB962C8B-B14F-4D97-AF65-F5344CB8AC3E}">
        <p14:creationId xmlns:p14="http://schemas.microsoft.com/office/powerpoint/2010/main" val="25912792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liennummernplatzhalter 2">
            <a:extLst>
              <a:ext uri="{FF2B5EF4-FFF2-40B4-BE49-F238E27FC236}">
                <a16:creationId xmlns:a16="http://schemas.microsoft.com/office/drawing/2014/main" id="{17DB3436-ED48-75F7-EFC8-D81AEA02D09F}"/>
              </a:ext>
            </a:extLst>
          </p:cNvPr>
          <p:cNvSpPr>
            <a:spLocks noGrp="1"/>
          </p:cNvSpPr>
          <p:nvPr>
            <p:ph type="sldNum" sz="quarter" idx="16"/>
          </p:nvPr>
        </p:nvSpPr>
        <p:spPr/>
        <p:txBody>
          <a:bodyPr/>
          <a:lstStyle/>
          <a:p>
            <a:fld id="{7559FC98-AF75-4A00-A03C-DF9FEBF6BCB9}" type="slidenum">
              <a:rPr lang="en-GB" smtClean="0"/>
              <a:pPr/>
              <a:t>2</a:t>
            </a:fld>
            <a:endParaRPr lang="en-GB"/>
          </a:p>
        </p:txBody>
      </p:sp>
      <p:sp>
        <p:nvSpPr>
          <p:cNvPr id="4" name="Titel 3">
            <a:extLst>
              <a:ext uri="{FF2B5EF4-FFF2-40B4-BE49-F238E27FC236}">
                <a16:creationId xmlns:a16="http://schemas.microsoft.com/office/drawing/2014/main" id="{A7DF72C1-C663-3FA3-FACB-98369A161D17}"/>
              </a:ext>
            </a:extLst>
          </p:cNvPr>
          <p:cNvSpPr>
            <a:spLocks noGrp="1"/>
          </p:cNvSpPr>
          <p:nvPr>
            <p:ph type="title"/>
          </p:nvPr>
        </p:nvSpPr>
        <p:spPr/>
        <p:txBody>
          <a:bodyPr/>
          <a:lstStyle/>
          <a:p>
            <a:r>
              <a:rPr lang="en-US" dirty="0"/>
              <a:t>Today’s Menu</a:t>
            </a:r>
          </a:p>
        </p:txBody>
      </p:sp>
      <p:sp>
        <p:nvSpPr>
          <p:cNvPr id="2" name="Textplatzhalter 1">
            <a:extLst>
              <a:ext uri="{FF2B5EF4-FFF2-40B4-BE49-F238E27FC236}">
                <a16:creationId xmlns:a16="http://schemas.microsoft.com/office/drawing/2014/main" id="{38C104DD-55A5-D5D7-68B1-A81097757DA7}"/>
              </a:ext>
            </a:extLst>
          </p:cNvPr>
          <p:cNvSpPr>
            <a:spLocks noGrp="1"/>
          </p:cNvSpPr>
          <p:nvPr>
            <p:ph type="body" sz="quarter" idx="13"/>
          </p:nvPr>
        </p:nvSpPr>
        <p:spPr>
          <a:xfrm>
            <a:off x="358774" y="1276350"/>
            <a:ext cx="5415949" cy="3203575"/>
          </a:xfrm>
        </p:spPr>
        <p:txBody>
          <a:bodyPr/>
          <a:lstStyle/>
          <a:p>
            <a:r>
              <a:rPr lang="en-US" dirty="0"/>
              <a:t>Project Idea Presentations &amp; What is this Machine Learning?</a:t>
            </a:r>
          </a:p>
          <a:p>
            <a:r>
              <a:rPr lang="en-US" dirty="0"/>
              <a:t>Discussion of assignment 4 and the respective quiz </a:t>
            </a:r>
          </a:p>
          <a:p>
            <a:r>
              <a:rPr lang="en-US" dirty="0"/>
              <a:t>Brief summary of skills necessary to solve assignment 5</a:t>
            </a:r>
          </a:p>
          <a:p>
            <a:r>
              <a:rPr lang="en-US" dirty="0"/>
              <a:t>Working on assignment 5</a:t>
            </a:r>
          </a:p>
        </p:txBody>
      </p:sp>
    </p:spTree>
    <p:extLst>
      <p:ext uri="{BB962C8B-B14F-4D97-AF65-F5344CB8AC3E}">
        <p14:creationId xmlns:p14="http://schemas.microsoft.com/office/powerpoint/2010/main" val="25174753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9C5C61F6-6EE3-9788-EA5F-0CB9A3439784}"/>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Folie" r:id="rId3" imgW="7772400" imgH="10058400" progId="TCLayout.ActiveDocument.1">
                  <p:embed/>
                </p:oleObj>
              </mc:Choice>
              <mc:Fallback>
                <p:oleObj name="think-cell Folie" r:id="rId3" imgW="7772400" imgH="10058400" progId="TCLayout.ActiveDocument.1">
                  <p:embed/>
                  <p:pic>
                    <p:nvPicPr>
                      <p:cNvPr id="4" name="think-cell data - do not delete" hidden="1">
                        <a:extLst>
                          <a:ext uri="{FF2B5EF4-FFF2-40B4-BE49-F238E27FC236}">
                            <a16:creationId xmlns:a16="http://schemas.microsoft.com/office/drawing/2014/main" id="{9C5C61F6-6EE3-9788-EA5F-0CB9A3439784}"/>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2" name="Titel 1">
            <a:extLst>
              <a:ext uri="{FF2B5EF4-FFF2-40B4-BE49-F238E27FC236}">
                <a16:creationId xmlns:a16="http://schemas.microsoft.com/office/drawing/2014/main" id="{C36256A2-67B2-CA01-7417-6A9C17C6B307}"/>
              </a:ext>
            </a:extLst>
          </p:cNvPr>
          <p:cNvSpPr>
            <a:spLocks noGrp="1"/>
          </p:cNvSpPr>
          <p:nvPr>
            <p:ph type="title"/>
          </p:nvPr>
        </p:nvSpPr>
        <p:spPr>
          <a:xfrm>
            <a:off x="1484989" y="578691"/>
            <a:ext cx="7694791" cy="2496171"/>
          </a:xfrm>
        </p:spPr>
        <p:txBody>
          <a:bodyPr vert="horz"/>
          <a:lstStyle/>
          <a:p>
            <a:r>
              <a:rPr lang="en-GB" dirty="0"/>
              <a:t>Project Idea Presentations &amp;</a:t>
            </a:r>
            <a:br>
              <a:rPr lang="en-GB" dirty="0"/>
            </a:br>
            <a:r>
              <a:rPr lang="en-GB" dirty="0"/>
              <a:t>What is Machine Learning?</a:t>
            </a:r>
          </a:p>
        </p:txBody>
      </p:sp>
    </p:spTree>
    <p:extLst>
      <p:ext uri="{BB962C8B-B14F-4D97-AF65-F5344CB8AC3E}">
        <p14:creationId xmlns:p14="http://schemas.microsoft.com/office/powerpoint/2010/main" val="23067654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456389-6767-9391-B1B1-139321E60CDD}"/>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73E2337F-E481-F3EE-0D46-5D2FC6CB770C}"/>
              </a:ext>
            </a:extLst>
          </p:cNvPr>
          <p:cNvSpPr>
            <a:spLocks noGrp="1"/>
          </p:cNvSpPr>
          <p:nvPr>
            <p:ph type="title"/>
          </p:nvPr>
        </p:nvSpPr>
        <p:spPr/>
        <p:txBody>
          <a:bodyPr/>
          <a:lstStyle/>
          <a:p>
            <a:r>
              <a:rPr lang="en-GB" dirty="0"/>
              <a:t>Disclaimer on “Machine Learning” Requirement</a:t>
            </a:r>
            <a:endParaRPr lang="en-US" dirty="0"/>
          </a:p>
        </p:txBody>
      </p:sp>
      <p:sp>
        <p:nvSpPr>
          <p:cNvPr id="3" name="Inhaltsplatzhalter 2">
            <a:extLst>
              <a:ext uri="{FF2B5EF4-FFF2-40B4-BE49-F238E27FC236}">
                <a16:creationId xmlns:a16="http://schemas.microsoft.com/office/drawing/2014/main" id="{DCE6B417-D869-ABEA-8C6A-36C407F42C1E}"/>
              </a:ext>
            </a:extLst>
          </p:cNvPr>
          <p:cNvSpPr>
            <a:spLocks noGrp="1"/>
          </p:cNvSpPr>
          <p:nvPr>
            <p:ph idx="1"/>
          </p:nvPr>
        </p:nvSpPr>
        <p:spPr/>
        <p:txBody>
          <a:bodyPr>
            <a:normAutofit/>
          </a:bodyPr>
          <a:lstStyle/>
          <a:p>
            <a:pPr marL="0" indent="0"/>
            <a:r>
              <a:rPr lang="en-GB" dirty="0"/>
              <a:t>Your project will be evaluated based on the 8 requirements communicated in class. Number 5 is about Machine Learning. What does this mean? This slide helps you get an intuition on what to expect:</a:t>
            </a:r>
          </a:p>
          <a:p>
            <a:pPr marL="0" indent="0"/>
            <a:endParaRPr lang="en-GB" dirty="0"/>
          </a:p>
          <a:p>
            <a:pPr marL="180975" indent="-180975">
              <a:buFont typeface="Wingdings" panose="05000000000000000000" pitchFamily="2" charset="2"/>
              <a:buChar char="§"/>
            </a:pPr>
            <a:r>
              <a:rPr lang="en-GB" dirty="0"/>
              <a:t>“Machine Learning” is a fancy term for </a:t>
            </a:r>
            <a:r>
              <a:rPr lang="en-GB" b="1" dirty="0"/>
              <a:t>statistical inference from data</a:t>
            </a:r>
            <a:r>
              <a:rPr lang="en-GB" dirty="0"/>
              <a:t>. This means to draw conclusions about some data point(s) based on (a large number) of existing data points.</a:t>
            </a:r>
          </a:p>
          <a:p>
            <a:pPr marL="180975" indent="-180975">
              <a:buFont typeface="Wingdings" panose="05000000000000000000" pitchFamily="2" charset="2"/>
              <a:buChar char="§"/>
            </a:pPr>
            <a:endParaRPr lang="en-GB" dirty="0"/>
          </a:p>
          <a:p>
            <a:pPr marL="180975" indent="-180975">
              <a:buFont typeface="Wingdings" panose="05000000000000000000" pitchFamily="2" charset="2"/>
              <a:buChar char="§"/>
            </a:pPr>
            <a:r>
              <a:rPr lang="en-GB" dirty="0"/>
              <a:t>The more data we have, the more likely it is that there are patterns in this data (e.g., people with longer legs compared to their torsos might run faster than people with shorter relative leg length).</a:t>
            </a:r>
          </a:p>
          <a:p>
            <a:pPr marL="180975" indent="-180975">
              <a:buFont typeface="Wingdings" panose="05000000000000000000" pitchFamily="2" charset="2"/>
              <a:buChar char="§"/>
            </a:pPr>
            <a:r>
              <a:rPr lang="en-GB" dirty="0"/>
              <a:t>A machine can </a:t>
            </a:r>
            <a:r>
              <a:rPr lang="en-GB" b="1" dirty="0"/>
              <a:t>identify such patterns </a:t>
            </a:r>
            <a:r>
              <a:rPr lang="en-GB" dirty="0"/>
              <a:t>(= learning).</a:t>
            </a:r>
          </a:p>
          <a:p>
            <a:pPr marL="180975" indent="-180975">
              <a:buFont typeface="Wingdings" panose="05000000000000000000" pitchFamily="2" charset="2"/>
              <a:buChar char="§"/>
            </a:pPr>
            <a:r>
              <a:rPr lang="en-GB" dirty="0"/>
              <a:t>Given a </a:t>
            </a:r>
            <a:r>
              <a:rPr lang="en-GB" b="1" dirty="0"/>
              <a:t>new data point </a:t>
            </a:r>
            <a:r>
              <a:rPr lang="en-GB" dirty="0"/>
              <a:t>(e.g., my personal relative leg length), the machine might </a:t>
            </a:r>
            <a:r>
              <a:rPr lang="en-GB" b="1" dirty="0"/>
              <a:t>draw a conclusion </a:t>
            </a:r>
            <a:r>
              <a:rPr lang="en-GB" dirty="0"/>
              <a:t>(= inference, e.g., my running pace).</a:t>
            </a:r>
          </a:p>
        </p:txBody>
      </p:sp>
      <p:sp>
        <p:nvSpPr>
          <p:cNvPr id="4" name="Foliennummernplatzhalter 3">
            <a:extLst>
              <a:ext uri="{FF2B5EF4-FFF2-40B4-BE49-F238E27FC236}">
                <a16:creationId xmlns:a16="http://schemas.microsoft.com/office/drawing/2014/main" id="{D85661EE-6F1E-A9C1-7645-CA7AE590DD3D}"/>
              </a:ext>
            </a:extLst>
          </p:cNvPr>
          <p:cNvSpPr>
            <a:spLocks noGrp="1"/>
          </p:cNvSpPr>
          <p:nvPr>
            <p:ph type="sldNum" sz="quarter" idx="12"/>
          </p:nvPr>
        </p:nvSpPr>
        <p:spPr/>
        <p:txBody>
          <a:bodyPr/>
          <a:lstStyle/>
          <a:p>
            <a:fld id="{7559FC98-AF75-4A00-A03C-DF9FEBF6BCB9}" type="slidenum">
              <a:rPr lang="en-GB" smtClean="0"/>
              <a:pPr/>
              <a:t>4</a:t>
            </a:fld>
            <a:endParaRPr lang="en-GB"/>
          </a:p>
        </p:txBody>
      </p:sp>
      <p:sp>
        <p:nvSpPr>
          <p:cNvPr id="7" name="Text Placeholder 6">
            <a:extLst>
              <a:ext uri="{FF2B5EF4-FFF2-40B4-BE49-F238E27FC236}">
                <a16:creationId xmlns:a16="http://schemas.microsoft.com/office/drawing/2014/main" id="{50EA40E9-B8BB-7EE3-A001-28E2C77DFF91}"/>
              </a:ext>
            </a:extLst>
          </p:cNvPr>
          <p:cNvSpPr>
            <a:spLocks noGrp="1"/>
          </p:cNvSpPr>
          <p:nvPr>
            <p:ph type="body" sz="quarter" idx="15"/>
          </p:nvPr>
        </p:nvSpPr>
        <p:spPr/>
        <p:txBody>
          <a:bodyPr/>
          <a:lstStyle/>
          <a:p>
            <a:r>
              <a:rPr lang="en-GB" dirty="0"/>
              <a:t>Based on the example, this procedure might seem </a:t>
            </a:r>
            <a:r>
              <a:rPr lang="en-GB" b="1" dirty="0">
                <a:solidFill>
                  <a:srgbClr val="C00000"/>
                </a:solidFill>
              </a:rPr>
              <a:t>overwhelming</a:t>
            </a:r>
            <a:r>
              <a:rPr lang="en-GB" dirty="0"/>
              <a:t> &amp; </a:t>
            </a:r>
            <a:r>
              <a:rPr lang="en-GB" b="1" dirty="0">
                <a:solidFill>
                  <a:srgbClr val="0A5F2D"/>
                </a:solidFill>
              </a:rPr>
              <a:t>underwhelming</a:t>
            </a:r>
            <a:r>
              <a:rPr lang="en-GB" dirty="0"/>
              <a:t> at the same time.</a:t>
            </a:r>
          </a:p>
        </p:txBody>
      </p:sp>
      <p:sp>
        <p:nvSpPr>
          <p:cNvPr id="8" name="Content Placeholder 7">
            <a:extLst>
              <a:ext uri="{FF2B5EF4-FFF2-40B4-BE49-F238E27FC236}">
                <a16:creationId xmlns:a16="http://schemas.microsoft.com/office/drawing/2014/main" id="{64956DD6-296B-E928-F0C4-B925AF0F5AB3}"/>
              </a:ext>
            </a:extLst>
          </p:cNvPr>
          <p:cNvSpPr>
            <a:spLocks noGrp="1"/>
          </p:cNvSpPr>
          <p:nvPr>
            <p:ph sz="quarter" idx="17"/>
          </p:nvPr>
        </p:nvSpPr>
        <p:spPr/>
        <p:txBody>
          <a:bodyPr/>
          <a:lstStyle/>
          <a:p>
            <a:endParaRPr lang="en-GB"/>
          </a:p>
        </p:txBody>
      </p:sp>
      <p:sp>
        <p:nvSpPr>
          <p:cNvPr id="10" name="Text Placeholder 9">
            <a:extLst>
              <a:ext uri="{FF2B5EF4-FFF2-40B4-BE49-F238E27FC236}">
                <a16:creationId xmlns:a16="http://schemas.microsoft.com/office/drawing/2014/main" id="{E34FCFBC-41E8-CA36-D8FC-E129854653FB}"/>
              </a:ext>
            </a:extLst>
          </p:cNvPr>
          <p:cNvSpPr>
            <a:spLocks noGrp="1"/>
          </p:cNvSpPr>
          <p:nvPr>
            <p:ph type="body" sz="quarter" idx="10"/>
          </p:nvPr>
        </p:nvSpPr>
        <p:spPr/>
        <p:txBody>
          <a:bodyPr/>
          <a:lstStyle/>
          <a:p>
            <a:r>
              <a:rPr lang="de-CH" dirty="0"/>
              <a:t>Project Work</a:t>
            </a:r>
            <a:endParaRPr lang="en-GB" dirty="0"/>
          </a:p>
        </p:txBody>
      </p:sp>
    </p:spTree>
    <p:extLst>
      <p:ext uri="{BB962C8B-B14F-4D97-AF65-F5344CB8AC3E}">
        <p14:creationId xmlns:p14="http://schemas.microsoft.com/office/powerpoint/2010/main" val="16046467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D21FDB-CC04-A1BF-C3F2-1F7861431097}"/>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EF1B81C3-4D00-2D94-3D25-80B3EDD9B81D}"/>
              </a:ext>
            </a:extLst>
          </p:cNvPr>
          <p:cNvSpPr>
            <a:spLocks noGrp="1"/>
          </p:cNvSpPr>
          <p:nvPr>
            <p:ph type="title"/>
          </p:nvPr>
        </p:nvSpPr>
        <p:spPr/>
        <p:txBody>
          <a:bodyPr/>
          <a:lstStyle/>
          <a:p>
            <a:r>
              <a:rPr lang="en-GB" dirty="0"/>
              <a:t>Disclaimer on “Machine Learning” Requirement</a:t>
            </a:r>
            <a:endParaRPr lang="en-US" dirty="0"/>
          </a:p>
        </p:txBody>
      </p:sp>
      <p:sp>
        <p:nvSpPr>
          <p:cNvPr id="3" name="Inhaltsplatzhalter 2">
            <a:extLst>
              <a:ext uri="{FF2B5EF4-FFF2-40B4-BE49-F238E27FC236}">
                <a16:creationId xmlns:a16="http://schemas.microsoft.com/office/drawing/2014/main" id="{5E4AFB29-3320-01D9-9212-0B6A84E2589D}"/>
              </a:ext>
            </a:extLst>
          </p:cNvPr>
          <p:cNvSpPr>
            <a:spLocks noGrp="1"/>
          </p:cNvSpPr>
          <p:nvPr>
            <p:ph idx="1"/>
          </p:nvPr>
        </p:nvSpPr>
        <p:spPr/>
        <p:txBody>
          <a:bodyPr>
            <a:normAutofit/>
          </a:bodyPr>
          <a:lstStyle/>
          <a:p>
            <a:pPr marL="0" indent="0"/>
            <a:r>
              <a:rPr lang="en-GB" dirty="0"/>
              <a:t>Your project will be evaluated based on the 8 requirements communicated in class. Number 5 is about Machine Learning. What does this mean? This slide helps you get an intuition on what to expect:</a:t>
            </a:r>
          </a:p>
          <a:p>
            <a:pPr marL="0" indent="0"/>
            <a:endParaRPr lang="en-GB" dirty="0"/>
          </a:p>
          <a:p>
            <a:pPr marL="180975" indent="-180975">
              <a:buFont typeface="Wingdings" panose="05000000000000000000" pitchFamily="2" charset="2"/>
              <a:buChar char="§"/>
            </a:pPr>
            <a:r>
              <a:rPr lang="en-GB" dirty="0"/>
              <a:t>“Machine Learning” is a fancy term for </a:t>
            </a:r>
            <a:r>
              <a:rPr lang="en-GB" b="1" dirty="0"/>
              <a:t>statistical inference from data</a:t>
            </a:r>
            <a:r>
              <a:rPr lang="en-GB" dirty="0"/>
              <a:t>. This means to draw conclusions about some data point(s) based on (a large number) of existing data points.</a:t>
            </a:r>
          </a:p>
          <a:p>
            <a:pPr marL="180975" indent="-180975">
              <a:buFont typeface="Wingdings" panose="05000000000000000000" pitchFamily="2" charset="2"/>
              <a:buChar char="§"/>
            </a:pPr>
            <a:endParaRPr lang="en-GB" dirty="0"/>
          </a:p>
          <a:p>
            <a:pPr marL="180975" indent="-180975">
              <a:buFont typeface="Wingdings" panose="05000000000000000000" pitchFamily="2" charset="2"/>
              <a:buChar char="§"/>
            </a:pPr>
            <a:r>
              <a:rPr lang="en-GB" dirty="0"/>
              <a:t>The more data we have, the more likely it is that there are patterns in this data (e.g., people with longer legs compared to their torsos might run faster than people with shorter relative leg length).</a:t>
            </a:r>
          </a:p>
          <a:p>
            <a:pPr marL="180975" indent="-180975">
              <a:buFont typeface="Wingdings" panose="05000000000000000000" pitchFamily="2" charset="2"/>
              <a:buChar char="§"/>
            </a:pPr>
            <a:r>
              <a:rPr lang="en-GB" dirty="0"/>
              <a:t>A machine can </a:t>
            </a:r>
            <a:r>
              <a:rPr lang="en-GB" b="1" dirty="0"/>
              <a:t>identify such patterns </a:t>
            </a:r>
            <a:r>
              <a:rPr lang="en-GB" dirty="0"/>
              <a:t>(= learning).</a:t>
            </a:r>
          </a:p>
          <a:p>
            <a:pPr marL="180975" indent="-180975">
              <a:buFont typeface="Wingdings" panose="05000000000000000000" pitchFamily="2" charset="2"/>
              <a:buChar char="§"/>
            </a:pPr>
            <a:r>
              <a:rPr lang="en-GB" dirty="0"/>
              <a:t>Given a </a:t>
            </a:r>
            <a:r>
              <a:rPr lang="en-GB" b="1" dirty="0"/>
              <a:t>new data point </a:t>
            </a:r>
            <a:r>
              <a:rPr lang="en-GB" dirty="0"/>
              <a:t>(e.g., my personal relative leg length), the machine might </a:t>
            </a:r>
            <a:r>
              <a:rPr lang="en-GB" b="1" dirty="0"/>
              <a:t>draw a conclusion </a:t>
            </a:r>
            <a:r>
              <a:rPr lang="en-GB" dirty="0"/>
              <a:t>(= inference, e.g., my running pace).</a:t>
            </a:r>
          </a:p>
        </p:txBody>
      </p:sp>
      <p:sp>
        <p:nvSpPr>
          <p:cNvPr id="4" name="Foliennummernplatzhalter 3">
            <a:extLst>
              <a:ext uri="{FF2B5EF4-FFF2-40B4-BE49-F238E27FC236}">
                <a16:creationId xmlns:a16="http://schemas.microsoft.com/office/drawing/2014/main" id="{EA12130D-6EAF-A36E-CC93-5C2F73F669C6}"/>
              </a:ext>
            </a:extLst>
          </p:cNvPr>
          <p:cNvSpPr>
            <a:spLocks noGrp="1"/>
          </p:cNvSpPr>
          <p:nvPr>
            <p:ph type="sldNum" sz="quarter" idx="12"/>
          </p:nvPr>
        </p:nvSpPr>
        <p:spPr/>
        <p:txBody>
          <a:bodyPr/>
          <a:lstStyle/>
          <a:p>
            <a:fld id="{7559FC98-AF75-4A00-A03C-DF9FEBF6BCB9}" type="slidenum">
              <a:rPr lang="en-GB" smtClean="0"/>
              <a:pPr/>
              <a:t>5</a:t>
            </a:fld>
            <a:endParaRPr lang="en-GB"/>
          </a:p>
        </p:txBody>
      </p:sp>
      <p:sp>
        <p:nvSpPr>
          <p:cNvPr id="5" name="Textplatzhalter 4">
            <a:extLst>
              <a:ext uri="{FF2B5EF4-FFF2-40B4-BE49-F238E27FC236}">
                <a16:creationId xmlns:a16="http://schemas.microsoft.com/office/drawing/2014/main" id="{2B281F40-9A3A-F838-8A86-D074A7B69ECA}"/>
              </a:ext>
            </a:extLst>
          </p:cNvPr>
          <p:cNvSpPr>
            <a:spLocks noGrp="1"/>
          </p:cNvSpPr>
          <p:nvPr>
            <p:ph type="body" sz="quarter" idx="10"/>
          </p:nvPr>
        </p:nvSpPr>
        <p:spPr/>
        <p:txBody>
          <a:bodyPr/>
          <a:lstStyle/>
          <a:p>
            <a:r>
              <a:rPr lang="en-GB" dirty="0"/>
              <a:t>Project Work</a:t>
            </a:r>
            <a:endParaRPr lang="en-US" dirty="0"/>
          </a:p>
        </p:txBody>
      </p:sp>
      <p:sp>
        <p:nvSpPr>
          <p:cNvPr id="7" name="Text Placeholder 6">
            <a:extLst>
              <a:ext uri="{FF2B5EF4-FFF2-40B4-BE49-F238E27FC236}">
                <a16:creationId xmlns:a16="http://schemas.microsoft.com/office/drawing/2014/main" id="{ADD3D49A-B014-453B-B29F-26B861677791}"/>
              </a:ext>
            </a:extLst>
          </p:cNvPr>
          <p:cNvSpPr>
            <a:spLocks noGrp="1"/>
          </p:cNvSpPr>
          <p:nvPr>
            <p:ph type="body" sz="quarter" idx="15"/>
          </p:nvPr>
        </p:nvSpPr>
        <p:spPr/>
        <p:txBody>
          <a:bodyPr/>
          <a:lstStyle/>
          <a:p>
            <a:r>
              <a:rPr lang="en-GB" dirty="0"/>
              <a:t>Based on the example, this procedure might seem </a:t>
            </a:r>
            <a:r>
              <a:rPr lang="en-GB" b="1" dirty="0">
                <a:solidFill>
                  <a:srgbClr val="C00000"/>
                </a:solidFill>
              </a:rPr>
              <a:t>overwhelming</a:t>
            </a:r>
            <a:r>
              <a:rPr lang="en-GB" dirty="0"/>
              <a:t> &amp; </a:t>
            </a:r>
            <a:r>
              <a:rPr lang="en-GB" b="1" dirty="0">
                <a:solidFill>
                  <a:srgbClr val="0A5F2D"/>
                </a:solidFill>
              </a:rPr>
              <a:t>underwhelming</a:t>
            </a:r>
            <a:r>
              <a:rPr lang="en-GB" dirty="0"/>
              <a:t> at the same time.</a:t>
            </a:r>
          </a:p>
        </p:txBody>
      </p:sp>
      <p:sp>
        <p:nvSpPr>
          <p:cNvPr id="8" name="Content Placeholder 7">
            <a:extLst>
              <a:ext uri="{FF2B5EF4-FFF2-40B4-BE49-F238E27FC236}">
                <a16:creationId xmlns:a16="http://schemas.microsoft.com/office/drawing/2014/main" id="{056ACA4F-A2C9-50ED-4919-8096B847118F}"/>
              </a:ext>
            </a:extLst>
          </p:cNvPr>
          <p:cNvSpPr>
            <a:spLocks noGrp="1"/>
          </p:cNvSpPr>
          <p:nvPr>
            <p:ph sz="quarter" idx="17"/>
          </p:nvPr>
        </p:nvSpPr>
        <p:spPr/>
        <p:txBody>
          <a:bodyPr/>
          <a:lstStyle/>
          <a:p>
            <a:endParaRPr lang="en-GB"/>
          </a:p>
        </p:txBody>
      </p:sp>
      <p:sp>
        <p:nvSpPr>
          <p:cNvPr id="6" name="Rectangle: Rounded Corners 5">
            <a:extLst>
              <a:ext uri="{FF2B5EF4-FFF2-40B4-BE49-F238E27FC236}">
                <a16:creationId xmlns:a16="http://schemas.microsoft.com/office/drawing/2014/main" id="{2263F12B-9F9D-8A29-5C03-E8E51DB5830C}"/>
              </a:ext>
            </a:extLst>
          </p:cNvPr>
          <p:cNvSpPr/>
          <p:nvPr/>
        </p:nvSpPr>
        <p:spPr>
          <a:xfrm>
            <a:off x="1529121" y="919775"/>
            <a:ext cx="2001691" cy="845244"/>
          </a:xfrm>
          <a:prstGeom prst="round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CH" dirty="0"/>
              <a:t>I </a:t>
            </a:r>
            <a:r>
              <a:rPr lang="de-CH" dirty="0" err="1"/>
              <a:t>haven’t</a:t>
            </a:r>
            <a:r>
              <a:rPr lang="de-CH" dirty="0"/>
              <a:t> </a:t>
            </a:r>
            <a:r>
              <a:rPr lang="de-CH" dirty="0" err="1"/>
              <a:t>taken</a:t>
            </a:r>
            <a:r>
              <a:rPr lang="de-CH" dirty="0"/>
              <a:t> </a:t>
            </a:r>
            <a:r>
              <a:rPr lang="de-CH" dirty="0" err="1"/>
              <a:t>statistics</a:t>
            </a:r>
            <a:r>
              <a:rPr lang="de-CH" dirty="0"/>
              <a:t> </a:t>
            </a:r>
            <a:r>
              <a:rPr lang="de-CH" dirty="0" err="1"/>
              <a:t>yet</a:t>
            </a:r>
            <a:r>
              <a:rPr lang="de-CH" dirty="0"/>
              <a:t> and am still </a:t>
            </a:r>
            <a:r>
              <a:rPr lang="de-CH" dirty="0" err="1"/>
              <a:t>trying</a:t>
            </a:r>
            <a:r>
              <a:rPr lang="de-CH" dirty="0"/>
              <a:t> to understand </a:t>
            </a:r>
            <a:r>
              <a:rPr lang="de-CH" dirty="0" err="1"/>
              <a:t>this</a:t>
            </a:r>
            <a:r>
              <a:rPr lang="de-CH" dirty="0"/>
              <a:t> </a:t>
            </a:r>
            <a:r>
              <a:rPr lang="de-CH" dirty="0" err="1"/>
              <a:t>term</a:t>
            </a:r>
            <a:r>
              <a:rPr lang="de-CH" dirty="0"/>
              <a:t>.</a:t>
            </a:r>
            <a:endParaRPr lang="en-GB" dirty="0"/>
          </a:p>
        </p:txBody>
      </p:sp>
      <p:cxnSp>
        <p:nvCxnSpPr>
          <p:cNvPr id="11" name="Straight Arrow Connector 10">
            <a:extLst>
              <a:ext uri="{FF2B5EF4-FFF2-40B4-BE49-F238E27FC236}">
                <a16:creationId xmlns:a16="http://schemas.microsoft.com/office/drawing/2014/main" id="{DE4EE484-F419-B4C4-6520-2212C746B1BF}"/>
              </a:ext>
            </a:extLst>
          </p:cNvPr>
          <p:cNvCxnSpPr>
            <a:cxnSpLocks/>
          </p:cNvCxnSpPr>
          <p:nvPr/>
        </p:nvCxnSpPr>
        <p:spPr>
          <a:xfrm>
            <a:off x="3480867" y="1702013"/>
            <a:ext cx="403412" cy="222837"/>
          </a:xfrm>
          <a:prstGeom prst="straightConnector1">
            <a:avLst/>
          </a:prstGeom>
          <a:ln w="19050" cap="flat" cmpd="sng" algn="ctr">
            <a:solidFill>
              <a:srgbClr val="C0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5" name="Rectangle: Rounded Corners 14">
            <a:extLst>
              <a:ext uri="{FF2B5EF4-FFF2-40B4-BE49-F238E27FC236}">
                <a16:creationId xmlns:a16="http://schemas.microsoft.com/office/drawing/2014/main" id="{8DE11833-4625-8A04-306B-20239BBED0A5}"/>
              </a:ext>
            </a:extLst>
          </p:cNvPr>
          <p:cNvSpPr/>
          <p:nvPr/>
        </p:nvSpPr>
        <p:spPr>
          <a:xfrm>
            <a:off x="4878079" y="2227089"/>
            <a:ext cx="2001691" cy="845244"/>
          </a:xfrm>
          <a:prstGeom prst="roundRect">
            <a:avLst/>
          </a:prstGeom>
          <a:solidFill>
            <a:srgbClr val="0A5F2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CH" dirty="0"/>
              <a:t>And </a:t>
            </a:r>
            <a:r>
              <a:rPr lang="de-CH" dirty="0" err="1"/>
              <a:t>this</a:t>
            </a:r>
            <a:r>
              <a:rPr lang="de-CH" dirty="0"/>
              <a:t> simple </a:t>
            </a:r>
            <a:r>
              <a:rPr lang="de-CH" dirty="0" err="1"/>
              <a:t>idea</a:t>
            </a:r>
            <a:r>
              <a:rPr lang="de-CH" dirty="0"/>
              <a:t> </a:t>
            </a:r>
            <a:r>
              <a:rPr lang="de-CH" dirty="0" err="1"/>
              <a:t>gives</a:t>
            </a:r>
            <a:r>
              <a:rPr lang="de-CH" dirty="0"/>
              <a:t> </a:t>
            </a:r>
            <a:r>
              <a:rPr lang="de-CH" dirty="0" err="1"/>
              <a:t>companies</a:t>
            </a:r>
            <a:r>
              <a:rPr lang="de-CH" dirty="0"/>
              <a:t> $</a:t>
            </a:r>
            <a:r>
              <a:rPr lang="de-CH" dirty="0" err="1"/>
              <a:t>bn</a:t>
            </a:r>
            <a:r>
              <a:rPr lang="de-CH" dirty="0"/>
              <a:t> </a:t>
            </a:r>
            <a:r>
              <a:rPr lang="de-CH" dirty="0" err="1"/>
              <a:t>valuations</a:t>
            </a:r>
            <a:r>
              <a:rPr lang="de-CH" dirty="0"/>
              <a:t>?</a:t>
            </a:r>
            <a:endParaRPr lang="en-GB" dirty="0"/>
          </a:p>
        </p:txBody>
      </p:sp>
      <p:cxnSp>
        <p:nvCxnSpPr>
          <p:cNvPr id="16" name="Straight Arrow Connector 15">
            <a:extLst>
              <a:ext uri="{FF2B5EF4-FFF2-40B4-BE49-F238E27FC236}">
                <a16:creationId xmlns:a16="http://schemas.microsoft.com/office/drawing/2014/main" id="{1E88DA17-04B5-9958-ADA0-A3959288F32A}"/>
              </a:ext>
            </a:extLst>
          </p:cNvPr>
          <p:cNvCxnSpPr>
            <a:cxnSpLocks/>
          </p:cNvCxnSpPr>
          <p:nvPr/>
        </p:nvCxnSpPr>
        <p:spPr>
          <a:xfrm flipH="1">
            <a:off x="4437529" y="3013970"/>
            <a:ext cx="495621" cy="58363"/>
          </a:xfrm>
          <a:prstGeom prst="straightConnector1">
            <a:avLst/>
          </a:prstGeom>
          <a:ln w="19050" cap="flat" cmpd="sng" algn="ctr">
            <a:solidFill>
              <a:srgbClr val="0A5F2D"/>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10268103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A802F1-752C-0A12-0639-A2EE9EABE7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C7270A-C3E1-00B0-379D-0A16ED49CF2C}"/>
              </a:ext>
            </a:extLst>
          </p:cNvPr>
          <p:cNvSpPr>
            <a:spLocks noGrp="1"/>
          </p:cNvSpPr>
          <p:nvPr>
            <p:ph type="title"/>
          </p:nvPr>
        </p:nvSpPr>
        <p:spPr/>
        <p:txBody>
          <a:bodyPr/>
          <a:lstStyle/>
          <a:p>
            <a:r>
              <a:rPr lang="de-CH" dirty="0" err="1"/>
              <a:t>Statistics</a:t>
            </a:r>
            <a:endParaRPr lang="en-GB" dirty="0"/>
          </a:p>
        </p:txBody>
      </p:sp>
      <p:sp>
        <p:nvSpPr>
          <p:cNvPr id="4" name="Slide Number Placeholder 3">
            <a:extLst>
              <a:ext uri="{FF2B5EF4-FFF2-40B4-BE49-F238E27FC236}">
                <a16:creationId xmlns:a16="http://schemas.microsoft.com/office/drawing/2014/main" id="{AD5164FE-FFC4-A09F-F292-96A913BE7254}"/>
              </a:ext>
            </a:extLst>
          </p:cNvPr>
          <p:cNvSpPr>
            <a:spLocks noGrp="1"/>
          </p:cNvSpPr>
          <p:nvPr>
            <p:ph type="sldNum" sz="quarter" idx="12"/>
          </p:nvPr>
        </p:nvSpPr>
        <p:spPr/>
        <p:txBody>
          <a:bodyPr/>
          <a:lstStyle/>
          <a:p>
            <a:fld id="{7559FC98-AF75-4A00-A03C-DF9FEBF6BCB9}" type="slidenum">
              <a:rPr lang="en-GB" smtClean="0"/>
              <a:pPr/>
              <a:t>6</a:t>
            </a:fld>
            <a:endParaRPr lang="en-GB"/>
          </a:p>
        </p:txBody>
      </p:sp>
      <p:sp>
        <p:nvSpPr>
          <p:cNvPr id="5" name="Text Placeholder 4">
            <a:extLst>
              <a:ext uri="{FF2B5EF4-FFF2-40B4-BE49-F238E27FC236}">
                <a16:creationId xmlns:a16="http://schemas.microsoft.com/office/drawing/2014/main" id="{C6BCF950-406A-BDB0-6841-34CFF1A83F49}"/>
              </a:ext>
            </a:extLst>
          </p:cNvPr>
          <p:cNvSpPr>
            <a:spLocks noGrp="1"/>
          </p:cNvSpPr>
          <p:nvPr>
            <p:ph type="body" sz="quarter" idx="10"/>
          </p:nvPr>
        </p:nvSpPr>
        <p:spPr/>
        <p:txBody>
          <a:bodyPr/>
          <a:lstStyle/>
          <a:p>
            <a:r>
              <a:rPr lang="de-CH" dirty="0" err="1"/>
              <a:t>Recap</a:t>
            </a:r>
            <a:r>
              <a:rPr lang="de-CH" dirty="0"/>
              <a:t> (</a:t>
            </a:r>
            <a:r>
              <a:rPr lang="de-CH" dirty="0" err="1"/>
              <a:t>or</a:t>
            </a:r>
            <a:r>
              <a:rPr lang="de-CH" dirty="0"/>
              <a:t> </a:t>
            </a:r>
            <a:r>
              <a:rPr lang="de-CH" dirty="0" err="1"/>
              <a:t>trailer</a:t>
            </a:r>
            <a:r>
              <a:rPr lang="de-CH" dirty="0"/>
              <a:t>) of your </a:t>
            </a:r>
            <a:r>
              <a:rPr lang="de-CH" dirty="0" err="1"/>
              <a:t>statistics</a:t>
            </a:r>
            <a:r>
              <a:rPr lang="de-CH" dirty="0"/>
              <a:t> </a:t>
            </a:r>
            <a:r>
              <a:rPr lang="de-CH" dirty="0" err="1"/>
              <a:t>class</a:t>
            </a:r>
            <a:endParaRPr lang="en-GB" dirty="0"/>
          </a:p>
        </p:txBody>
      </p:sp>
      <mc:AlternateContent xmlns:mc="http://schemas.openxmlformats.org/markup-compatibility/2006" xmlns:a14="http://schemas.microsoft.com/office/drawing/2010/main">
        <mc:Choice Requires="a14">
          <p:sp>
            <p:nvSpPr>
              <p:cNvPr id="6" name="Text Placeholder 5">
                <a:extLst>
                  <a:ext uri="{FF2B5EF4-FFF2-40B4-BE49-F238E27FC236}">
                    <a16:creationId xmlns:a16="http://schemas.microsoft.com/office/drawing/2014/main" id="{D77B98B1-FA5C-C86E-4570-42526D8FF2BA}"/>
                  </a:ext>
                </a:extLst>
              </p:cNvPr>
              <p:cNvSpPr>
                <a:spLocks noGrp="1"/>
              </p:cNvSpPr>
              <p:nvPr>
                <p:ph type="body" sz="quarter" idx="15"/>
              </p:nvPr>
            </p:nvSpPr>
            <p:spPr/>
            <p:txBody>
              <a:bodyPr>
                <a:noAutofit/>
              </a:bodyPr>
              <a:lstStyle/>
              <a:p>
                <a:r>
                  <a:rPr lang="de-CH" sz="1300" dirty="0"/>
                  <a:t>Using a </a:t>
                </a:r>
                <a:r>
                  <a:rPr lang="de-CH" sz="1300" b="1" dirty="0"/>
                  <a:t>sample</a:t>
                </a:r>
                <a:r>
                  <a:rPr lang="de-CH" sz="1300" dirty="0"/>
                  <a:t> (a </a:t>
                </a:r>
                <a:r>
                  <a:rPr lang="de-CH" sz="1300" dirty="0" err="1"/>
                  <a:t>few</a:t>
                </a:r>
                <a:r>
                  <a:rPr lang="de-CH" sz="1300" dirty="0"/>
                  <a:t> </a:t>
                </a:r>
                <a:r>
                  <a:rPr lang="de-CH" sz="1300" dirty="0" err="1"/>
                  <a:t>dots</a:t>
                </a:r>
                <a:r>
                  <a:rPr lang="de-CH" sz="1300" dirty="0"/>
                  <a:t>  ), </a:t>
                </a:r>
                <a:r>
                  <a:rPr lang="de-CH" sz="1300" dirty="0" err="1"/>
                  <a:t>we</a:t>
                </a:r>
                <a:r>
                  <a:rPr lang="de-CH" sz="1300" dirty="0"/>
                  <a:t> </a:t>
                </a:r>
                <a:r>
                  <a:rPr lang="de-CH" sz="1300" dirty="0" err="1"/>
                  <a:t>try</a:t>
                </a:r>
                <a:r>
                  <a:rPr lang="de-CH" sz="1300" dirty="0"/>
                  <a:t> to find </a:t>
                </a:r>
                <a:r>
                  <a:rPr lang="de-CH" sz="1300" dirty="0" err="1"/>
                  <a:t>the</a:t>
                </a:r>
                <a:r>
                  <a:rPr lang="de-CH" sz="1300" dirty="0"/>
                  <a:t> </a:t>
                </a:r>
                <a:r>
                  <a:rPr lang="de-CH" sz="1300" dirty="0" err="1"/>
                  <a:t>underlying</a:t>
                </a:r>
                <a:r>
                  <a:rPr lang="de-CH" sz="1300" dirty="0"/>
                  <a:t> «</a:t>
                </a:r>
                <a:r>
                  <a:rPr lang="de-CH" sz="1300" dirty="0" err="1"/>
                  <a:t>unknown</a:t>
                </a:r>
                <a:r>
                  <a:rPr lang="de-CH" sz="1300" dirty="0"/>
                  <a:t> </a:t>
                </a:r>
                <a:r>
                  <a:rPr lang="de-CH" sz="1300" dirty="0" err="1"/>
                  <a:t>connection</a:t>
                </a:r>
                <a:r>
                  <a:rPr lang="de-CH" sz="1300" dirty="0"/>
                  <a:t>» </a:t>
                </a:r>
                <a14:m>
                  <m:oMath xmlns:m="http://schemas.openxmlformats.org/officeDocument/2006/math">
                    <m:r>
                      <a:rPr lang="de-CH" sz="1300" b="1" i="1">
                        <a:solidFill>
                          <a:srgbClr val="0A5F2D"/>
                        </a:solidFill>
                        <a:latin typeface="Cambria Math" panose="02040503050406030204" pitchFamily="18" charset="0"/>
                      </a:rPr>
                      <m:t>𝒇</m:t>
                    </m:r>
                  </m:oMath>
                </a14:m>
                <a:r>
                  <a:rPr lang="de-CH" sz="1300" dirty="0"/>
                  <a:t> </a:t>
                </a:r>
                <a:r>
                  <a:rPr lang="de-CH" sz="1300" dirty="0" err="1"/>
                  <a:t>between</a:t>
                </a:r>
                <a:r>
                  <a:rPr lang="de-CH" sz="1300" dirty="0"/>
                  <a:t> </a:t>
                </a:r>
                <a:r>
                  <a:rPr lang="de-CH" sz="1300" dirty="0" err="1"/>
                  <a:t>the</a:t>
                </a:r>
                <a:r>
                  <a:rPr lang="de-CH" sz="1300" dirty="0"/>
                  <a:t> </a:t>
                </a:r>
                <a:r>
                  <a:rPr lang="de-CH" sz="1300" b="1" dirty="0"/>
                  <a:t>Independent variable(s)</a:t>
                </a:r>
                <a:r>
                  <a:rPr lang="de-CH" sz="1300" dirty="0"/>
                  <a:t> &amp; </a:t>
                </a:r>
                <a:r>
                  <a:rPr lang="de-CH" sz="1300" dirty="0" err="1"/>
                  <a:t>the</a:t>
                </a:r>
                <a:r>
                  <a:rPr lang="de-CH" sz="1300" dirty="0"/>
                  <a:t> </a:t>
                </a:r>
                <a:r>
                  <a:rPr lang="de-CH" sz="1300" b="1" dirty="0" err="1"/>
                  <a:t>Dependent</a:t>
                </a:r>
                <a:r>
                  <a:rPr lang="de-CH" sz="1300" b="1" dirty="0"/>
                  <a:t> variable </a:t>
                </a:r>
                <a:r>
                  <a:rPr lang="de-CH" sz="1300" dirty="0"/>
                  <a:t>for </a:t>
                </a:r>
                <a:r>
                  <a:rPr lang="de-CH" sz="1300" dirty="0" err="1"/>
                  <a:t>the</a:t>
                </a:r>
                <a:r>
                  <a:rPr lang="de-CH" sz="1300" dirty="0"/>
                  <a:t> </a:t>
                </a:r>
                <a:r>
                  <a:rPr lang="de-CH" sz="1300" b="1" dirty="0" err="1"/>
                  <a:t>whole</a:t>
                </a:r>
                <a:r>
                  <a:rPr lang="de-CH" sz="1300" dirty="0"/>
                  <a:t> </a:t>
                </a:r>
                <a:r>
                  <a:rPr lang="de-CH" sz="1300" b="1" dirty="0" err="1"/>
                  <a:t>population</a:t>
                </a:r>
                <a:r>
                  <a:rPr lang="de-CH" sz="1300" dirty="0"/>
                  <a:t> (all possible </a:t>
                </a:r>
                <a:r>
                  <a:rPr lang="de-CH" sz="1300" dirty="0" err="1"/>
                  <a:t>dots</a:t>
                </a:r>
                <a:r>
                  <a:rPr lang="de-CH" sz="1300" dirty="0"/>
                  <a:t>). In simple linear </a:t>
                </a:r>
                <a:r>
                  <a:rPr lang="de-CH" sz="1300" dirty="0" err="1"/>
                  <a:t>regression</a:t>
                </a:r>
                <a:r>
                  <a:rPr lang="de-CH" sz="1300" dirty="0"/>
                  <a:t>, </a:t>
                </a:r>
                <a:r>
                  <a:rPr lang="de-CH" sz="1300" dirty="0" err="1"/>
                  <a:t>we</a:t>
                </a:r>
                <a:r>
                  <a:rPr lang="de-CH" sz="1300" dirty="0"/>
                  <a:t> </a:t>
                </a:r>
                <a:r>
                  <a:rPr lang="de-CH" sz="1300" dirty="0" err="1"/>
                  <a:t>approximate</a:t>
                </a:r>
                <a:r>
                  <a:rPr lang="de-CH" sz="1300" dirty="0"/>
                  <a:t> </a:t>
                </a:r>
                <a14:m>
                  <m:oMath xmlns:m="http://schemas.openxmlformats.org/officeDocument/2006/math">
                    <m:r>
                      <a:rPr lang="de-CH" sz="1300" b="1" i="1">
                        <a:solidFill>
                          <a:srgbClr val="0A5F2D"/>
                        </a:solidFill>
                        <a:latin typeface="Cambria Math" panose="02040503050406030204" pitchFamily="18" charset="0"/>
                      </a:rPr>
                      <m:t>𝒇</m:t>
                    </m:r>
                  </m:oMath>
                </a14:m>
                <a:r>
                  <a:rPr lang="de-CH" sz="1300" dirty="0"/>
                  <a:t> with </a:t>
                </a:r>
                <a:r>
                  <a:rPr lang="de-CH" sz="1300" dirty="0" err="1"/>
                  <a:t>the</a:t>
                </a:r>
                <a:r>
                  <a:rPr lang="de-CH" sz="1300" dirty="0"/>
                  <a:t> «</a:t>
                </a:r>
                <a:r>
                  <a:rPr lang="de-CH" sz="1300" dirty="0" err="1"/>
                  <a:t>best</a:t>
                </a:r>
                <a:r>
                  <a:rPr lang="de-CH" sz="1300" dirty="0"/>
                  <a:t> </a:t>
                </a:r>
                <a:r>
                  <a:rPr lang="de-CH" sz="1300" dirty="0" err="1"/>
                  <a:t>fitting</a:t>
                </a:r>
                <a:r>
                  <a:rPr lang="de-CH" sz="1300" dirty="0"/>
                  <a:t>» </a:t>
                </a:r>
                <a:r>
                  <a:rPr lang="de-CH" sz="1300" dirty="0" err="1"/>
                  <a:t>line</a:t>
                </a:r>
                <a:r>
                  <a:rPr lang="de-CH" sz="1300" dirty="0"/>
                  <a:t> </a:t>
                </a:r>
                <a14:m>
                  <m:oMath xmlns:m="http://schemas.openxmlformats.org/officeDocument/2006/math">
                    <m:acc>
                      <m:accPr>
                        <m:chr m:val="̂"/>
                        <m:ctrlPr>
                          <a:rPr lang="de-CH" sz="1300" b="1" i="1" smtClean="0">
                            <a:solidFill>
                              <a:schemeClr val="accent3">
                                <a:lumMod val="75000"/>
                              </a:schemeClr>
                            </a:solidFill>
                            <a:latin typeface="Cambria Math" panose="02040503050406030204" pitchFamily="18" charset="0"/>
                          </a:rPr>
                        </m:ctrlPr>
                      </m:accPr>
                      <m:e>
                        <m:r>
                          <a:rPr lang="de-CH" sz="1300" b="1" i="1" smtClean="0">
                            <a:solidFill>
                              <a:schemeClr val="accent3">
                                <a:lumMod val="75000"/>
                              </a:schemeClr>
                            </a:solidFill>
                            <a:latin typeface="Cambria Math" panose="02040503050406030204" pitchFamily="18" charset="0"/>
                          </a:rPr>
                          <m:t>𝒇</m:t>
                        </m:r>
                      </m:e>
                    </m:acc>
                  </m:oMath>
                </a14:m>
                <a:r>
                  <a:rPr lang="de-CH" sz="1300" dirty="0"/>
                  <a:t> </a:t>
                </a:r>
                <a:r>
                  <a:rPr lang="de-CH" sz="1300" i="1" dirty="0"/>
                  <a:t>(</a:t>
                </a:r>
                <a:r>
                  <a:rPr lang="de-CH" sz="1300" i="1" dirty="0" err="1"/>
                  <a:t>it</a:t>
                </a:r>
                <a:r>
                  <a:rPr lang="de-CH" sz="1300" i="1" dirty="0"/>
                  <a:t> does not matter for </a:t>
                </a:r>
                <a:r>
                  <a:rPr lang="de-CH" sz="1300" i="1" dirty="0" err="1"/>
                  <a:t>the</a:t>
                </a:r>
                <a:r>
                  <a:rPr lang="de-CH" sz="1300" i="1" dirty="0"/>
                  <a:t> </a:t>
                </a:r>
                <a:r>
                  <a:rPr lang="de-CH" sz="1300" i="1" dirty="0" err="1"/>
                  <a:t>explanation</a:t>
                </a:r>
                <a:r>
                  <a:rPr lang="de-CH" sz="1300" i="1" dirty="0"/>
                  <a:t>, </a:t>
                </a:r>
                <a:r>
                  <a:rPr lang="de-CH" sz="1300" i="1" dirty="0" err="1"/>
                  <a:t>how</a:t>
                </a:r>
                <a:r>
                  <a:rPr lang="de-CH" sz="1300" i="1" dirty="0"/>
                  <a:t> «</a:t>
                </a:r>
                <a:r>
                  <a:rPr lang="de-CH" sz="1300" i="1" dirty="0" err="1"/>
                  <a:t>best</a:t>
                </a:r>
                <a:r>
                  <a:rPr lang="de-CH" sz="1300" i="1" dirty="0"/>
                  <a:t> fit» </a:t>
                </a:r>
                <a:r>
                  <a:rPr lang="de-CH" sz="1300" i="1" dirty="0" err="1"/>
                  <a:t>is</a:t>
                </a:r>
                <a:r>
                  <a:rPr lang="de-CH" sz="1300" i="1" dirty="0"/>
                  <a:t> </a:t>
                </a:r>
                <a:r>
                  <a:rPr lang="de-CH" sz="1300" i="1" dirty="0" err="1"/>
                  <a:t>determined</a:t>
                </a:r>
                <a:r>
                  <a:rPr lang="de-CH" sz="1300" dirty="0"/>
                  <a:t>).</a:t>
                </a:r>
                <a:endParaRPr lang="en-GB" sz="1300" i="1" dirty="0"/>
              </a:p>
            </p:txBody>
          </p:sp>
        </mc:Choice>
        <mc:Fallback xmlns="">
          <p:sp>
            <p:nvSpPr>
              <p:cNvPr id="6" name="Text Placeholder 5">
                <a:extLst>
                  <a:ext uri="{FF2B5EF4-FFF2-40B4-BE49-F238E27FC236}">
                    <a16:creationId xmlns:a16="http://schemas.microsoft.com/office/drawing/2014/main" id="{D77B98B1-FA5C-C86E-4570-42526D8FF2BA}"/>
                  </a:ext>
                </a:extLst>
              </p:cNvPr>
              <p:cNvSpPr>
                <a:spLocks noGrp="1" noRot="1" noChangeAspect="1" noMove="1" noResize="1" noEditPoints="1" noAdjustHandles="1" noChangeArrowheads="1" noChangeShapeType="1" noTextEdit="1"/>
              </p:cNvSpPr>
              <p:nvPr>
                <p:ph type="body" sz="quarter" idx="15"/>
              </p:nvPr>
            </p:nvSpPr>
            <p:spPr>
              <a:blipFill>
                <a:blip r:embed="rId2"/>
                <a:stretch>
                  <a:fillRect t="-15730" r="-1230" b="-23596"/>
                </a:stretch>
              </a:blipFill>
            </p:spPr>
            <p:txBody>
              <a:bodyPr/>
              <a:lstStyle/>
              <a:p>
                <a:r>
                  <a:rPr lang="en-GB">
                    <a:noFill/>
                  </a:rPr>
                  <a:t> </a:t>
                </a:r>
              </a:p>
            </p:txBody>
          </p:sp>
        </mc:Fallback>
      </mc:AlternateContent>
      <p:sp>
        <p:nvSpPr>
          <p:cNvPr id="7" name="Content Placeholder 6">
            <a:extLst>
              <a:ext uri="{FF2B5EF4-FFF2-40B4-BE49-F238E27FC236}">
                <a16:creationId xmlns:a16="http://schemas.microsoft.com/office/drawing/2014/main" id="{114AE9D3-F5D5-ABE6-7D2C-C35FB51CF68A}"/>
              </a:ext>
            </a:extLst>
          </p:cNvPr>
          <p:cNvSpPr>
            <a:spLocks noGrp="1"/>
          </p:cNvSpPr>
          <p:nvPr>
            <p:ph sz="quarter" idx="17"/>
          </p:nvPr>
        </p:nvSpPr>
        <p:spPr/>
        <p:txBody>
          <a:bodyPr/>
          <a:lstStyle/>
          <a:p>
            <a:endParaRPr lang="en-GB"/>
          </a:p>
        </p:txBody>
      </p:sp>
      <p:sp>
        <p:nvSpPr>
          <p:cNvPr id="8" name="Rectangle 7">
            <a:extLst>
              <a:ext uri="{FF2B5EF4-FFF2-40B4-BE49-F238E27FC236}">
                <a16:creationId xmlns:a16="http://schemas.microsoft.com/office/drawing/2014/main" id="{4607D2DC-E66A-C52F-8F51-6BEC6ECDFC06}"/>
              </a:ext>
            </a:extLst>
          </p:cNvPr>
          <p:cNvSpPr/>
          <p:nvPr/>
        </p:nvSpPr>
        <p:spPr>
          <a:xfrm>
            <a:off x="358775" y="1113182"/>
            <a:ext cx="2083858" cy="54054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CH" dirty="0"/>
              <a:t>Independent variable(s)</a:t>
            </a:r>
            <a:endParaRPr lang="en-GB" dirty="0"/>
          </a:p>
        </p:txBody>
      </p:sp>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96FA32FC-73A2-843E-1B65-66ED27F2F16A}"/>
                  </a:ext>
                </a:extLst>
              </p:cNvPr>
              <p:cNvSpPr/>
              <p:nvPr/>
            </p:nvSpPr>
            <p:spPr>
              <a:xfrm>
                <a:off x="358775" y="1832631"/>
                <a:ext cx="2083858" cy="54054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de-CH" dirty="0"/>
                  <a:t>Relative Leg </a:t>
                </a:r>
                <a:r>
                  <a:rPr lang="de-CH" dirty="0" err="1"/>
                  <a:t>Length</a:t>
                </a:r>
                <a:r>
                  <a:rPr lang="de-CH" dirty="0"/>
                  <a:t> (</a:t>
                </a:r>
                <a14:m>
                  <m:oMath xmlns:m="http://schemas.openxmlformats.org/officeDocument/2006/math">
                    <m:sSub>
                      <m:sSubPr>
                        <m:ctrlPr>
                          <a:rPr lang="de-CH" b="1" i="1" smtClean="0">
                            <a:solidFill>
                              <a:schemeClr val="tx1"/>
                            </a:solidFill>
                            <a:latin typeface="Cambria Math" panose="02040503050406030204" pitchFamily="18" charset="0"/>
                          </a:rPr>
                        </m:ctrlPr>
                      </m:sSubPr>
                      <m:e>
                        <m:r>
                          <a:rPr lang="de-CH" b="1" i="1" smtClean="0">
                            <a:solidFill>
                              <a:schemeClr val="tx1"/>
                            </a:solidFill>
                            <a:latin typeface="Cambria Math" panose="02040503050406030204" pitchFamily="18" charset="0"/>
                          </a:rPr>
                          <m:t>𝑿</m:t>
                        </m:r>
                      </m:e>
                      <m:sub>
                        <m:r>
                          <a:rPr lang="de-CH" b="1" i="1">
                            <a:solidFill>
                              <a:schemeClr val="tx1"/>
                            </a:solidFill>
                            <a:latin typeface="Cambria Math" panose="02040503050406030204" pitchFamily="18" charset="0"/>
                            <a:ea typeface="Cambria Math" panose="02040503050406030204" pitchFamily="18" charset="0"/>
                          </a:rPr>
                          <m:t>𝟏</m:t>
                        </m:r>
                      </m:sub>
                    </m:sSub>
                  </m:oMath>
                </a14:m>
                <a:r>
                  <a:rPr lang="de-CH" dirty="0"/>
                  <a:t>)</a:t>
                </a:r>
                <a:endParaRPr lang="en-GB" dirty="0"/>
              </a:p>
            </p:txBody>
          </p:sp>
        </mc:Choice>
        <mc:Fallback xmlns="">
          <p:sp>
            <p:nvSpPr>
              <p:cNvPr id="9" name="Rectangle 8">
                <a:extLst>
                  <a:ext uri="{FF2B5EF4-FFF2-40B4-BE49-F238E27FC236}">
                    <a16:creationId xmlns:a16="http://schemas.microsoft.com/office/drawing/2014/main" id="{96FA32FC-73A2-843E-1B65-66ED27F2F16A}"/>
                  </a:ext>
                </a:extLst>
              </p:cNvPr>
              <p:cNvSpPr>
                <a:spLocks noRot="1" noChangeAspect="1" noMove="1" noResize="1" noEditPoints="1" noAdjustHandles="1" noChangeArrowheads="1" noChangeShapeType="1" noTextEdit="1"/>
              </p:cNvSpPr>
              <p:nvPr/>
            </p:nvSpPr>
            <p:spPr>
              <a:xfrm>
                <a:off x="358775" y="1832631"/>
                <a:ext cx="2083858" cy="540544"/>
              </a:xfrm>
              <a:prstGeom prst="rect">
                <a:avLst/>
              </a:prstGeom>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 name="Rectangle 9">
                <a:extLst>
                  <a:ext uri="{FF2B5EF4-FFF2-40B4-BE49-F238E27FC236}">
                    <a16:creationId xmlns:a16="http://schemas.microsoft.com/office/drawing/2014/main" id="{5699930E-D882-5575-0912-9E77E1894780}"/>
                  </a:ext>
                </a:extLst>
              </p:cNvPr>
              <p:cNvSpPr/>
              <p:nvPr/>
            </p:nvSpPr>
            <p:spPr>
              <a:xfrm>
                <a:off x="358775" y="2443953"/>
                <a:ext cx="2083858" cy="540544"/>
              </a:xfrm>
              <a:prstGeom prst="rect">
                <a:avLst/>
              </a:prstGeom>
              <a:ln>
                <a:solidFill>
                  <a:schemeClr val="bg1">
                    <a:lumMod val="7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de-CH" dirty="0">
                    <a:solidFill>
                      <a:schemeClr val="bg1">
                        <a:lumMod val="75000"/>
                      </a:schemeClr>
                    </a:solidFill>
                  </a:rPr>
                  <a:t>Relative </a:t>
                </a:r>
                <a:r>
                  <a:rPr lang="de-CH" dirty="0" err="1">
                    <a:solidFill>
                      <a:schemeClr val="bg1">
                        <a:lumMod val="75000"/>
                      </a:schemeClr>
                    </a:solidFill>
                  </a:rPr>
                  <a:t>Weight</a:t>
                </a:r>
                <a:r>
                  <a:rPr lang="de-CH" dirty="0">
                    <a:solidFill>
                      <a:schemeClr val="bg1">
                        <a:lumMod val="75000"/>
                      </a:schemeClr>
                    </a:solidFill>
                  </a:rPr>
                  <a:t> (</a:t>
                </a:r>
                <a14:m>
                  <m:oMath xmlns:m="http://schemas.openxmlformats.org/officeDocument/2006/math">
                    <m:sSub>
                      <m:sSubPr>
                        <m:ctrlPr>
                          <a:rPr lang="de-CH" b="1" i="1" smtClean="0">
                            <a:solidFill>
                              <a:schemeClr val="bg1">
                                <a:lumMod val="75000"/>
                              </a:schemeClr>
                            </a:solidFill>
                            <a:latin typeface="Cambria Math" panose="02040503050406030204" pitchFamily="18" charset="0"/>
                          </a:rPr>
                        </m:ctrlPr>
                      </m:sSubPr>
                      <m:e>
                        <m:r>
                          <a:rPr lang="de-CH" b="1" i="1" smtClean="0">
                            <a:solidFill>
                              <a:schemeClr val="bg1">
                                <a:lumMod val="75000"/>
                              </a:schemeClr>
                            </a:solidFill>
                            <a:latin typeface="Cambria Math" panose="02040503050406030204" pitchFamily="18" charset="0"/>
                          </a:rPr>
                          <m:t>𝑿</m:t>
                        </m:r>
                      </m:e>
                      <m:sub>
                        <m:r>
                          <a:rPr lang="de-CH" b="1" i="1" smtClean="0">
                            <a:solidFill>
                              <a:schemeClr val="bg1">
                                <a:lumMod val="75000"/>
                              </a:schemeClr>
                            </a:solidFill>
                            <a:latin typeface="Cambria Math" panose="02040503050406030204" pitchFamily="18" charset="0"/>
                          </a:rPr>
                          <m:t>𝟐</m:t>
                        </m:r>
                      </m:sub>
                    </m:sSub>
                  </m:oMath>
                </a14:m>
                <a:r>
                  <a:rPr lang="de-CH" dirty="0">
                    <a:solidFill>
                      <a:schemeClr val="bg1">
                        <a:lumMod val="75000"/>
                      </a:schemeClr>
                    </a:solidFill>
                  </a:rPr>
                  <a:t>)</a:t>
                </a:r>
                <a:endParaRPr lang="en-GB" dirty="0">
                  <a:solidFill>
                    <a:schemeClr val="bg1">
                      <a:lumMod val="75000"/>
                    </a:schemeClr>
                  </a:solidFill>
                </a:endParaRPr>
              </a:p>
            </p:txBody>
          </p:sp>
        </mc:Choice>
        <mc:Fallback xmlns="">
          <p:sp>
            <p:nvSpPr>
              <p:cNvPr id="10" name="Rectangle 9">
                <a:extLst>
                  <a:ext uri="{FF2B5EF4-FFF2-40B4-BE49-F238E27FC236}">
                    <a16:creationId xmlns:a16="http://schemas.microsoft.com/office/drawing/2014/main" id="{5699930E-D882-5575-0912-9E77E1894780}"/>
                  </a:ext>
                </a:extLst>
              </p:cNvPr>
              <p:cNvSpPr>
                <a:spLocks noRot="1" noChangeAspect="1" noMove="1" noResize="1" noEditPoints="1" noAdjustHandles="1" noChangeArrowheads="1" noChangeShapeType="1" noTextEdit="1"/>
              </p:cNvSpPr>
              <p:nvPr/>
            </p:nvSpPr>
            <p:spPr>
              <a:xfrm>
                <a:off x="358775" y="2443953"/>
                <a:ext cx="2083858" cy="540544"/>
              </a:xfrm>
              <a:prstGeom prst="rect">
                <a:avLst/>
              </a:prstGeom>
              <a:blipFill>
                <a:blip r:embed="rId4"/>
                <a:stretch>
                  <a:fillRect/>
                </a:stretch>
              </a:blipFill>
              <a:ln>
                <a:solidFill>
                  <a:schemeClr val="bg1">
                    <a:lumMod val="75000"/>
                  </a:schemeClr>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AF7DE005-6612-2E01-924E-1FAF0181AB58}"/>
                  </a:ext>
                </a:extLst>
              </p:cNvPr>
              <p:cNvSpPr/>
              <p:nvPr/>
            </p:nvSpPr>
            <p:spPr>
              <a:xfrm>
                <a:off x="358775" y="3057787"/>
                <a:ext cx="2083858" cy="540544"/>
              </a:xfrm>
              <a:prstGeom prst="rect">
                <a:avLst/>
              </a:prstGeom>
              <a:ln>
                <a:solidFill>
                  <a:schemeClr val="bg1">
                    <a:lumMod val="7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de-CH" dirty="0">
                    <a:solidFill>
                      <a:schemeClr val="bg2">
                        <a:lumMod val="65000"/>
                      </a:schemeClr>
                    </a:solidFill>
                  </a:rPr>
                  <a:t>Weekly </a:t>
                </a:r>
                <a:r>
                  <a:rPr lang="de-CH" dirty="0" err="1">
                    <a:solidFill>
                      <a:schemeClr val="bg2">
                        <a:lumMod val="65000"/>
                      </a:schemeClr>
                    </a:solidFill>
                  </a:rPr>
                  <a:t>Exercise</a:t>
                </a:r>
                <a:r>
                  <a:rPr lang="de-CH" dirty="0">
                    <a:solidFill>
                      <a:schemeClr val="bg2">
                        <a:lumMod val="65000"/>
                      </a:schemeClr>
                    </a:solidFill>
                  </a:rPr>
                  <a:t> km </a:t>
                </a:r>
                <a:r>
                  <a:rPr lang="de-CH" dirty="0">
                    <a:solidFill>
                      <a:schemeClr val="bg1">
                        <a:lumMod val="75000"/>
                      </a:schemeClr>
                    </a:solidFill>
                  </a:rPr>
                  <a:t>(</a:t>
                </a:r>
                <a14:m>
                  <m:oMath xmlns:m="http://schemas.openxmlformats.org/officeDocument/2006/math">
                    <m:sSub>
                      <m:sSubPr>
                        <m:ctrlPr>
                          <a:rPr lang="de-CH" b="1" i="1" smtClean="0">
                            <a:solidFill>
                              <a:schemeClr val="bg1">
                                <a:lumMod val="75000"/>
                              </a:schemeClr>
                            </a:solidFill>
                            <a:latin typeface="Cambria Math" panose="02040503050406030204" pitchFamily="18" charset="0"/>
                          </a:rPr>
                        </m:ctrlPr>
                      </m:sSubPr>
                      <m:e>
                        <m:r>
                          <a:rPr lang="de-CH" b="1" i="1" smtClean="0">
                            <a:solidFill>
                              <a:schemeClr val="bg1">
                                <a:lumMod val="75000"/>
                              </a:schemeClr>
                            </a:solidFill>
                            <a:latin typeface="Cambria Math" panose="02040503050406030204" pitchFamily="18" charset="0"/>
                          </a:rPr>
                          <m:t>𝑿</m:t>
                        </m:r>
                      </m:e>
                      <m:sub>
                        <m:r>
                          <a:rPr lang="de-CH" b="1" i="1" smtClean="0">
                            <a:solidFill>
                              <a:schemeClr val="bg1">
                                <a:lumMod val="75000"/>
                              </a:schemeClr>
                            </a:solidFill>
                            <a:latin typeface="Cambria Math" panose="02040503050406030204" pitchFamily="18" charset="0"/>
                          </a:rPr>
                          <m:t>𝟑</m:t>
                        </m:r>
                      </m:sub>
                    </m:sSub>
                  </m:oMath>
                </a14:m>
                <a:r>
                  <a:rPr lang="de-CH" dirty="0">
                    <a:solidFill>
                      <a:schemeClr val="bg1">
                        <a:lumMod val="75000"/>
                      </a:schemeClr>
                    </a:solidFill>
                  </a:rPr>
                  <a:t>)</a:t>
                </a:r>
                <a:endParaRPr lang="en-GB" dirty="0">
                  <a:solidFill>
                    <a:schemeClr val="bg1">
                      <a:lumMod val="75000"/>
                    </a:schemeClr>
                  </a:solidFill>
                </a:endParaRPr>
              </a:p>
            </p:txBody>
          </p:sp>
        </mc:Choice>
        <mc:Fallback xmlns="">
          <p:sp>
            <p:nvSpPr>
              <p:cNvPr id="11" name="Rectangle 10">
                <a:extLst>
                  <a:ext uri="{FF2B5EF4-FFF2-40B4-BE49-F238E27FC236}">
                    <a16:creationId xmlns:a16="http://schemas.microsoft.com/office/drawing/2014/main" id="{AF7DE005-6612-2E01-924E-1FAF0181AB58}"/>
                  </a:ext>
                </a:extLst>
              </p:cNvPr>
              <p:cNvSpPr>
                <a:spLocks noRot="1" noChangeAspect="1" noMove="1" noResize="1" noEditPoints="1" noAdjustHandles="1" noChangeArrowheads="1" noChangeShapeType="1" noTextEdit="1"/>
              </p:cNvSpPr>
              <p:nvPr/>
            </p:nvSpPr>
            <p:spPr>
              <a:xfrm>
                <a:off x="358775" y="3057787"/>
                <a:ext cx="2083858" cy="540544"/>
              </a:xfrm>
              <a:prstGeom prst="rect">
                <a:avLst/>
              </a:prstGeom>
              <a:blipFill>
                <a:blip r:embed="rId5"/>
                <a:stretch>
                  <a:fillRect/>
                </a:stretch>
              </a:blipFill>
              <a:ln>
                <a:solidFill>
                  <a:schemeClr val="bg1">
                    <a:lumMod val="75000"/>
                  </a:schemeClr>
                </a:solidFill>
              </a:ln>
            </p:spPr>
            <p:txBody>
              <a:bodyPr/>
              <a:lstStyle/>
              <a:p>
                <a:r>
                  <a:rPr lang="en-GB">
                    <a:noFill/>
                  </a:rPr>
                  <a:t> </a:t>
                </a:r>
              </a:p>
            </p:txBody>
          </p:sp>
        </mc:Fallback>
      </mc:AlternateContent>
      <p:sp>
        <p:nvSpPr>
          <p:cNvPr id="12" name="Rectangle 11">
            <a:extLst>
              <a:ext uri="{FF2B5EF4-FFF2-40B4-BE49-F238E27FC236}">
                <a16:creationId xmlns:a16="http://schemas.microsoft.com/office/drawing/2014/main" id="{D41C85B7-1F8F-E418-3B61-5D6D0732DDE6}"/>
              </a:ext>
            </a:extLst>
          </p:cNvPr>
          <p:cNvSpPr/>
          <p:nvPr/>
        </p:nvSpPr>
        <p:spPr>
          <a:xfrm>
            <a:off x="3303519" y="1113182"/>
            <a:ext cx="2083858" cy="54054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CH" dirty="0" err="1"/>
              <a:t>Dependent</a:t>
            </a:r>
            <a:r>
              <a:rPr lang="de-CH" dirty="0"/>
              <a:t> variable</a:t>
            </a:r>
            <a:endParaRPr lang="en-GB" dirty="0"/>
          </a:p>
        </p:txBody>
      </p:sp>
      <p:sp>
        <p:nvSpPr>
          <p:cNvPr id="13" name="Arrow: Right 12">
            <a:extLst>
              <a:ext uri="{FF2B5EF4-FFF2-40B4-BE49-F238E27FC236}">
                <a16:creationId xmlns:a16="http://schemas.microsoft.com/office/drawing/2014/main" id="{09678019-0000-D79F-B47E-D289E11202C4}"/>
              </a:ext>
            </a:extLst>
          </p:cNvPr>
          <p:cNvSpPr/>
          <p:nvPr/>
        </p:nvSpPr>
        <p:spPr>
          <a:xfrm>
            <a:off x="2632328" y="2258563"/>
            <a:ext cx="481495" cy="89771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CH" b="1" dirty="0"/>
              <a:t>f</a:t>
            </a:r>
            <a:endParaRPr lang="en-GB" b="1" dirty="0"/>
          </a:p>
        </p:txBody>
      </p:sp>
      <mc:AlternateContent xmlns:mc="http://schemas.openxmlformats.org/markup-compatibility/2006" xmlns:a14="http://schemas.microsoft.com/office/drawing/2010/main">
        <mc:Choice Requires="a14">
          <p:sp>
            <p:nvSpPr>
              <p:cNvPr id="14" name="Rectangle 13">
                <a:extLst>
                  <a:ext uri="{FF2B5EF4-FFF2-40B4-BE49-F238E27FC236}">
                    <a16:creationId xmlns:a16="http://schemas.microsoft.com/office/drawing/2014/main" id="{5900D5AE-87E1-ACBE-DE0F-4DEFD6E3E3DF}"/>
                  </a:ext>
                </a:extLst>
              </p:cNvPr>
              <p:cNvSpPr/>
              <p:nvPr/>
            </p:nvSpPr>
            <p:spPr>
              <a:xfrm>
                <a:off x="3303519" y="2443953"/>
                <a:ext cx="2083858" cy="54054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de-CH" dirty="0"/>
                  <a:t>Running Speed (</a:t>
                </a:r>
                <a14:m>
                  <m:oMath xmlns:m="http://schemas.openxmlformats.org/officeDocument/2006/math">
                    <m:r>
                      <a:rPr lang="de-CH" b="1" i="1" smtClean="0">
                        <a:solidFill>
                          <a:schemeClr val="tx1"/>
                        </a:solidFill>
                        <a:latin typeface="Cambria Math" panose="02040503050406030204" pitchFamily="18" charset="0"/>
                      </a:rPr>
                      <m:t>𝒀</m:t>
                    </m:r>
                  </m:oMath>
                </a14:m>
                <a:r>
                  <a:rPr lang="de-CH" dirty="0"/>
                  <a:t>)</a:t>
                </a:r>
                <a:endParaRPr lang="en-GB" dirty="0"/>
              </a:p>
            </p:txBody>
          </p:sp>
        </mc:Choice>
        <mc:Fallback xmlns="">
          <p:sp>
            <p:nvSpPr>
              <p:cNvPr id="14" name="Rectangle 13">
                <a:extLst>
                  <a:ext uri="{FF2B5EF4-FFF2-40B4-BE49-F238E27FC236}">
                    <a16:creationId xmlns:a16="http://schemas.microsoft.com/office/drawing/2014/main" id="{5900D5AE-87E1-ACBE-DE0F-4DEFD6E3E3DF}"/>
                  </a:ext>
                </a:extLst>
              </p:cNvPr>
              <p:cNvSpPr>
                <a:spLocks noRot="1" noChangeAspect="1" noMove="1" noResize="1" noEditPoints="1" noAdjustHandles="1" noChangeArrowheads="1" noChangeShapeType="1" noTextEdit="1"/>
              </p:cNvSpPr>
              <p:nvPr/>
            </p:nvSpPr>
            <p:spPr>
              <a:xfrm>
                <a:off x="3303519" y="2443953"/>
                <a:ext cx="2083858" cy="540544"/>
              </a:xfrm>
              <a:prstGeom prst="rect">
                <a:avLst/>
              </a:prstGeom>
              <a:blipFill>
                <a:blip r:embed="rId6"/>
                <a:stretch>
                  <a:fillRect/>
                </a:stretch>
              </a:blipFill>
            </p:spPr>
            <p:txBody>
              <a:bodyPr/>
              <a:lstStyle/>
              <a:p>
                <a:r>
                  <a:rPr lang="en-GB">
                    <a:noFill/>
                  </a:rPr>
                  <a:t> </a:t>
                </a:r>
              </a:p>
            </p:txBody>
          </p:sp>
        </mc:Fallback>
      </mc:AlternateContent>
      <p:cxnSp>
        <p:nvCxnSpPr>
          <p:cNvPr id="16" name="Straight Arrow Connector 15">
            <a:extLst>
              <a:ext uri="{FF2B5EF4-FFF2-40B4-BE49-F238E27FC236}">
                <a16:creationId xmlns:a16="http://schemas.microsoft.com/office/drawing/2014/main" id="{541CAA82-4C92-DE70-D618-27A3E0D8B026}"/>
              </a:ext>
            </a:extLst>
          </p:cNvPr>
          <p:cNvCxnSpPr/>
          <p:nvPr/>
        </p:nvCxnSpPr>
        <p:spPr>
          <a:xfrm flipV="1">
            <a:off x="6172200" y="1278467"/>
            <a:ext cx="0" cy="19939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8BA15B82-82FF-79E2-AB36-E71B79BC7367}"/>
              </a:ext>
            </a:extLst>
          </p:cNvPr>
          <p:cNvCxnSpPr>
            <a:cxnSpLocks/>
          </p:cNvCxnSpPr>
          <p:nvPr/>
        </p:nvCxnSpPr>
        <p:spPr>
          <a:xfrm flipV="1">
            <a:off x="6172200" y="3271555"/>
            <a:ext cx="2150533" cy="8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9D15E7E3-9F75-1FC1-5D05-46241E9AEEF8}"/>
                  </a:ext>
                </a:extLst>
              </p:cNvPr>
              <p:cNvSpPr txBox="1"/>
              <p:nvPr/>
            </p:nvSpPr>
            <p:spPr>
              <a:xfrm>
                <a:off x="6021657" y="1043252"/>
                <a:ext cx="343363" cy="30008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de-CH" b="1" i="1">
                          <a:latin typeface="Cambria Math" panose="02040503050406030204" pitchFamily="18" charset="0"/>
                        </a:rPr>
                        <m:t>𝒀</m:t>
                      </m:r>
                    </m:oMath>
                  </m:oMathPara>
                </a14:m>
                <a:endParaRPr lang="en-GB" dirty="0"/>
              </a:p>
            </p:txBody>
          </p:sp>
        </mc:Choice>
        <mc:Fallback xmlns="">
          <p:sp>
            <p:nvSpPr>
              <p:cNvPr id="20" name="TextBox 19">
                <a:extLst>
                  <a:ext uri="{FF2B5EF4-FFF2-40B4-BE49-F238E27FC236}">
                    <a16:creationId xmlns:a16="http://schemas.microsoft.com/office/drawing/2014/main" id="{9D15E7E3-9F75-1FC1-5D05-46241E9AEEF8}"/>
                  </a:ext>
                </a:extLst>
              </p:cNvPr>
              <p:cNvSpPr txBox="1">
                <a:spLocks noRot="1" noChangeAspect="1" noMove="1" noResize="1" noEditPoints="1" noAdjustHandles="1" noChangeArrowheads="1" noChangeShapeType="1" noTextEdit="1"/>
              </p:cNvSpPr>
              <p:nvPr/>
            </p:nvSpPr>
            <p:spPr>
              <a:xfrm>
                <a:off x="6021657" y="1043252"/>
                <a:ext cx="343363" cy="300082"/>
              </a:xfrm>
              <a:prstGeom prst="rect">
                <a:avLst/>
              </a:prstGeom>
              <a:blipFill>
                <a:blip r:embed="rId7"/>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E25E58E6-F1BD-5B33-A848-985F3C2D51A7}"/>
                  </a:ext>
                </a:extLst>
              </p:cNvPr>
              <p:cNvSpPr txBox="1"/>
              <p:nvPr/>
            </p:nvSpPr>
            <p:spPr>
              <a:xfrm>
                <a:off x="8012520" y="3298249"/>
                <a:ext cx="729313" cy="300082"/>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de-CH" b="1" i="1" smtClean="0">
                              <a:solidFill>
                                <a:schemeClr val="tx1"/>
                              </a:solidFill>
                              <a:latin typeface="Cambria Math" panose="02040503050406030204" pitchFamily="18" charset="0"/>
                            </a:rPr>
                          </m:ctrlPr>
                        </m:sSubPr>
                        <m:e>
                          <m:r>
                            <a:rPr lang="de-CH" b="1" i="1" smtClean="0">
                              <a:solidFill>
                                <a:schemeClr val="tx1"/>
                              </a:solidFill>
                              <a:latin typeface="Cambria Math" panose="02040503050406030204" pitchFamily="18" charset="0"/>
                            </a:rPr>
                            <m:t>𝑿</m:t>
                          </m:r>
                        </m:e>
                        <m:sub>
                          <m:r>
                            <a:rPr lang="de-CH" b="1" i="1">
                              <a:solidFill>
                                <a:schemeClr val="tx1"/>
                              </a:solidFill>
                              <a:latin typeface="Cambria Math" panose="02040503050406030204" pitchFamily="18" charset="0"/>
                              <a:ea typeface="Cambria Math" panose="02040503050406030204" pitchFamily="18" charset="0"/>
                            </a:rPr>
                            <m:t>𝟏</m:t>
                          </m:r>
                        </m:sub>
                      </m:sSub>
                    </m:oMath>
                  </m:oMathPara>
                </a14:m>
                <a:endParaRPr lang="en-GB" dirty="0"/>
              </a:p>
            </p:txBody>
          </p:sp>
        </mc:Choice>
        <mc:Fallback xmlns="">
          <p:sp>
            <p:nvSpPr>
              <p:cNvPr id="21" name="TextBox 20">
                <a:extLst>
                  <a:ext uri="{FF2B5EF4-FFF2-40B4-BE49-F238E27FC236}">
                    <a16:creationId xmlns:a16="http://schemas.microsoft.com/office/drawing/2014/main" id="{E25E58E6-F1BD-5B33-A848-985F3C2D51A7}"/>
                  </a:ext>
                </a:extLst>
              </p:cNvPr>
              <p:cNvSpPr txBox="1">
                <a:spLocks noRot="1" noChangeAspect="1" noMove="1" noResize="1" noEditPoints="1" noAdjustHandles="1" noChangeArrowheads="1" noChangeShapeType="1" noTextEdit="1"/>
              </p:cNvSpPr>
              <p:nvPr/>
            </p:nvSpPr>
            <p:spPr>
              <a:xfrm>
                <a:off x="8012520" y="3298249"/>
                <a:ext cx="729313" cy="300082"/>
              </a:xfrm>
              <a:prstGeom prst="rect">
                <a:avLst/>
              </a:prstGeom>
              <a:blipFill>
                <a:blip r:embed="rId8"/>
                <a:stretch>
                  <a:fillRect/>
                </a:stretch>
              </a:blipFill>
            </p:spPr>
            <p:txBody>
              <a:bodyPr/>
              <a:lstStyle/>
              <a:p>
                <a:r>
                  <a:rPr lang="en-GB">
                    <a:noFill/>
                  </a:rPr>
                  <a:t> </a:t>
                </a:r>
              </a:p>
            </p:txBody>
          </p:sp>
        </mc:Fallback>
      </mc:AlternateContent>
      <p:sp>
        <p:nvSpPr>
          <p:cNvPr id="22" name="Oval 21">
            <a:extLst>
              <a:ext uri="{FF2B5EF4-FFF2-40B4-BE49-F238E27FC236}">
                <a16:creationId xmlns:a16="http://schemas.microsoft.com/office/drawing/2014/main" id="{B4FFAE10-7B06-1234-7504-935C2A1A8361}"/>
              </a:ext>
            </a:extLst>
          </p:cNvPr>
          <p:cNvSpPr/>
          <p:nvPr/>
        </p:nvSpPr>
        <p:spPr>
          <a:xfrm>
            <a:off x="6674678" y="2258563"/>
            <a:ext cx="36000" cy="36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Oval 22">
            <a:extLst>
              <a:ext uri="{FF2B5EF4-FFF2-40B4-BE49-F238E27FC236}">
                <a16:creationId xmlns:a16="http://schemas.microsoft.com/office/drawing/2014/main" id="{9BC41BD1-8438-9A6E-9EEC-9C97EA10A72C}"/>
              </a:ext>
            </a:extLst>
          </p:cNvPr>
          <p:cNvSpPr/>
          <p:nvPr/>
        </p:nvSpPr>
        <p:spPr>
          <a:xfrm>
            <a:off x="6827078" y="2410963"/>
            <a:ext cx="36000" cy="36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Oval 23">
            <a:extLst>
              <a:ext uri="{FF2B5EF4-FFF2-40B4-BE49-F238E27FC236}">
                <a16:creationId xmlns:a16="http://schemas.microsoft.com/office/drawing/2014/main" id="{9C16714C-F021-912E-4B6D-1311E78E93A1}"/>
              </a:ext>
            </a:extLst>
          </p:cNvPr>
          <p:cNvSpPr/>
          <p:nvPr/>
        </p:nvSpPr>
        <p:spPr>
          <a:xfrm>
            <a:off x="6979478" y="2563363"/>
            <a:ext cx="36000" cy="36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Oval 24">
            <a:extLst>
              <a:ext uri="{FF2B5EF4-FFF2-40B4-BE49-F238E27FC236}">
                <a16:creationId xmlns:a16="http://schemas.microsoft.com/office/drawing/2014/main" id="{B2110A99-9BEA-ED22-3166-9EE4B350B542}"/>
              </a:ext>
            </a:extLst>
          </p:cNvPr>
          <p:cNvSpPr/>
          <p:nvPr/>
        </p:nvSpPr>
        <p:spPr>
          <a:xfrm>
            <a:off x="7343913" y="2001686"/>
            <a:ext cx="36000" cy="36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Oval 25">
            <a:extLst>
              <a:ext uri="{FF2B5EF4-FFF2-40B4-BE49-F238E27FC236}">
                <a16:creationId xmlns:a16="http://schemas.microsoft.com/office/drawing/2014/main" id="{45B885D6-EA3A-C83E-0485-3FC63F0D4686}"/>
              </a:ext>
            </a:extLst>
          </p:cNvPr>
          <p:cNvSpPr/>
          <p:nvPr/>
        </p:nvSpPr>
        <p:spPr>
          <a:xfrm>
            <a:off x="7193467" y="2350726"/>
            <a:ext cx="36000" cy="36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Oval 26">
            <a:extLst>
              <a:ext uri="{FF2B5EF4-FFF2-40B4-BE49-F238E27FC236}">
                <a16:creationId xmlns:a16="http://schemas.microsoft.com/office/drawing/2014/main" id="{7EB68392-9952-B8E0-7321-71DD3F89CD8C}"/>
              </a:ext>
            </a:extLst>
          </p:cNvPr>
          <p:cNvSpPr/>
          <p:nvPr/>
        </p:nvSpPr>
        <p:spPr>
          <a:xfrm>
            <a:off x="7706139" y="1870420"/>
            <a:ext cx="36000" cy="36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Oval 27">
            <a:extLst>
              <a:ext uri="{FF2B5EF4-FFF2-40B4-BE49-F238E27FC236}">
                <a16:creationId xmlns:a16="http://schemas.microsoft.com/office/drawing/2014/main" id="{321E89C8-62FF-2ADE-7881-F8EB04DD2F96}"/>
              </a:ext>
            </a:extLst>
          </p:cNvPr>
          <p:cNvSpPr/>
          <p:nvPr/>
        </p:nvSpPr>
        <p:spPr>
          <a:xfrm>
            <a:off x="6557839" y="2665925"/>
            <a:ext cx="36000" cy="36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Oval 28">
            <a:extLst>
              <a:ext uri="{FF2B5EF4-FFF2-40B4-BE49-F238E27FC236}">
                <a16:creationId xmlns:a16="http://schemas.microsoft.com/office/drawing/2014/main" id="{4291CA2D-8869-0056-9589-B6BB68FC6900}"/>
              </a:ext>
            </a:extLst>
          </p:cNvPr>
          <p:cNvSpPr/>
          <p:nvPr/>
        </p:nvSpPr>
        <p:spPr>
          <a:xfrm>
            <a:off x="7976520" y="1568231"/>
            <a:ext cx="36000" cy="36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Oval 29">
            <a:extLst>
              <a:ext uri="{FF2B5EF4-FFF2-40B4-BE49-F238E27FC236}">
                <a16:creationId xmlns:a16="http://schemas.microsoft.com/office/drawing/2014/main" id="{0D75F106-FA80-86AC-A2B3-1EEB11A100F5}"/>
              </a:ext>
            </a:extLst>
          </p:cNvPr>
          <p:cNvSpPr/>
          <p:nvPr/>
        </p:nvSpPr>
        <p:spPr>
          <a:xfrm>
            <a:off x="7576378" y="1301407"/>
            <a:ext cx="36000" cy="36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 name="Oval 30">
            <a:extLst>
              <a:ext uri="{FF2B5EF4-FFF2-40B4-BE49-F238E27FC236}">
                <a16:creationId xmlns:a16="http://schemas.microsoft.com/office/drawing/2014/main" id="{7E4E1396-669E-C697-2329-1887CE750840}"/>
              </a:ext>
            </a:extLst>
          </p:cNvPr>
          <p:cNvSpPr/>
          <p:nvPr/>
        </p:nvSpPr>
        <p:spPr>
          <a:xfrm>
            <a:off x="8286733" y="2139403"/>
            <a:ext cx="36000" cy="36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 name="Oval 31">
            <a:extLst>
              <a:ext uri="{FF2B5EF4-FFF2-40B4-BE49-F238E27FC236}">
                <a16:creationId xmlns:a16="http://schemas.microsoft.com/office/drawing/2014/main" id="{D4D7B4F9-62F8-35B2-AF50-50C9B6194FF9}"/>
              </a:ext>
            </a:extLst>
          </p:cNvPr>
          <p:cNvSpPr/>
          <p:nvPr/>
        </p:nvSpPr>
        <p:spPr>
          <a:xfrm>
            <a:off x="7114209" y="1958781"/>
            <a:ext cx="36000" cy="36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Oval 32">
            <a:extLst>
              <a:ext uri="{FF2B5EF4-FFF2-40B4-BE49-F238E27FC236}">
                <a16:creationId xmlns:a16="http://schemas.microsoft.com/office/drawing/2014/main" id="{E0A4EAAA-BA3B-B203-F0EA-FA75CED87959}"/>
              </a:ext>
            </a:extLst>
          </p:cNvPr>
          <p:cNvSpPr/>
          <p:nvPr/>
        </p:nvSpPr>
        <p:spPr>
          <a:xfrm>
            <a:off x="6369439" y="2222563"/>
            <a:ext cx="36000" cy="36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 name="Oval 33">
            <a:extLst>
              <a:ext uri="{FF2B5EF4-FFF2-40B4-BE49-F238E27FC236}">
                <a16:creationId xmlns:a16="http://schemas.microsoft.com/office/drawing/2014/main" id="{C4EE84DD-F466-7FD3-5C06-5D34898AE177}"/>
              </a:ext>
            </a:extLst>
          </p:cNvPr>
          <p:cNvSpPr/>
          <p:nvPr/>
        </p:nvSpPr>
        <p:spPr>
          <a:xfrm>
            <a:off x="6329020" y="2425953"/>
            <a:ext cx="36000" cy="36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 name="Oval 34">
            <a:extLst>
              <a:ext uri="{FF2B5EF4-FFF2-40B4-BE49-F238E27FC236}">
                <a16:creationId xmlns:a16="http://schemas.microsoft.com/office/drawing/2014/main" id="{3726A632-6041-D8D3-44CB-3EFCC1F946B0}"/>
              </a:ext>
            </a:extLst>
          </p:cNvPr>
          <p:cNvSpPr/>
          <p:nvPr/>
        </p:nvSpPr>
        <p:spPr>
          <a:xfrm>
            <a:off x="6519815" y="2327110"/>
            <a:ext cx="36000" cy="36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6" name="Oval 35">
            <a:extLst>
              <a:ext uri="{FF2B5EF4-FFF2-40B4-BE49-F238E27FC236}">
                <a16:creationId xmlns:a16="http://schemas.microsoft.com/office/drawing/2014/main" id="{2E0A5F9C-5109-2958-D50F-2DF1AC2D912B}"/>
              </a:ext>
            </a:extLst>
          </p:cNvPr>
          <p:cNvSpPr/>
          <p:nvPr/>
        </p:nvSpPr>
        <p:spPr>
          <a:xfrm>
            <a:off x="6280594" y="2636621"/>
            <a:ext cx="36000" cy="36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7" name="Oval 36">
            <a:extLst>
              <a:ext uri="{FF2B5EF4-FFF2-40B4-BE49-F238E27FC236}">
                <a16:creationId xmlns:a16="http://schemas.microsoft.com/office/drawing/2014/main" id="{2995CE84-ED9D-6797-2D85-970994742526}"/>
              </a:ext>
            </a:extLst>
          </p:cNvPr>
          <p:cNvSpPr/>
          <p:nvPr/>
        </p:nvSpPr>
        <p:spPr>
          <a:xfrm>
            <a:off x="6939024" y="2230919"/>
            <a:ext cx="36000" cy="36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8" name="Oval 37">
            <a:extLst>
              <a:ext uri="{FF2B5EF4-FFF2-40B4-BE49-F238E27FC236}">
                <a16:creationId xmlns:a16="http://schemas.microsoft.com/office/drawing/2014/main" id="{EDCD7588-6512-685C-64D3-4B3ADB89CB20}"/>
              </a:ext>
            </a:extLst>
          </p:cNvPr>
          <p:cNvSpPr/>
          <p:nvPr/>
        </p:nvSpPr>
        <p:spPr>
          <a:xfrm>
            <a:off x="7480852" y="2157403"/>
            <a:ext cx="36000" cy="36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9" name="Oval 38">
            <a:extLst>
              <a:ext uri="{FF2B5EF4-FFF2-40B4-BE49-F238E27FC236}">
                <a16:creationId xmlns:a16="http://schemas.microsoft.com/office/drawing/2014/main" id="{27B4B016-870E-16F7-5D4A-FDAA81C1DA64}"/>
              </a:ext>
            </a:extLst>
          </p:cNvPr>
          <p:cNvSpPr/>
          <p:nvPr/>
        </p:nvSpPr>
        <p:spPr>
          <a:xfrm>
            <a:off x="7462852" y="1695137"/>
            <a:ext cx="36000" cy="36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0" name="Oval 39">
            <a:extLst>
              <a:ext uri="{FF2B5EF4-FFF2-40B4-BE49-F238E27FC236}">
                <a16:creationId xmlns:a16="http://schemas.microsoft.com/office/drawing/2014/main" id="{6A866FC0-6187-42D6-298F-8F2230A55BC0}"/>
              </a:ext>
            </a:extLst>
          </p:cNvPr>
          <p:cNvSpPr/>
          <p:nvPr/>
        </p:nvSpPr>
        <p:spPr>
          <a:xfrm>
            <a:off x="7688139" y="1602505"/>
            <a:ext cx="36000" cy="36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42" name="Straight Connector 41">
            <a:extLst>
              <a:ext uri="{FF2B5EF4-FFF2-40B4-BE49-F238E27FC236}">
                <a16:creationId xmlns:a16="http://schemas.microsoft.com/office/drawing/2014/main" id="{4F0DB6D0-7FE9-F585-2F93-FB93D5F2FCF8}"/>
              </a:ext>
            </a:extLst>
          </p:cNvPr>
          <p:cNvCxnSpPr>
            <a:cxnSpLocks/>
          </p:cNvCxnSpPr>
          <p:nvPr/>
        </p:nvCxnSpPr>
        <p:spPr>
          <a:xfrm flipV="1">
            <a:off x="6235375" y="1278467"/>
            <a:ext cx="2389013" cy="1533745"/>
          </a:xfrm>
          <a:prstGeom prst="line">
            <a:avLst/>
          </a:prstGeom>
        </p:spPr>
        <p:style>
          <a:lnRef idx="3">
            <a:schemeClr val="accent3"/>
          </a:lnRef>
          <a:fillRef idx="0">
            <a:schemeClr val="accent3"/>
          </a:fillRef>
          <a:effectRef idx="2">
            <a:schemeClr val="accent3"/>
          </a:effectRef>
          <a:fontRef idx="minor">
            <a:schemeClr val="tx1"/>
          </a:fontRef>
        </p:style>
      </p:cxn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E369CAA4-A6EE-A472-4793-DBABBFD75E3C}"/>
                  </a:ext>
                </a:extLst>
              </p:cNvPr>
              <p:cNvSpPr txBox="1"/>
              <p:nvPr/>
            </p:nvSpPr>
            <p:spPr>
              <a:xfrm>
                <a:off x="7786637" y="1500248"/>
                <a:ext cx="1335379" cy="519438"/>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acc>
                        <m:accPr>
                          <m:chr m:val="̂"/>
                          <m:ctrlPr>
                            <a:rPr lang="de-CH" b="1" i="1" smtClean="0">
                              <a:solidFill>
                                <a:schemeClr val="accent3">
                                  <a:lumMod val="75000"/>
                                </a:schemeClr>
                              </a:solidFill>
                              <a:latin typeface="Cambria Math" panose="02040503050406030204" pitchFamily="18" charset="0"/>
                            </a:rPr>
                          </m:ctrlPr>
                        </m:accPr>
                        <m:e>
                          <m:r>
                            <a:rPr lang="de-CH" b="1" i="1" smtClean="0">
                              <a:solidFill>
                                <a:schemeClr val="accent3">
                                  <a:lumMod val="75000"/>
                                </a:schemeClr>
                              </a:solidFill>
                              <a:latin typeface="Cambria Math" panose="02040503050406030204" pitchFamily="18" charset="0"/>
                            </a:rPr>
                            <m:t>𝒇</m:t>
                          </m:r>
                          <m:r>
                            <a:rPr lang="de-CH" b="1" i="1" smtClean="0">
                              <a:solidFill>
                                <a:schemeClr val="accent3">
                                  <a:lumMod val="75000"/>
                                </a:schemeClr>
                              </a:solidFill>
                              <a:latin typeface="Cambria Math" panose="02040503050406030204" pitchFamily="18" charset="0"/>
                            </a:rPr>
                            <m:t>:</m:t>
                          </m:r>
                        </m:e>
                      </m:acc>
                    </m:oMath>
                  </m:oMathPara>
                </a14:m>
                <a:endParaRPr lang="de-CH" b="1" i="1" dirty="0">
                  <a:solidFill>
                    <a:schemeClr val="accent3">
                      <a:lumMod val="75000"/>
                    </a:schemeClr>
                  </a:solidFill>
                  <a:latin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r>
                        <m:rPr>
                          <m:sty m:val="p"/>
                        </m:rPr>
                        <a:rPr lang="de-CH" b="1" i="1">
                          <a:solidFill>
                            <a:schemeClr val="accent3">
                              <a:lumMod val="75000"/>
                            </a:schemeClr>
                          </a:solidFill>
                          <a:latin typeface="Cambria Math" panose="02040503050406030204" pitchFamily="18" charset="0"/>
                        </a:rPr>
                        <m:t>Y</m:t>
                      </m:r>
                      <m:r>
                        <a:rPr lang="de-CH" b="1" i="1" smtClean="0">
                          <a:solidFill>
                            <a:schemeClr val="accent3">
                              <a:lumMod val="75000"/>
                            </a:schemeClr>
                          </a:solidFill>
                          <a:latin typeface="Cambria Math" panose="02040503050406030204" pitchFamily="18" charset="0"/>
                        </a:rPr>
                        <m:t>=</m:t>
                      </m:r>
                      <m:sSub>
                        <m:sSubPr>
                          <m:ctrlPr>
                            <a:rPr lang="de-CH" b="1" i="1" smtClean="0">
                              <a:solidFill>
                                <a:schemeClr val="accent3">
                                  <a:lumMod val="75000"/>
                                </a:schemeClr>
                              </a:solidFill>
                              <a:latin typeface="Cambria Math" panose="02040503050406030204" pitchFamily="18" charset="0"/>
                            </a:rPr>
                          </m:ctrlPr>
                        </m:sSubPr>
                        <m:e>
                          <m:r>
                            <a:rPr lang="de-CH" b="1" i="1" smtClean="0">
                              <a:solidFill>
                                <a:schemeClr val="accent3">
                                  <a:lumMod val="75000"/>
                                </a:schemeClr>
                              </a:solidFill>
                              <a:latin typeface="Cambria Math" panose="02040503050406030204" pitchFamily="18" charset="0"/>
                              <a:ea typeface="Cambria Math" panose="02040503050406030204" pitchFamily="18" charset="0"/>
                            </a:rPr>
                            <m:t>𝜷</m:t>
                          </m:r>
                        </m:e>
                        <m:sub>
                          <m:r>
                            <a:rPr lang="de-CH" b="1" i="1" smtClean="0">
                              <a:solidFill>
                                <a:schemeClr val="accent3">
                                  <a:lumMod val="75000"/>
                                </a:schemeClr>
                              </a:solidFill>
                              <a:latin typeface="Cambria Math" panose="02040503050406030204" pitchFamily="18" charset="0"/>
                            </a:rPr>
                            <m:t>𝟎</m:t>
                          </m:r>
                        </m:sub>
                      </m:sSub>
                      <m:r>
                        <a:rPr lang="de-CH" b="1" i="1" smtClean="0">
                          <a:solidFill>
                            <a:schemeClr val="accent3">
                              <a:lumMod val="75000"/>
                            </a:schemeClr>
                          </a:solidFill>
                          <a:latin typeface="Cambria Math" panose="02040503050406030204" pitchFamily="18" charset="0"/>
                          <a:ea typeface="Cambria Math" panose="02040503050406030204" pitchFamily="18" charset="0"/>
                        </a:rPr>
                        <m:t>+</m:t>
                      </m:r>
                      <m:sSub>
                        <m:sSubPr>
                          <m:ctrlPr>
                            <a:rPr lang="de-CH" b="1" i="1">
                              <a:solidFill>
                                <a:schemeClr val="accent3">
                                  <a:lumMod val="75000"/>
                                </a:schemeClr>
                              </a:solidFill>
                              <a:latin typeface="Cambria Math" panose="02040503050406030204" pitchFamily="18" charset="0"/>
                            </a:rPr>
                          </m:ctrlPr>
                        </m:sSubPr>
                        <m:e>
                          <m:r>
                            <a:rPr lang="de-CH" b="1" i="1">
                              <a:solidFill>
                                <a:schemeClr val="accent3">
                                  <a:lumMod val="75000"/>
                                </a:schemeClr>
                              </a:solidFill>
                              <a:latin typeface="Cambria Math" panose="02040503050406030204" pitchFamily="18" charset="0"/>
                              <a:ea typeface="Cambria Math" panose="02040503050406030204" pitchFamily="18" charset="0"/>
                            </a:rPr>
                            <m:t>𝜷</m:t>
                          </m:r>
                        </m:e>
                        <m:sub>
                          <m:r>
                            <a:rPr lang="de-CH" b="1" i="1" smtClean="0">
                              <a:solidFill>
                                <a:schemeClr val="accent3">
                                  <a:lumMod val="75000"/>
                                </a:schemeClr>
                              </a:solidFill>
                              <a:latin typeface="Cambria Math" panose="02040503050406030204" pitchFamily="18" charset="0"/>
                              <a:ea typeface="Cambria Math" panose="02040503050406030204" pitchFamily="18" charset="0"/>
                            </a:rPr>
                            <m:t>𝟏</m:t>
                          </m:r>
                        </m:sub>
                      </m:sSub>
                      <m:sSub>
                        <m:sSubPr>
                          <m:ctrlPr>
                            <a:rPr lang="de-CH" b="1" i="1" smtClean="0">
                              <a:solidFill>
                                <a:schemeClr val="accent3">
                                  <a:lumMod val="75000"/>
                                </a:schemeClr>
                              </a:solidFill>
                              <a:latin typeface="Cambria Math" panose="02040503050406030204" pitchFamily="18" charset="0"/>
                            </a:rPr>
                          </m:ctrlPr>
                        </m:sSubPr>
                        <m:e>
                          <m:r>
                            <a:rPr lang="de-CH" b="1" i="1" smtClean="0">
                              <a:solidFill>
                                <a:schemeClr val="accent3">
                                  <a:lumMod val="75000"/>
                                </a:schemeClr>
                              </a:solidFill>
                              <a:latin typeface="Cambria Math" panose="02040503050406030204" pitchFamily="18" charset="0"/>
                            </a:rPr>
                            <m:t>𝑿</m:t>
                          </m:r>
                        </m:e>
                        <m:sub>
                          <m:r>
                            <a:rPr lang="de-CH" b="1" i="1">
                              <a:solidFill>
                                <a:schemeClr val="accent3">
                                  <a:lumMod val="75000"/>
                                </a:schemeClr>
                              </a:solidFill>
                              <a:latin typeface="Cambria Math" panose="02040503050406030204" pitchFamily="18" charset="0"/>
                              <a:ea typeface="Cambria Math" panose="02040503050406030204" pitchFamily="18" charset="0"/>
                            </a:rPr>
                            <m:t>𝟏</m:t>
                          </m:r>
                        </m:sub>
                      </m:sSub>
                    </m:oMath>
                  </m:oMathPara>
                </a14:m>
                <a:endParaRPr lang="en-GB" b="1" dirty="0">
                  <a:solidFill>
                    <a:schemeClr val="accent3">
                      <a:lumMod val="75000"/>
                    </a:schemeClr>
                  </a:solidFill>
                </a:endParaRPr>
              </a:p>
            </p:txBody>
          </p:sp>
        </mc:Choice>
        <mc:Fallback xmlns="">
          <p:sp>
            <p:nvSpPr>
              <p:cNvPr id="44" name="TextBox 43">
                <a:extLst>
                  <a:ext uri="{FF2B5EF4-FFF2-40B4-BE49-F238E27FC236}">
                    <a16:creationId xmlns:a16="http://schemas.microsoft.com/office/drawing/2014/main" id="{E369CAA4-A6EE-A472-4793-DBABBFD75E3C}"/>
                  </a:ext>
                </a:extLst>
              </p:cNvPr>
              <p:cNvSpPr txBox="1">
                <a:spLocks noRot="1" noChangeAspect="1" noMove="1" noResize="1" noEditPoints="1" noAdjustHandles="1" noChangeArrowheads="1" noChangeShapeType="1" noTextEdit="1"/>
              </p:cNvSpPr>
              <p:nvPr/>
            </p:nvSpPr>
            <p:spPr>
              <a:xfrm>
                <a:off x="7786637" y="1500248"/>
                <a:ext cx="1335379" cy="519438"/>
              </a:xfrm>
              <a:prstGeom prst="rect">
                <a:avLst/>
              </a:prstGeom>
              <a:blipFill>
                <a:blip r:embed="rId9"/>
                <a:stretch>
                  <a:fillRect b="-4706"/>
                </a:stretch>
              </a:blipFill>
            </p:spPr>
            <p:txBody>
              <a:bodyPr/>
              <a:lstStyle/>
              <a:p>
                <a:r>
                  <a:rPr lang="en-GB">
                    <a:noFill/>
                  </a:rPr>
                  <a:t> </a:t>
                </a:r>
              </a:p>
            </p:txBody>
          </p:sp>
        </mc:Fallback>
      </mc:AlternateContent>
      <p:sp>
        <p:nvSpPr>
          <p:cNvPr id="3" name="Arc 2">
            <a:extLst>
              <a:ext uri="{FF2B5EF4-FFF2-40B4-BE49-F238E27FC236}">
                <a16:creationId xmlns:a16="http://schemas.microsoft.com/office/drawing/2014/main" id="{57400AE3-BED5-AD49-3273-BAF81F0D2CDD}"/>
              </a:ext>
            </a:extLst>
          </p:cNvPr>
          <p:cNvSpPr/>
          <p:nvPr/>
        </p:nvSpPr>
        <p:spPr>
          <a:xfrm rot="4172666">
            <a:off x="5710842" y="238829"/>
            <a:ext cx="1852463" cy="2461926"/>
          </a:xfrm>
          <a:prstGeom prst="arc">
            <a:avLst>
              <a:gd name="adj1" fmla="val 17233070"/>
              <a:gd name="adj2" fmla="val 2593335"/>
            </a:avLst>
          </a:prstGeom>
        </p:spPr>
        <p:style>
          <a:lnRef idx="3">
            <a:schemeClr val="accent1"/>
          </a:lnRef>
          <a:fillRef idx="0">
            <a:schemeClr val="accent1"/>
          </a:fillRef>
          <a:effectRef idx="2">
            <a:schemeClr val="accent1"/>
          </a:effectRef>
          <a:fontRef idx="minor">
            <a:schemeClr val="tx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794B2AC8-238B-BBA5-D9CB-56C7636D401E}"/>
                  </a:ext>
                </a:extLst>
              </p:cNvPr>
              <p:cNvSpPr txBox="1"/>
              <p:nvPr/>
            </p:nvSpPr>
            <p:spPr>
              <a:xfrm>
                <a:off x="7349200" y="1115955"/>
                <a:ext cx="1063091" cy="300082"/>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de-CH" b="1" i="1" smtClean="0">
                          <a:solidFill>
                            <a:srgbClr val="0A5F2D"/>
                          </a:solidFill>
                          <a:latin typeface="Cambria Math" panose="02040503050406030204" pitchFamily="18" charset="0"/>
                        </a:rPr>
                        <m:t>𝒇</m:t>
                      </m:r>
                    </m:oMath>
                  </m:oMathPara>
                </a14:m>
                <a:endParaRPr lang="en-GB" b="1" dirty="0">
                  <a:solidFill>
                    <a:srgbClr val="0A5F2D"/>
                  </a:solidFill>
                </a:endParaRPr>
              </a:p>
            </p:txBody>
          </p:sp>
        </mc:Choice>
        <mc:Fallback xmlns="">
          <p:sp>
            <p:nvSpPr>
              <p:cNvPr id="15" name="TextBox 14">
                <a:extLst>
                  <a:ext uri="{FF2B5EF4-FFF2-40B4-BE49-F238E27FC236}">
                    <a16:creationId xmlns:a16="http://schemas.microsoft.com/office/drawing/2014/main" id="{794B2AC8-238B-BBA5-D9CB-56C7636D401E}"/>
                  </a:ext>
                </a:extLst>
              </p:cNvPr>
              <p:cNvSpPr txBox="1">
                <a:spLocks noRot="1" noChangeAspect="1" noMove="1" noResize="1" noEditPoints="1" noAdjustHandles="1" noChangeArrowheads="1" noChangeShapeType="1" noTextEdit="1"/>
              </p:cNvSpPr>
              <p:nvPr/>
            </p:nvSpPr>
            <p:spPr>
              <a:xfrm>
                <a:off x="7349200" y="1115955"/>
                <a:ext cx="1063091" cy="300082"/>
              </a:xfrm>
              <a:prstGeom prst="rect">
                <a:avLst/>
              </a:prstGeom>
              <a:blipFill>
                <a:blip r:embed="rId10"/>
                <a:stretch>
                  <a:fillRect b="-8163"/>
                </a:stretch>
              </a:blipFill>
            </p:spPr>
            <p:txBody>
              <a:bodyPr/>
              <a:lstStyle/>
              <a:p>
                <a:r>
                  <a:rPr lang="en-GB">
                    <a:noFill/>
                  </a:rPr>
                  <a:t> </a:t>
                </a:r>
              </a:p>
            </p:txBody>
          </p:sp>
        </mc:Fallback>
      </mc:AlternateContent>
      <p:sp>
        <p:nvSpPr>
          <p:cNvPr id="18" name="Oval 17">
            <a:extLst>
              <a:ext uri="{FF2B5EF4-FFF2-40B4-BE49-F238E27FC236}">
                <a16:creationId xmlns:a16="http://schemas.microsoft.com/office/drawing/2014/main" id="{015CE2A6-EA25-00AF-4BC8-B4C9845D1C50}"/>
              </a:ext>
            </a:extLst>
          </p:cNvPr>
          <p:cNvSpPr/>
          <p:nvPr/>
        </p:nvSpPr>
        <p:spPr>
          <a:xfrm>
            <a:off x="2837075" y="3991313"/>
            <a:ext cx="36000" cy="36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8759729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FD34DA-522E-FA1D-383E-99CDABE272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41D02C-A617-4DFF-A0F0-9A8F98563B32}"/>
              </a:ext>
            </a:extLst>
          </p:cNvPr>
          <p:cNvSpPr>
            <a:spLocks noGrp="1"/>
          </p:cNvSpPr>
          <p:nvPr>
            <p:ph type="title"/>
          </p:nvPr>
        </p:nvSpPr>
        <p:spPr/>
        <p:txBody>
          <a:bodyPr/>
          <a:lstStyle/>
          <a:p>
            <a:r>
              <a:rPr lang="de-CH" dirty="0" err="1"/>
              <a:t>Statistics</a:t>
            </a:r>
            <a:endParaRPr lang="en-GB" dirty="0"/>
          </a:p>
        </p:txBody>
      </p:sp>
      <p:sp>
        <p:nvSpPr>
          <p:cNvPr id="4" name="Slide Number Placeholder 3">
            <a:extLst>
              <a:ext uri="{FF2B5EF4-FFF2-40B4-BE49-F238E27FC236}">
                <a16:creationId xmlns:a16="http://schemas.microsoft.com/office/drawing/2014/main" id="{7C659364-FC2D-B62C-42DD-2E69316893FA}"/>
              </a:ext>
            </a:extLst>
          </p:cNvPr>
          <p:cNvSpPr>
            <a:spLocks noGrp="1"/>
          </p:cNvSpPr>
          <p:nvPr>
            <p:ph type="sldNum" sz="quarter" idx="12"/>
          </p:nvPr>
        </p:nvSpPr>
        <p:spPr/>
        <p:txBody>
          <a:bodyPr/>
          <a:lstStyle/>
          <a:p>
            <a:fld id="{7559FC98-AF75-4A00-A03C-DF9FEBF6BCB9}" type="slidenum">
              <a:rPr lang="en-GB" smtClean="0"/>
              <a:pPr/>
              <a:t>7</a:t>
            </a:fld>
            <a:endParaRPr lang="en-GB"/>
          </a:p>
        </p:txBody>
      </p:sp>
      <p:sp>
        <p:nvSpPr>
          <p:cNvPr id="5" name="Text Placeholder 4">
            <a:extLst>
              <a:ext uri="{FF2B5EF4-FFF2-40B4-BE49-F238E27FC236}">
                <a16:creationId xmlns:a16="http://schemas.microsoft.com/office/drawing/2014/main" id="{74178A9D-4B6B-61DA-A96A-3BB6F9E32DEB}"/>
              </a:ext>
            </a:extLst>
          </p:cNvPr>
          <p:cNvSpPr>
            <a:spLocks noGrp="1"/>
          </p:cNvSpPr>
          <p:nvPr>
            <p:ph type="body" sz="quarter" idx="10"/>
          </p:nvPr>
        </p:nvSpPr>
        <p:spPr/>
        <p:txBody>
          <a:bodyPr/>
          <a:lstStyle/>
          <a:p>
            <a:r>
              <a:rPr lang="de-CH" dirty="0" err="1"/>
              <a:t>Recap</a:t>
            </a:r>
            <a:r>
              <a:rPr lang="de-CH" dirty="0"/>
              <a:t> (</a:t>
            </a:r>
            <a:r>
              <a:rPr lang="de-CH" dirty="0" err="1"/>
              <a:t>or</a:t>
            </a:r>
            <a:r>
              <a:rPr lang="de-CH" dirty="0"/>
              <a:t> </a:t>
            </a:r>
            <a:r>
              <a:rPr lang="de-CH" dirty="0" err="1"/>
              <a:t>trailer</a:t>
            </a:r>
            <a:r>
              <a:rPr lang="de-CH" dirty="0"/>
              <a:t>) of your </a:t>
            </a:r>
            <a:r>
              <a:rPr lang="de-CH" dirty="0" err="1"/>
              <a:t>statistics</a:t>
            </a:r>
            <a:r>
              <a:rPr lang="de-CH" dirty="0"/>
              <a:t> </a:t>
            </a:r>
            <a:r>
              <a:rPr lang="de-CH" dirty="0" err="1"/>
              <a:t>class</a:t>
            </a:r>
            <a:endParaRPr lang="en-GB" dirty="0"/>
          </a:p>
        </p:txBody>
      </p:sp>
      <p:sp>
        <p:nvSpPr>
          <p:cNvPr id="6" name="Text Placeholder 5">
            <a:extLst>
              <a:ext uri="{FF2B5EF4-FFF2-40B4-BE49-F238E27FC236}">
                <a16:creationId xmlns:a16="http://schemas.microsoft.com/office/drawing/2014/main" id="{396FD84A-9169-772C-68AC-F76649AECEB0}"/>
              </a:ext>
            </a:extLst>
          </p:cNvPr>
          <p:cNvSpPr>
            <a:spLocks noGrp="1"/>
          </p:cNvSpPr>
          <p:nvPr>
            <p:ph type="body" sz="quarter" idx="15"/>
          </p:nvPr>
        </p:nvSpPr>
        <p:spPr/>
        <p:txBody>
          <a:bodyPr>
            <a:normAutofit fontScale="92500" lnSpcReduction="20000"/>
          </a:bodyPr>
          <a:lstStyle/>
          <a:p>
            <a:r>
              <a:rPr lang="de-CH" dirty="0"/>
              <a:t>A </a:t>
            </a:r>
            <a:r>
              <a:rPr lang="de-CH" dirty="0" err="1"/>
              <a:t>single</a:t>
            </a:r>
            <a:r>
              <a:rPr lang="de-CH" dirty="0"/>
              <a:t> </a:t>
            </a:r>
            <a:r>
              <a:rPr lang="de-CH" dirty="0" err="1"/>
              <a:t>independent</a:t>
            </a:r>
            <a:r>
              <a:rPr lang="de-CH" dirty="0"/>
              <a:t> variable </a:t>
            </a:r>
            <a:r>
              <a:rPr lang="de-CH" dirty="0" err="1"/>
              <a:t>often</a:t>
            </a:r>
            <a:r>
              <a:rPr lang="de-CH" dirty="0"/>
              <a:t> </a:t>
            </a:r>
            <a:r>
              <a:rPr lang="de-CH" dirty="0" err="1"/>
              <a:t>doesn’t</a:t>
            </a:r>
            <a:r>
              <a:rPr lang="de-CH" dirty="0"/>
              <a:t> </a:t>
            </a:r>
            <a:r>
              <a:rPr lang="de-CH" dirty="0" err="1"/>
              <a:t>contain</a:t>
            </a:r>
            <a:r>
              <a:rPr lang="de-CH" dirty="0"/>
              <a:t> </a:t>
            </a:r>
            <a:r>
              <a:rPr lang="de-CH" dirty="0" err="1"/>
              <a:t>enough</a:t>
            </a:r>
            <a:r>
              <a:rPr lang="de-CH" dirty="0"/>
              <a:t> </a:t>
            </a:r>
            <a:r>
              <a:rPr lang="de-CH" dirty="0" err="1"/>
              <a:t>information</a:t>
            </a:r>
            <a:r>
              <a:rPr lang="de-CH" dirty="0"/>
              <a:t> to </a:t>
            </a:r>
            <a:r>
              <a:rPr lang="de-CH" dirty="0" err="1"/>
              <a:t>accurately</a:t>
            </a:r>
            <a:r>
              <a:rPr lang="de-CH" dirty="0"/>
              <a:t> </a:t>
            </a:r>
            <a:r>
              <a:rPr lang="de-CH" dirty="0" err="1"/>
              <a:t>model</a:t>
            </a:r>
            <a:r>
              <a:rPr lang="de-CH" dirty="0"/>
              <a:t> </a:t>
            </a:r>
            <a:r>
              <a:rPr lang="de-CH" dirty="0" err="1"/>
              <a:t>the</a:t>
            </a:r>
            <a:r>
              <a:rPr lang="de-CH" dirty="0"/>
              <a:t> </a:t>
            </a:r>
            <a:r>
              <a:rPr lang="de-CH" dirty="0" err="1"/>
              <a:t>dependent</a:t>
            </a:r>
            <a:r>
              <a:rPr lang="de-CH" dirty="0"/>
              <a:t> variable. </a:t>
            </a:r>
            <a:r>
              <a:rPr lang="de-CH" dirty="0" err="1"/>
              <a:t>Hence</a:t>
            </a:r>
            <a:r>
              <a:rPr lang="de-CH" dirty="0"/>
              <a:t>, </a:t>
            </a:r>
            <a:r>
              <a:rPr lang="de-CH" dirty="0" err="1"/>
              <a:t>more</a:t>
            </a:r>
            <a:r>
              <a:rPr lang="de-CH" dirty="0"/>
              <a:t> variables </a:t>
            </a:r>
            <a:r>
              <a:rPr lang="de-CH" dirty="0" err="1"/>
              <a:t>are</a:t>
            </a:r>
            <a:r>
              <a:rPr lang="de-CH" dirty="0"/>
              <a:t> incorporated (incl. </a:t>
            </a:r>
            <a:r>
              <a:rPr lang="de-CH" dirty="0" err="1"/>
              <a:t>ideas</a:t>
            </a:r>
            <a:r>
              <a:rPr lang="de-CH" dirty="0"/>
              <a:t> to </a:t>
            </a:r>
            <a:r>
              <a:rPr lang="de-CH" dirty="0" err="1"/>
              <a:t>add</a:t>
            </a:r>
            <a:r>
              <a:rPr lang="de-CH" dirty="0"/>
              <a:t> non-</a:t>
            </a:r>
            <a:r>
              <a:rPr lang="de-CH" dirty="0" err="1"/>
              <a:t>linearity</a:t>
            </a:r>
            <a:r>
              <a:rPr lang="de-CH" dirty="0"/>
              <a:t>) to </a:t>
            </a:r>
            <a:r>
              <a:rPr lang="de-CH" dirty="0" err="1"/>
              <a:t>model</a:t>
            </a:r>
            <a:r>
              <a:rPr lang="de-CH" dirty="0"/>
              <a:t> </a:t>
            </a:r>
            <a:r>
              <a:rPr lang="de-CH" dirty="0" err="1"/>
              <a:t>more</a:t>
            </a:r>
            <a:r>
              <a:rPr lang="de-CH" dirty="0"/>
              <a:t> </a:t>
            </a:r>
            <a:r>
              <a:rPr lang="de-CH" dirty="0" err="1"/>
              <a:t>complex</a:t>
            </a:r>
            <a:r>
              <a:rPr lang="de-CH" dirty="0"/>
              <a:t> </a:t>
            </a:r>
            <a:r>
              <a:rPr lang="de-CH" dirty="0" err="1"/>
              <a:t>formulas</a:t>
            </a:r>
            <a:r>
              <a:rPr lang="de-CH" dirty="0"/>
              <a:t>. </a:t>
            </a:r>
            <a:r>
              <a:rPr lang="de-CH" sz="1400" i="1" dirty="0"/>
              <a:t>(</a:t>
            </a:r>
            <a:r>
              <a:rPr lang="de-CH" sz="1400" i="1" dirty="0" err="1"/>
              <a:t>Again</a:t>
            </a:r>
            <a:r>
              <a:rPr lang="de-CH" sz="1400" i="1" dirty="0"/>
              <a:t>, for </a:t>
            </a:r>
            <a:r>
              <a:rPr lang="de-CH" sz="1400" i="1" dirty="0" err="1"/>
              <a:t>the</a:t>
            </a:r>
            <a:r>
              <a:rPr lang="de-CH" sz="1400" i="1" dirty="0"/>
              <a:t> </a:t>
            </a:r>
            <a:r>
              <a:rPr lang="de-CH" sz="1400" i="1" dirty="0" err="1"/>
              <a:t>explanation</a:t>
            </a:r>
            <a:r>
              <a:rPr lang="de-CH" sz="1400" i="1" dirty="0"/>
              <a:t> </a:t>
            </a:r>
            <a:r>
              <a:rPr lang="de-CH" sz="1400" i="1" dirty="0" err="1"/>
              <a:t>it</a:t>
            </a:r>
            <a:r>
              <a:rPr lang="de-CH" sz="1400" i="1" dirty="0"/>
              <a:t> does not matter, </a:t>
            </a:r>
            <a:r>
              <a:rPr lang="de-CH" sz="1400" i="1" dirty="0" err="1"/>
              <a:t>how</a:t>
            </a:r>
            <a:r>
              <a:rPr lang="de-CH" sz="1400" i="1" dirty="0"/>
              <a:t> </a:t>
            </a:r>
            <a:r>
              <a:rPr lang="de-CH" sz="1400" i="1" dirty="0" err="1"/>
              <a:t>these</a:t>
            </a:r>
            <a:r>
              <a:rPr lang="de-CH" sz="1400" i="1" dirty="0"/>
              <a:t> variables </a:t>
            </a:r>
            <a:r>
              <a:rPr lang="de-CH" sz="1400" i="1" dirty="0" err="1"/>
              <a:t>are</a:t>
            </a:r>
            <a:r>
              <a:rPr lang="de-CH" sz="1400" i="1" dirty="0"/>
              <a:t> incorporated).</a:t>
            </a:r>
            <a:endParaRPr lang="de-CH" dirty="0"/>
          </a:p>
        </p:txBody>
      </p:sp>
      <p:sp>
        <p:nvSpPr>
          <p:cNvPr id="7" name="Content Placeholder 6">
            <a:extLst>
              <a:ext uri="{FF2B5EF4-FFF2-40B4-BE49-F238E27FC236}">
                <a16:creationId xmlns:a16="http://schemas.microsoft.com/office/drawing/2014/main" id="{C136721E-CD0C-D10E-0EC7-A57753785DE3}"/>
              </a:ext>
            </a:extLst>
          </p:cNvPr>
          <p:cNvSpPr>
            <a:spLocks noGrp="1"/>
          </p:cNvSpPr>
          <p:nvPr>
            <p:ph sz="quarter" idx="17"/>
          </p:nvPr>
        </p:nvSpPr>
        <p:spPr/>
        <p:txBody>
          <a:bodyPr/>
          <a:lstStyle/>
          <a:p>
            <a:endParaRPr lang="en-GB"/>
          </a:p>
        </p:txBody>
      </p:sp>
      <p:sp>
        <p:nvSpPr>
          <p:cNvPr id="8" name="Rectangle 7">
            <a:extLst>
              <a:ext uri="{FF2B5EF4-FFF2-40B4-BE49-F238E27FC236}">
                <a16:creationId xmlns:a16="http://schemas.microsoft.com/office/drawing/2014/main" id="{C43C3125-A0B6-2305-ED8A-03BBBF10C217}"/>
              </a:ext>
            </a:extLst>
          </p:cNvPr>
          <p:cNvSpPr/>
          <p:nvPr/>
        </p:nvSpPr>
        <p:spPr>
          <a:xfrm>
            <a:off x="358775" y="1113182"/>
            <a:ext cx="2083858" cy="54054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CH" dirty="0"/>
              <a:t>Independent variable(s)</a:t>
            </a:r>
            <a:endParaRPr lang="en-GB" dirty="0"/>
          </a:p>
        </p:txBody>
      </p:sp>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EEB0F601-11C8-ED33-1416-8BC172FB51D1}"/>
                  </a:ext>
                </a:extLst>
              </p:cNvPr>
              <p:cNvSpPr/>
              <p:nvPr/>
            </p:nvSpPr>
            <p:spPr>
              <a:xfrm>
                <a:off x="358775" y="1832631"/>
                <a:ext cx="2083858" cy="54054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de-CH" dirty="0"/>
                  <a:t>Relative Leg </a:t>
                </a:r>
                <a:r>
                  <a:rPr lang="de-CH" dirty="0" err="1"/>
                  <a:t>Length</a:t>
                </a:r>
                <a:r>
                  <a:rPr lang="de-CH" dirty="0"/>
                  <a:t> (</a:t>
                </a:r>
                <a14:m>
                  <m:oMath xmlns:m="http://schemas.openxmlformats.org/officeDocument/2006/math">
                    <m:sSub>
                      <m:sSubPr>
                        <m:ctrlPr>
                          <a:rPr lang="de-CH" b="1" i="1">
                            <a:solidFill>
                              <a:schemeClr val="tx1"/>
                            </a:solidFill>
                            <a:latin typeface="Cambria Math" panose="02040503050406030204" pitchFamily="18" charset="0"/>
                          </a:rPr>
                        </m:ctrlPr>
                      </m:sSubPr>
                      <m:e>
                        <m:r>
                          <a:rPr lang="de-CH" b="1" i="1">
                            <a:solidFill>
                              <a:schemeClr val="tx1"/>
                            </a:solidFill>
                            <a:latin typeface="Cambria Math" panose="02040503050406030204" pitchFamily="18" charset="0"/>
                          </a:rPr>
                          <m:t>𝑿</m:t>
                        </m:r>
                      </m:e>
                      <m:sub>
                        <m:r>
                          <a:rPr lang="de-CH" b="1" i="1">
                            <a:solidFill>
                              <a:schemeClr val="tx1"/>
                            </a:solidFill>
                            <a:latin typeface="Cambria Math" panose="02040503050406030204" pitchFamily="18" charset="0"/>
                            <a:ea typeface="Cambria Math" panose="02040503050406030204" pitchFamily="18" charset="0"/>
                          </a:rPr>
                          <m:t>𝟏</m:t>
                        </m:r>
                      </m:sub>
                    </m:sSub>
                  </m:oMath>
                </a14:m>
                <a:r>
                  <a:rPr lang="de-CH" dirty="0"/>
                  <a:t>)</a:t>
                </a:r>
                <a:endParaRPr lang="en-GB" dirty="0"/>
              </a:p>
            </p:txBody>
          </p:sp>
        </mc:Choice>
        <mc:Fallback xmlns="">
          <p:sp>
            <p:nvSpPr>
              <p:cNvPr id="9" name="Rectangle 8">
                <a:extLst>
                  <a:ext uri="{FF2B5EF4-FFF2-40B4-BE49-F238E27FC236}">
                    <a16:creationId xmlns:a16="http://schemas.microsoft.com/office/drawing/2014/main" id="{EEB0F601-11C8-ED33-1416-8BC172FB51D1}"/>
                  </a:ext>
                </a:extLst>
              </p:cNvPr>
              <p:cNvSpPr>
                <a:spLocks noRot="1" noChangeAspect="1" noMove="1" noResize="1" noEditPoints="1" noAdjustHandles="1" noChangeArrowheads="1" noChangeShapeType="1" noTextEdit="1"/>
              </p:cNvSpPr>
              <p:nvPr/>
            </p:nvSpPr>
            <p:spPr>
              <a:xfrm>
                <a:off x="358775" y="1832631"/>
                <a:ext cx="2083858" cy="540544"/>
              </a:xfrm>
              <a:prstGeom prst="rect">
                <a:avLst/>
              </a:prstGeom>
              <a:blipFill>
                <a:blip r:embed="rId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 name="Rectangle 9">
                <a:extLst>
                  <a:ext uri="{FF2B5EF4-FFF2-40B4-BE49-F238E27FC236}">
                    <a16:creationId xmlns:a16="http://schemas.microsoft.com/office/drawing/2014/main" id="{1D91BEAB-C71B-D2C1-550C-4912F5B18B84}"/>
                  </a:ext>
                </a:extLst>
              </p:cNvPr>
              <p:cNvSpPr/>
              <p:nvPr/>
            </p:nvSpPr>
            <p:spPr>
              <a:xfrm>
                <a:off x="358775" y="2443953"/>
                <a:ext cx="2083858" cy="540544"/>
              </a:xfrm>
              <a:prstGeom prst="rect">
                <a:avLst/>
              </a:prstGeom>
              <a:ln>
                <a:solidFill>
                  <a:srgbClr val="0A5F2D"/>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de-CH" dirty="0">
                    <a:solidFill>
                      <a:schemeClr val="tx1"/>
                    </a:solidFill>
                  </a:rPr>
                  <a:t>Relative </a:t>
                </a:r>
                <a:r>
                  <a:rPr lang="de-CH" dirty="0" err="1">
                    <a:solidFill>
                      <a:schemeClr val="tx1"/>
                    </a:solidFill>
                  </a:rPr>
                  <a:t>Weight</a:t>
                </a:r>
                <a:r>
                  <a:rPr lang="de-CH" dirty="0">
                    <a:solidFill>
                      <a:schemeClr val="tx1"/>
                    </a:solidFill>
                  </a:rPr>
                  <a:t> (</a:t>
                </a:r>
                <a14:m>
                  <m:oMath xmlns:m="http://schemas.openxmlformats.org/officeDocument/2006/math">
                    <m:sSub>
                      <m:sSubPr>
                        <m:ctrlPr>
                          <a:rPr lang="de-CH" b="1" i="1" smtClean="0">
                            <a:solidFill>
                              <a:schemeClr val="tx1"/>
                            </a:solidFill>
                            <a:latin typeface="Cambria Math" panose="02040503050406030204" pitchFamily="18" charset="0"/>
                          </a:rPr>
                        </m:ctrlPr>
                      </m:sSubPr>
                      <m:e>
                        <m:r>
                          <a:rPr lang="de-CH" b="1" i="1" smtClean="0">
                            <a:solidFill>
                              <a:schemeClr val="tx1"/>
                            </a:solidFill>
                            <a:latin typeface="Cambria Math" panose="02040503050406030204" pitchFamily="18" charset="0"/>
                          </a:rPr>
                          <m:t>𝑿</m:t>
                        </m:r>
                      </m:e>
                      <m:sub>
                        <m:r>
                          <a:rPr lang="de-CH" b="1" i="1" smtClean="0">
                            <a:solidFill>
                              <a:schemeClr val="tx1"/>
                            </a:solidFill>
                            <a:latin typeface="Cambria Math" panose="02040503050406030204" pitchFamily="18" charset="0"/>
                          </a:rPr>
                          <m:t>𝟐</m:t>
                        </m:r>
                      </m:sub>
                    </m:sSub>
                  </m:oMath>
                </a14:m>
                <a:r>
                  <a:rPr lang="de-CH" dirty="0">
                    <a:solidFill>
                      <a:schemeClr val="tx1"/>
                    </a:solidFill>
                  </a:rPr>
                  <a:t>)</a:t>
                </a:r>
                <a:endParaRPr lang="en-GB" dirty="0">
                  <a:solidFill>
                    <a:schemeClr val="tx1"/>
                  </a:solidFill>
                </a:endParaRPr>
              </a:p>
            </p:txBody>
          </p:sp>
        </mc:Choice>
        <mc:Fallback xmlns="">
          <p:sp>
            <p:nvSpPr>
              <p:cNvPr id="10" name="Rectangle 9">
                <a:extLst>
                  <a:ext uri="{FF2B5EF4-FFF2-40B4-BE49-F238E27FC236}">
                    <a16:creationId xmlns:a16="http://schemas.microsoft.com/office/drawing/2014/main" id="{1D91BEAB-C71B-D2C1-550C-4912F5B18B84}"/>
                  </a:ext>
                </a:extLst>
              </p:cNvPr>
              <p:cNvSpPr>
                <a:spLocks noRot="1" noChangeAspect="1" noMove="1" noResize="1" noEditPoints="1" noAdjustHandles="1" noChangeArrowheads="1" noChangeShapeType="1" noTextEdit="1"/>
              </p:cNvSpPr>
              <p:nvPr/>
            </p:nvSpPr>
            <p:spPr>
              <a:xfrm>
                <a:off x="358775" y="2443953"/>
                <a:ext cx="2083858" cy="540544"/>
              </a:xfrm>
              <a:prstGeom prst="rect">
                <a:avLst/>
              </a:prstGeom>
              <a:blipFill>
                <a:blip r:embed="rId3"/>
                <a:stretch>
                  <a:fillRect/>
                </a:stretch>
              </a:blipFill>
              <a:ln>
                <a:solidFill>
                  <a:srgbClr val="0A5F2D"/>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A9B24816-BC6B-1FEF-0FB3-242A5F3F3184}"/>
                  </a:ext>
                </a:extLst>
              </p:cNvPr>
              <p:cNvSpPr/>
              <p:nvPr/>
            </p:nvSpPr>
            <p:spPr>
              <a:xfrm>
                <a:off x="358775" y="3057787"/>
                <a:ext cx="2083858" cy="540544"/>
              </a:xfrm>
              <a:prstGeom prst="rect">
                <a:avLst/>
              </a:prstGeom>
              <a:ln>
                <a:solidFill>
                  <a:schemeClr val="bg1">
                    <a:lumMod val="7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de-CH" dirty="0">
                    <a:solidFill>
                      <a:schemeClr val="bg2">
                        <a:lumMod val="65000"/>
                      </a:schemeClr>
                    </a:solidFill>
                  </a:rPr>
                  <a:t>Weekly </a:t>
                </a:r>
                <a:r>
                  <a:rPr lang="de-CH" dirty="0" err="1">
                    <a:solidFill>
                      <a:schemeClr val="bg2">
                        <a:lumMod val="65000"/>
                      </a:schemeClr>
                    </a:solidFill>
                  </a:rPr>
                  <a:t>Exercise</a:t>
                </a:r>
                <a:r>
                  <a:rPr lang="de-CH" dirty="0">
                    <a:solidFill>
                      <a:schemeClr val="bg2">
                        <a:lumMod val="65000"/>
                      </a:schemeClr>
                    </a:solidFill>
                  </a:rPr>
                  <a:t> km </a:t>
                </a:r>
                <a:r>
                  <a:rPr lang="de-CH" dirty="0">
                    <a:solidFill>
                      <a:schemeClr val="bg1">
                        <a:lumMod val="75000"/>
                      </a:schemeClr>
                    </a:solidFill>
                  </a:rPr>
                  <a:t>(</a:t>
                </a:r>
                <a14:m>
                  <m:oMath xmlns:m="http://schemas.openxmlformats.org/officeDocument/2006/math">
                    <m:sSub>
                      <m:sSubPr>
                        <m:ctrlPr>
                          <a:rPr lang="de-CH" b="1" i="1">
                            <a:solidFill>
                              <a:schemeClr val="bg1">
                                <a:lumMod val="75000"/>
                              </a:schemeClr>
                            </a:solidFill>
                            <a:latin typeface="Cambria Math" panose="02040503050406030204" pitchFamily="18" charset="0"/>
                          </a:rPr>
                        </m:ctrlPr>
                      </m:sSubPr>
                      <m:e>
                        <m:r>
                          <a:rPr lang="de-CH" b="1" i="1">
                            <a:solidFill>
                              <a:schemeClr val="bg1">
                                <a:lumMod val="75000"/>
                              </a:schemeClr>
                            </a:solidFill>
                            <a:latin typeface="Cambria Math" panose="02040503050406030204" pitchFamily="18" charset="0"/>
                          </a:rPr>
                          <m:t>𝑿</m:t>
                        </m:r>
                      </m:e>
                      <m:sub>
                        <m:r>
                          <a:rPr lang="de-CH" b="1" i="1">
                            <a:solidFill>
                              <a:schemeClr val="bg1">
                                <a:lumMod val="75000"/>
                              </a:schemeClr>
                            </a:solidFill>
                            <a:latin typeface="Cambria Math" panose="02040503050406030204" pitchFamily="18" charset="0"/>
                          </a:rPr>
                          <m:t>𝟑</m:t>
                        </m:r>
                      </m:sub>
                    </m:sSub>
                  </m:oMath>
                </a14:m>
                <a:r>
                  <a:rPr lang="de-CH" dirty="0">
                    <a:solidFill>
                      <a:schemeClr val="bg1">
                        <a:lumMod val="75000"/>
                      </a:schemeClr>
                    </a:solidFill>
                  </a:rPr>
                  <a:t>)</a:t>
                </a:r>
                <a:endParaRPr lang="en-GB" dirty="0">
                  <a:solidFill>
                    <a:schemeClr val="bg1">
                      <a:lumMod val="75000"/>
                    </a:schemeClr>
                  </a:solidFill>
                </a:endParaRPr>
              </a:p>
            </p:txBody>
          </p:sp>
        </mc:Choice>
        <mc:Fallback xmlns="">
          <p:sp>
            <p:nvSpPr>
              <p:cNvPr id="11" name="Rectangle 10">
                <a:extLst>
                  <a:ext uri="{FF2B5EF4-FFF2-40B4-BE49-F238E27FC236}">
                    <a16:creationId xmlns:a16="http://schemas.microsoft.com/office/drawing/2014/main" id="{A9B24816-BC6B-1FEF-0FB3-242A5F3F3184}"/>
                  </a:ext>
                </a:extLst>
              </p:cNvPr>
              <p:cNvSpPr>
                <a:spLocks noRot="1" noChangeAspect="1" noMove="1" noResize="1" noEditPoints="1" noAdjustHandles="1" noChangeArrowheads="1" noChangeShapeType="1" noTextEdit="1"/>
              </p:cNvSpPr>
              <p:nvPr/>
            </p:nvSpPr>
            <p:spPr>
              <a:xfrm>
                <a:off x="358775" y="3057787"/>
                <a:ext cx="2083858" cy="540544"/>
              </a:xfrm>
              <a:prstGeom prst="rect">
                <a:avLst/>
              </a:prstGeom>
              <a:blipFill>
                <a:blip r:embed="rId4"/>
                <a:stretch>
                  <a:fillRect/>
                </a:stretch>
              </a:blipFill>
              <a:ln>
                <a:solidFill>
                  <a:schemeClr val="bg1">
                    <a:lumMod val="75000"/>
                  </a:schemeClr>
                </a:solidFill>
              </a:ln>
            </p:spPr>
            <p:txBody>
              <a:bodyPr/>
              <a:lstStyle/>
              <a:p>
                <a:r>
                  <a:rPr lang="en-GB">
                    <a:noFill/>
                  </a:rPr>
                  <a:t> </a:t>
                </a:r>
              </a:p>
            </p:txBody>
          </p:sp>
        </mc:Fallback>
      </mc:AlternateContent>
      <p:sp>
        <p:nvSpPr>
          <p:cNvPr id="12" name="Rectangle 11">
            <a:extLst>
              <a:ext uri="{FF2B5EF4-FFF2-40B4-BE49-F238E27FC236}">
                <a16:creationId xmlns:a16="http://schemas.microsoft.com/office/drawing/2014/main" id="{F47F022E-80A8-7BFA-EF2C-542F5E749650}"/>
              </a:ext>
            </a:extLst>
          </p:cNvPr>
          <p:cNvSpPr/>
          <p:nvPr/>
        </p:nvSpPr>
        <p:spPr>
          <a:xfrm>
            <a:off x="3303519" y="1113182"/>
            <a:ext cx="2083858" cy="54054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CH" dirty="0" err="1"/>
              <a:t>Dependent</a:t>
            </a:r>
            <a:r>
              <a:rPr lang="de-CH" dirty="0"/>
              <a:t> variable</a:t>
            </a:r>
            <a:endParaRPr lang="en-GB" dirty="0"/>
          </a:p>
        </p:txBody>
      </p:sp>
      <p:sp>
        <p:nvSpPr>
          <p:cNvPr id="13" name="Arrow: Right 12">
            <a:extLst>
              <a:ext uri="{FF2B5EF4-FFF2-40B4-BE49-F238E27FC236}">
                <a16:creationId xmlns:a16="http://schemas.microsoft.com/office/drawing/2014/main" id="{A3716248-A212-829D-E69F-65206F2B9300}"/>
              </a:ext>
            </a:extLst>
          </p:cNvPr>
          <p:cNvSpPr/>
          <p:nvPr/>
        </p:nvSpPr>
        <p:spPr>
          <a:xfrm>
            <a:off x="2632328" y="2258563"/>
            <a:ext cx="481495" cy="89771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CH" b="1" dirty="0"/>
              <a:t>f</a:t>
            </a:r>
            <a:endParaRPr lang="en-GB" b="1" dirty="0"/>
          </a:p>
        </p:txBody>
      </p:sp>
      <mc:AlternateContent xmlns:mc="http://schemas.openxmlformats.org/markup-compatibility/2006" xmlns:a14="http://schemas.microsoft.com/office/drawing/2010/main">
        <mc:Choice Requires="a14">
          <p:sp>
            <p:nvSpPr>
              <p:cNvPr id="14" name="Rectangle 13">
                <a:extLst>
                  <a:ext uri="{FF2B5EF4-FFF2-40B4-BE49-F238E27FC236}">
                    <a16:creationId xmlns:a16="http://schemas.microsoft.com/office/drawing/2014/main" id="{2BB7ACA9-571F-5465-F9A2-4DEFC0E34FE5}"/>
                  </a:ext>
                </a:extLst>
              </p:cNvPr>
              <p:cNvSpPr/>
              <p:nvPr/>
            </p:nvSpPr>
            <p:spPr>
              <a:xfrm>
                <a:off x="3303519" y="2443953"/>
                <a:ext cx="2083858" cy="54054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de-CH" dirty="0"/>
                  <a:t>Running Speed (</a:t>
                </a:r>
                <a14:m>
                  <m:oMath xmlns:m="http://schemas.openxmlformats.org/officeDocument/2006/math">
                    <m:r>
                      <a:rPr lang="de-CH" b="1" i="1">
                        <a:solidFill>
                          <a:schemeClr val="tx1"/>
                        </a:solidFill>
                        <a:latin typeface="Cambria Math" panose="02040503050406030204" pitchFamily="18" charset="0"/>
                      </a:rPr>
                      <m:t>𝒀</m:t>
                    </m:r>
                  </m:oMath>
                </a14:m>
                <a:r>
                  <a:rPr lang="de-CH" dirty="0"/>
                  <a:t>)</a:t>
                </a:r>
                <a:endParaRPr lang="en-GB" dirty="0"/>
              </a:p>
            </p:txBody>
          </p:sp>
        </mc:Choice>
        <mc:Fallback xmlns="">
          <p:sp>
            <p:nvSpPr>
              <p:cNvPr id="14" name="Rectangle 13">
                <a:extLst>
                  <a:ext uri="{FF2B5EF4-FFF2-40B4-BE49-F238E27FC236}">
                    <a16:creationId xmlns:a16="http://schemas.microsoft.com/office/drawing/2014/main" id="{2BB7ACA9-571F-5465-F9A2-4DEFC0E34FE5}"/>
                  </a:ext>
                </a:extLst>
              </p:cNvPr>
              <p:cNvSpPr>
                <a:spLocks noRot="1" noChangeAspect="1" noMove="1" noResize="1" noEditPoints="1" noAdjustHandles="1" noChangeArrowheads="1" noChangeShapeType="1" noTextEdit="1"/>
              </p:cNvSpPr>
              <p:nvPr/>
            </p:nvSpPr>
            <p:spPr>
              <a:xfrm>
                <a:off x="3303519" y="2443953"/>
                <a:ext cx="2083858" cy="540544"/>
              </a:xfrm>
              <a:prstGeom prst="rect">
                <a:avLst/>
              </a:prstGeom>
              <a:blipFill>
                <a:blip r:embed="rId5"/>
                <a:stretch>
                  <a:fillRect/>
                </a:stretch>
              </a:blipFill>
            </p:spPr>
            <p:txBody>
              <a:bodyPr/>
              <a:lstStyle/>
              <a:p>
                <a:r>
                  <a:rPr lang="en-GB">
                    <a:noFill/>
                  </a:rPr>
                  <a:t> </a:t>
                </a:r>
              </a:p>
            </p:txBody>
          </p:sp>
        </mc:Fallback>
      </mc:AlternateContent>
      <p:cxnSp>
        <p:nvCxnSpPr>
          <p:cNvPr id="16" name="Straight Arrow Connector 15">
            <a:extLst>
              <a:ext uri="{FF2B5EF4-FFF2-40B4-BE49-F238E27FC236}">
                <a16:creationId xmlns:a16="http://schemas.microsoft.com/office/drawing/2014/main" id="{267FEFDD-8DE7-258D-F009-68C3AF4784C9}"/>
              </a:ext>
            </a:extLst>
          </p:cNvPr>
          <p:cNvCxnSpPr/>
          <p:nvPr/>
        </p:nvCxnSpPr>
        <p:spPr>
          <a:xfrm flipV="1">
            <a:off x="6172200" y="1278467"/>
            <a:ext cx="0" cy="19939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00A041B4-F071-4D1C-5533-87E13470CB03}"/>
              </a:ext>
            </a:extLst>
          </p:cNvPr>
          <p:cNvCxnSpPr>
            <a:cxnSpLocks/>
          </p:cNvCxnSpPr>
          <p:nvPr/>
        </p:nvCxnSpPr>
        <p:spPr>
          <a:xfrm flipV="1">
            <a:off x="6172200" y="3271555"/>
            <a:ext cx="2150533" cy="8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9C72A4CE-8659-A861-99C9-72F775B6D987}"/>
              </a:ext>
            </a:extLst>
          </p:cNvPr>
          <p:cNvSpPr txBox="1"/>
          <p:nvPr/>
        </p:nvSpPr>
        <p:spPr>
          <a:xfrm>
            <a:off x="5861987" y="1019325"/>
            <a:ext cx="620426" cy="300082"/>
          </a:xfrm>
          <a:prstGeom prst="rect">
            <a:avLst/>
          </a:prstGeom>
          <a:noFill/>
        </p:spPr>
        <p:txBody>
          <a:bodyPr wrap="none" rtlCol="0">
            <a:spAutoFit/>
          </a:bodyPr>
          <a:lstStyle/>
          <a:p>
            <a:r>
              <a:rPr lang="de-CH" dirty="0"/>
              <a:t>Grade</a:t>
            </a:r>
            <a:endParaRPr lang="en-GB" dirty="0"/>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2A7E3D48-435C-7A79-0736-1B9FD22B3283}"/>
                  </a:ext>
                </a:extLst>
              </p:cNvPr>
              <p:cNvSpPr txBox="1"/>
              <p:nvPr/>
            </p:nvSpPr>
            <p:spPr>
              <a:xfrm>
                <a:off x="6453136" y="830196"/>
                <a:ext cx="1462467" cy="300082"/>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de-CH" b="1" i="1" smtClean="0">
                              <a:solidFill>
                                <a:schemeClr val="tx1"/>
                              </a:solidFill>
                              <a:latin typeface="Cambria Math" panose="02040503050406030204" pitchFamily="18" charset="0"/>
                            </a:rPr>
                          </m:ctrlPr>
                        </m:sSubPr>
                        <m:e>
                          <m:r>
                            <a:rPr lang="de-CH" b="1" i="1" smtClean="0">
                              <a:solidFill>
                                <a:schemeClr val="tx1"/>
                              </a:solidFill>
                              <a:latin typeface="Cambria Math" panose="02040503050406030204" pitchFamily="18" charset="0"/>
                            </a:rPr>
                            <m:t>𝑿</m:t>
                          </m:r>
                        </m:e>
                        <m:sub>
                          <m:r>
                            <a:rPr lang="de-CH" b="1" i="1">
                              <a:solidFill>
                                <a:schemeClr val="tx1"/>
                              </a:solidFill>
                              <a:latin typeface="Cambria Math" panose="02040503050406030204" pitchFamily="18" charset="0"/>
                              <a:ea typeface="Cambria Math" panose="02040503050406030204" pitchFamily="18" charset="0"/>
                            </a:rPr>
                            <m:t>𝟏</m:t>
                          </m:r>
                        </m:sub>
                      </m:sSub>
                    </m:oMath>
                  </m:oMathPara>
                </a14:m>
                <a:endParaRPr lang="en-GB" dirty="0"/>
              </a:p>
            </p:txBody>
          </p:sp>
        </mc:Choice>
        <mc:Fallback xmlns="">
          <p:sp>
            <p:nvSpPr>
              <p:cNvPr id="21" name="TextBox 20">
                <a:extLst>
                  <a:ext uri="{FF2B5EF4-FFF2-40B4-BE49-F238E27FC236}">
                    <a16:creationId xmlns:a16="http://schemas.microsoft.com/office/drawing/2014/main" id="{2A7E3D48-435C-7A79-0736-1B9FD22B3283}"/>
                  </a:ext>
                </a:extLst>
              </p:cNvPr>
              <p:cNvSpPr txBox="1">
                <a:spLocks noRot="1" noChangeAspect="1" noMove="1" noResize="1" noEditPoints="1" noAdjustHandles="1" noChangeArrowheads="1" noChangeShapeType="1" noTextEdit="1"/>
              </p:cNvSpPr>
              <p:nvPr/>
            </p:nvSpPr>
            <p:spPr>
              <a:xfrm>
                <a:off x="6453136" y="830196"/>
                <a:ext cx="1462467" cy="300082"/>
              </a:xfrm>
              <a:prstGeom prst="rect">
                <a:avLst/>
              </a:prstGeom>
              <a:blipFill>
                <a:blip r:embed="rId6"/>
                <a:stretch>
                  <a:fillRect/>
                </a:stretch>
              </a:blipFill>
            </p:spPr>
            <p:txBody>
              <a:bodyPr/>
              <a:lstStyle/>
              <a:p>
                <a:r>
                  <a:rPr lang="en-GB">
                    <a:noFill/>
                  </a:rPr>
                  <a:t> </a:t>
                </a:r>
              </a:p>
            </p:txBody>
          </p:sp>
        </mc:Fallback>
      </mc:AlternateContent>
      <p:sp>
        <p:nvSpPr>
          <p:cNvPr id="22" name="Oval 21">
            <a:extLst>
              <a:ext uri="{FF2B5EF4-FFF2-40B4-BE49-F238E27FC236}">
                <a16:creationId xmlns:a16="http://schemas.microsoft.com/office/drawing/2014/main" id="{AF259ABA-B68B-92D2-DF52-A61E91907FCD}"/>
              </a:ext>
            </a:extLst>
          </p:cNvPr>
          <p:cNvSpPr/>
          <p:nvPr/>
        </p:nvSpPr>
        <p:spPr>
          <a:xfrm>
            <a:off x="6674678" y="2258563"/>
            <a:ext cx="36000" cy="36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Oval 22">
            <a:extLst>
              <a:ext uri="{FF2B5EF4-FFF2-40B4-BE49-F238E27FC236}">
                <a16:creationId xmlns:a16="http://schemas.microsoft.com/office/drawing/2014/main" id="{BDE3ED2E-A3A0-E9BD-7D86-D7A8E70838AF}"/>
              </a:ext>
            </a:extLst>
          </p:cNvPr>
          <p:cNvSpPr/>
          <p:nvPr/>
        </p:nvSpPr>
        <p:spPr>
          <a:xfrm>
            <a:off x="6827078" y="2410963"/>
            <a:ext cx="36000" cy="36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Oval 23">
            <a:extLst>
              <a:ext uri="{FF2B5EF4-FFF2-40B4-BE49-F238E27FC236}">
                <a16:creationId xmlns:a16="http://schemas.microsoft.com/office/drawing/2014/main" id="{4C7565E1-8222-9801-672E-82852347DB21}"/>
              </a:ext>
            </a:extLst>
          </p:cNvPr>
          <p:cNvSpPr/>
          <p:nvPr/>
        </p:nvSpPr>
        <p:spPr>
          <a:xfrm>
            <a:off x="6979478" y="2563363"/>
            <a:ext cx="36000" cy="36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Oval 24">
            <a:extLst>
              <a:ext uri="{FF2B5EF4-FFF2-40B4-BE49-F238E27FC236}">
                <a16:creationId xmlns:a16="http://schemas.microsoft.com/office/drawing/2014/main" id="{115C6505-C25F-2ABE-3DC0-4F6CE67EA311}"/>
              </a:ext>
            </a:extLst>
          </p:cNvPr>
          <p:cNvSpPr/>
          <p:nvPr/>
        </p:nvSpPr>
        <p:spPr>
          <a:xfrm>
            <a:off x="7343913" y="2001686"/>
            <a:ext cx="36000" cy="36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Oval 25">
            <a:extLst>
              <a:ext uri="{FF2B5EF4-FFF2-40B4-BE49-F238E27FC236}">
                <a16:creationId xmlns:a16="http://schemas.microsoft.com/office/drawing/2014/main" id="{42274F93-20EE-B896-A403-C1B181E7D9FC}"/>
              </a:ext>
            </a:extLst>
          </p:cNvPr>
          <p:cNvSpPr/>
          <p:nvPr/>
        </p:nvSpPr>
        <p:spPr>
          <a:xfrm>
            <a:off x="7193467" y="2350726"/>
            <a:ext cx="36000" cy="36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Oval 26">
            <a:extLst>
              <a:ext uri="{FF2B5EF4-FFF2-40B4-BE49-F238E27FC236}">
                <a16:creationId xmlns:a16="http://schemas.microsoft.com/office/drawing/2014/main" id="{861F5507-7DFE-D605-69F3-2D22691DA054}"/>
              </a:ext>
            </a:extLst>
          </p:cNvPr>
          <p:cNvSpPr/>
          <p:nvPr/>
        </p:nvSpPr>
        <p:spPr>
          <a:xfrm>
            <a:off x="7706139" y="1870420"/>
            <a:ext cx="36000" cy="36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Oval 27">
            <a:extLst>
              <a:ext uri="{FF2B5EF4-FFF2-40B4-BE49-F238E27FC236}">
                <a16:creationId xmlns:a16="http://schemas.microsoft.com/office/drawing/2014/main" id="{05A174BE-B3E9-6494-6FEA-E2D9522DBE3D}"/>
              </a:ext>
            </a:extLst>
          </p:cNvPr>
          <p:cNvSpPr/>
          <p:nvPr/>
        </p:nvSpPr>
        <p:spPr>
          <a:xfrm>
            <a:off x="6557839" y="2665925"/>
            <a:ext cx="36000" cy="36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Oval 28">
            <a:extLst>
              <a:ext uri="{FF2B5EF4-FFF2-40B4-BE49-F238E27FC236}">
                <a16:creationId xmlns:a16="http://schemas.microsoft.com/office/drawing/2014/main" id="{37ED2CBF-9E41-4B99-8C84-22710E26AC1B}"/>
              </a:ext>
            </a:extLst>
          </p:cNvPr>
          <p:cNvSpPr/>
          <p:nvPr/>
        </p:nvSpPr>
        <p:spPr>
          <a:xfrm>
            <a:off x="7976520" y="1568231"/>
            <a:ext cx="36000" cy="36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Oval 29">
            <a:extLst>
              <a:ext uri="{FF2B5EF4-FFF2-40B4-BE49-F238E27FC236}">
                <a16:creationId xmlns:a16="http://schemas.microsoft.com/office/drawing/2014/main" id="{CE06FCF0-DEA7-8C4A-6526-C677CFAE9F49}"/>
              </a:ext>
            </a:extLst>
          </p:cNvPr>
          <p:cNvSpPr/>
          <p:nvPr/>
        </p:nvSpPr>
        <p:spPr>
          <a:xfrm>
            <a:off x="7576378" y="1301407"/>
            <a:ext cx="36000" cy="36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 name="Oval 30">
            <a:extLst>
              <a:ext uri="{FF2B5EF4-FFF2-40B4-BE49-F238E27FC236}">
                <a16:creationId xmlns:a16="http://schemas.microsoft.com/office/drawing/2014/main" id="{620AF845-5B4D-8E9D-6082-4DEDB0D5A14A}"/>
              </a:ext>
            </a:extLst>
          </p:cNvPr>
          <p:cNvSpPr/>
          <p:nvPr/>
        </p:nvSpPr>
        <p:spPr>
          <a:xfrm>
            <a:off x="8286733" y="2139403"/>
            <a:ext cx="36000" cy="36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 name="Oval 31">
            <a:extLst>
              <a:ext uri="{FF2B5EF4-FFF2-40B4-BE49-F238E27FC236}">
                <a16:creationId xmlns:a16="http://schemas.microsoft.com/office/drawing/2014/main" id="{7BD5F5C1-ED95-DE21-D60E-928DF56094AC}"/>
              </a:ext>
            </a:extLst>
          </p:cNvPr>
          <p:cNvSpPr/>
          <p:nvPr/>
        </p:nvSpPr>
        <p:spPr>
          <a:xfrm>
            <a:off x="7114209" y="1958781"/>
            <a:ext cx="36000" cy="36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Oval 32">
            <a:extLst>
              <a:ext uri="{FF2B5EF4-FFF2-40B4-BE49-F238E27FC236}">
                <a16:creationId xmlns:a16="http://schemas.microsoft.com/office/drawing/2014/main" id="{75C7E753-A43A-589B-6DE1-4F6B96C705D3}"/>
              </a:ext>
            </a:extLst>
          </p:cNvPr>
          <p:cNvSpPr/>
          <p:nvPr/>
        </p:nvSpPr>
        <p:spPr>
          <a:xfrm>
            <a:off x="6369439" y="2222563"/>
            <a:ext cx="36000" cy="36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 name="Oval 33">
            <a:extLst>
              <a:ext uri="{FF2B5EF4-FFF2-40B4-BE49-F238E27FC236}">
                <a16:creationId xmlns:a16="http://schemas.microsoft.com/office/drawing/2014/main" id="{7C3341B3-095A-D150-2B77-A22467879179}"/>
              </a:ext>
            </a:extLst>
          </p:cNvPr>
          <p:cNvSpPr/>
          <p:nvPr/>
        </p:nvSpPr>
        <p:spPr>
          <a:xfrm>
            <a:off x="6329020" y="2425953"/>
            <a:ext cx="36000" cy="36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 name="Oval 34">
            <a:extLst>
              <a:ext uri="{FF2B5EF4-FFF2-40B4-BE49-F238E27FC236}">
                <a16:creationId xmlns:a16="http://schemas.microsoft.com/office/drawing/2014/main" id="{44BCB4FC-68F9-C629-D0D8-1D0F695F08A7}"/>
              </a:ext>
            </a:extLst>
          </p:cNvPr>
          <p:cNvSpPr/>
          <p:nvPr/>
        </p:nvSpPr>
        <p:spPr>
          <a:xfrm>
            <a:off x="6519815" y="2327110"/>
            <a:ext cx="36000" cy="36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6" name="Oval 35">
            <a:extLst>
              <a:ext uri="{FF2B5EF4-FFF2-40B4-BE49-F238E27FC236}">
                <a16:creationId xmlns:a16="http://schemas.microsoft.com/office/drawing/2014/main" id="{3C58E0D1-F96A-EE4D-06C7-85B42C91174D}"/>
              </a:ext>
            </a:extLst>
          </p:cNvPr>
          <p:cNvSpPr/>
          <p:nvPr/>
        </p:nvSpPr>
        <p:spPr>
          <a:xfrm>
            <a:off x="6280594" y="2636621"/>
            <a:ext cx="36000" cy="36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7" name="Oval 36">
            <a:extLst>
              <a:ext uri="{FF2B5EF4-FFF2-40B4-BE49-F238E27FC236}">
                <a16:creationId xmlns:a16="http://schemas.microsoft.com/office/drawing/2014/main" id="{3B1D45F0-8819-452A-4202-D83FD243428F}"/>
              </a:ext>
            </a:extLst>
          </p:cNvPr>
          <p:cNvSpPr/>
          <p:nvPr/>
        </p:nvSpPr>
        <p:spPr>
          <a:xfrm>
            <a:off x="6939024" y="2230919"/>
            <a:ext cx="36000" cy="36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8" name="Oval 37">
            <a:extLst>
              <a:ext uri="{FF2B5EF4-FFF2-40B4-BE49-F238E27FC236}">
                <a16:creationId xmlns:a16="http://schemas.microsoft.com/office/drawing/2014/main" id="{510EB7CD-B3F1-1A42-F74F-9BF560281B39}"/>
              </a:ext>
            </a:extLst>
          </p:cNvPr>
          <p:cNvSpPr/>
          <p:nvPr/>
        </p:nvSpPr>
        <p:spPr>
          <a:xfrm>
            <a:off x="7480852" y="2157403"/>
            <a:ext cx="36000" cy="36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9" name="Oval 38">
            <a:extLst>
              <a:ext uri="{FF2B5EF4-FFF2-40B4-BE49-F238E27FC236}">
                <a16:creationId xmlns:a16="http://schemas.microsoft.com/office/drawing/2014/main" id="{D9135137-4ECF-71A5-C218-EB27976F1751}"/>
              </a:ext>
            </a:extLst>
          </p:cNvPr>
          <p:cNvSpPr/>
          <p:nvPr/>
        </p:nvSpPr>
        <p:spPr>
          <a:xfrm>
            <a:off x="7462852" y="1695137"/>
            <a:ext cx="36000" cy="36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0" name="Oval 39">
            <a:extLst>
              <a:ext uri="{FF2B5EF4-FFF2-40B4-BE49-F238E27FC236}">
                <a16:creationId xmlns:a16="http://schemas.microsoft.com/office/drawing/2014/main" id="{2E489EA4-2D85-DE94-3115-7D870AED2BB7}"/>
              </a:ext>
            </a:extLst>
          </p:cNvPr>
          <p:cNvSpPr/>
          <p:nvPr/>
        </p:nvSpPr>
        <p:spPr>
          <a:xfrm>
            <a:off x="7688139" y="1602505"/>
            <a:ext cx="36000" cy="36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42" name="Straight Connector 41">
            <a:extLst>
              <a:ext uri="{FF2B5EF4-FFF2-40B4-BE49-F238E27FC236}">
                <a16:creationId xmlns:a16="http://schemas.microsoft.com/office/drawing/2014/main" id="{CC9FFF2A-AFAB-CD90-52C8-AF67A684DFDD}"/>
              </a:ext>
            </a:extLst>
          </p:cNvPr>
          <p:cNvCxnSpPr>
            <a:cxnSpLocks/>
          </p:cNvCxnSpPr>
          <p:nvPr/>
        </p:nvCxnSpPr>
        <p:spPr>
          <a:xfrm flipV="1">
            <a:off x="6280594" y="1620505"/>
            <a:ext cx="1873910" cy="1106572"/>
          </a:xfrm>
          <a:prstGeom prst="line">
            <a:avLst/>
          </a:prstGeom>
        </p:spPr>
        <p:style>
          <a:lnRef idx="3">
            <a:schemeClr val="accent3"/>
          </a:lnRef>
          <a:fillRef idx="0">
            <a:schemeClr val="accent3"/>
          </a:fillRef>
          <a:effectRef idx="2">
            <a:schemeClr val="accent3"/>
          </a:effectRef>
          <a:fontRef idx="minor">
            <a:schemeClr val="tx1"/>
          </a:fontRef>
        </p:style>
      </p:cxn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E74269E3-A23D-0003-58EB-2DA6E36E0DFC}"/>
                  </a:ext>
                </a:extLst>
              </p:cNvPr>
              <p:cNvSpPr txBox="1"/>
              <p:nvPr/>
            </p:nvSpPr>
            <p:spPr>
              <a:xfrm>
                <a:off x="5463348" y="3350780"/>
                <a:ext cx="3411711" cy="519438"/>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acc>
                        <m:accPr>
                          <m:chr m:val="̂"/>
                          <m:ctrlPr>
                            <a:rPr lang="de-CH" b="1" i="1" smtClean="0">
                              <a:solidFill>
                                <a:schemeClr val="accent3">
                                  <a:lumMod val="75000"/>
                                </a:schemeClr>
                              </a:solidFill>
                              <a:latin typeface="Cambria Math" panose="02040503050406030204" pitchFamily="18" charset="0"/>
                            </a:rPr>
                          </m:ctrlPr>
                        </m:accPr>
                        <m:e>
                          <m:r>
                            <a:rPr lang="de-CH" b="1" i="1" smtClean="0">
                              <a:solidFill>
                                <a:schemeClr val="accent3">
                                  <a:lumMod val="75000"/>
                                </a:schemeClr>
                              </a:solidFill>
                              <a:latin typeface="Cambria Math" panose="02040503050406030204" pitchFamily="18" charset="0"/>
                            </a:rPr>
                            <m:t>𝒇</m:t>
                          </m:r>
                          <m:r>
                            <a:rPr lang="de-CH" b="1" i="1" smtClean="0">
                              <a:solidFill>
                                <a:schemeClr val="accent3">
                                  <a:lumMod val="75000"/>
                                </a:schemeClr>
                              </a:solidFill>
                              <a:latin typeface="Cambria Math" panose="02040503050406030204" pitchFamily="18" charset="0"/>
                            </a:rPr>
                            <m:t>:</m:t>
                          </m:r>
                        </m:e>
                      </m:acc>
                      <m:r>
                        <a:rPr lang="de-CH" b="1" i="1" smtClean="0">
                          <a:solidFill>
                            <a:schemeClr val="accent3">
                              <a:lumMod val="75000"/>
                            </a:schemeClr>
                          </a:solidFill>
                          <a:latin typeface="Cambria Math" panose="02040503050406030204" pitchFamily="18" charset="0"/>
                        </a:rPr>
                        <m:t> </m:t>
                      </m:r>
                      <m:r>
                        <m:rPr>
                          <m:sty m:val="p"/>
                        </m:rPr>
                        <a:rPr lang="de-CH" b="1" i="1">
                          <a:solidFill>
                            <a:schemeClr val="accent3">
                              <a:lumMod val="75000"/>
                            </a:schemeClr>
                          </a:solidFill>
                          <a:latin typeface="Cambria Math" panose="02040503050406030204" pitchFamily="18" charset="0"/>
                        </a:rPr>
                        <m:t>Y</m:t>
                      </m:r>
                      <m:r>
                        <a:rPr lang="de-CH" b="1" i="1" smtClean="0">
                          <a:solidFill>
                            <a:schemeClr val="accent3">
                              <a:lumMod val="75000"/>
                            </a:schemeClr>
                          </a:solidFill>
                          <a:latin typeface="Cambria Math" panose="02040503050406030204" pitchFamily="18" charset="0"/>
                        </a:rPr>
                        <m:t>=</m:t>
                      </m:r>
                      <m:sSub>
                        <m:sSubPr>
                          <m:ctrlPr>
                            <a:rPr lang="de-CH" b="1" i="1" smtClean="0">
                              <a:solidFill>
                                <a:schemeClr val="accent3">
                                  <a:lumMod val="75000"/>
                                </a:schemeClr>
                              </a:solidFill>
                              <a:latin typeface="Cambria Math" panose="02040503050406030204" pitchFamily="18" charset="0"/>
                            </a:rPr>
                          </m:ctrlPr>
                        </m:sSubPr>
                        <m:e>
                          <m:r>
                            <a:rPr lang="de-CH" b="1" i="1" smtClean="0">
                              <a:solidFill>
                                <a:schemeClr val="accent3">
                                  <a:lumMod val="75000"/>
                                </a:schemeClr>
                              </a:solidFill>
                              <a:latin typeface="Cambria Math" panose="02040503050406030204" pitchFamily="18" charset="0"/>
                              <a:ea typeface="Cambria Math" panose="02040503050406030204" pitchFamily="18" charset="0"/>
                            </a:rPr>
                            <m:t>𝜷</m:t>
                          </m:r>
                        </m:e>
                        <m:sub>
                          <m:r>
                            <a:rPr lang="de-CH" b="1" i="1" smtClean="0">
                              <a:solidFill>
                                <a:schemeClr val="accent3">
                                  <a:lumMod val="75000"/>
                                </a:schemeClr>
                              </a:solidFill>
                              <a:latin typeface="Cambria Math" panose="02040503050406030204" pitchFamily="18" charset="0"/>
                            </a:rPr>
                            <m:t>𝟎</m:t>
                          </m:r>
                        </m:sub>
                      </m:sSub>
                      <m:r>
                        <a:rPr lang="de-CH" b="1" i="1" smtClean="0">
                          <a:solidFill>
                            <a:schemeClr val="accent3">
                              <a:lumMod val="75000"/>
                            </a:schemeClr>
                          </a:solidFill>
                          <a:latin typeface="Cambria Math" panose="02040503050406030204" pitchFamily="18" charset="0"/>
                          <a:ea typeface="Cambria Math" panose="02040503050406030204" pitchFamily="18" charset="0"/>
                        </a:rPr>
                        <m:t>+</m:t>
                      </m:r>
                      <m:sSub>
                        <m:sSubPr>
                          <m:ctrlPr>
                            <a:rPr lang="de-CH" b="1" i="1">
                              <a:solidFill>
                                <a:schemeClr val="accent3">
                                  <a:lumMod val="75000"/>
                                </a:schemeClr>
                              </a:solidFill>
                              <a:latin typeface="Cambria Math" panose="02040503050406030204" pitchFamily="18" charset="0"/>
                            </a:rPr>
                          </m:ctrlPr>
                        </m:sSubPr>
                        <m:e>
                          <m:r>
                            <a:rPr lang="de-CH" b="1" i="1">
                              <a:solidFill>
                                <a:schemeClr val="accent3">
                                  <a:lumMod val="75000"/>
                                </a:schemeClr>
                              </a:solidFill>
                              <a:latin typeface="Cambria Math" panose="02040503050406030204" pitchFamily="18" charset="0"/>
                              <a:ea typeface="Cambria Math" panose="02040503050406030204" pitchFamily="18" charset="0"/>
                            </a:rPr>
                            <m:t>𝜷</m:t>
                          </m:r>
                        </m:e>
                        <m:sub>
                          <m:r>
                            <a:rPr lang="de-CH" b="1" i="1" smtClean="0">
                              <a:solidFill>
                                <a:schemeClr val="accent3">
                                  <a:lumMod val="75000"/>
                                </a:schemeClr>
                              </a:solidFill>
                              <a:latin typeface="Cambria Math" panose="02040503050406030204" pitchFamily="18" charset="0"/>
                              <a:ea typeface="Cambria Math" panose="02040503050406030204" pitchFamily="18" charset="0"/>
                            </a:rPr>
                            <m:t>𝟏</m:t>
                          </m:r>
                        </m:sub>
                      </m:sSub>
                      <m:sSub>
                        <m:sSubPr>
                          <m:ctrlPr>
                            <a:rPr lang="de-CH" b="1" i="1" smtClean="0">
                              <a:solidFill>
                                <a:schemeClr val="accent3">
                                  <a:lumMod val="75000"/>
                                </a:schemeClr>
                              </a:solidFill>
                              <a:latin typeface="Cambria Math" panose="02040503050406030204" pitchFamily="18" charset="0"/>
                            </a:rPr>
                          </m:ctrlPr>
                        </m:sSubPr>
                        <m:e>
                          <m:r>
                            <a:rPr lang="de-CH" b="1" i="1" smtClean="0">
                              <a:solidFill>
                                <a:schemeClr val="accent3">
                                  <a:lumMod val="75000"/>
                                </a:schemeClr>
                              </a:solidFill>
                              <a:latin typeface="Cambria Math" panose="02040503050406030204" pitchFamily="18" charset="0"/>
                            </a:rPr>
                            <m:t>𝑿</m:t>
                          </m:r>
                        </m:e>
                        <m:sub>
                          <m:r>
                            <a:rPr lang="de-CH" b="1" i="1">
                              <a:solidFill>
                                <a:schemeClr val="accent3">
                                  <a:lumMod val="75000"/>
                                </a:schemeClr>
                              </a:solidFill>
                              <a:latin typeface="Cambria Math" panose="02040503050406030204" pitchFamily="18" charset="0"/>
                              <a:ea typeface="Cambria Math" panose="02040503050406030204" pitchFamily="18" charset="0"/>
                            </a:rPr>
                            <m:t>𝟏</m:t>
                          </m:r>
                        </m:sub>
                      </m:sSub>
                      <m:r>
                        <a:rPr lang="de-CH" b="1" i="0" smtClean="0">
                          <a:solidFill>
                            <a:schemeClr val="accent3">
                              <a:lumMod val="75000"/>
                            </a:schemeClr>
                          </a:solidFill>
                          <a:latin typeface="Cambria Math" panose="02040503050406030204" pitchFamily="18" charset="0"/>
                          <a:ea typeface="Cambria Math" panose="02040503050406030204" pitchFamily="18" charset="0"/>
                        </a:rPr>
                        <m:t>+</m:t>
                      </m:r>
                      <m:sSub>
                        <m:sSubPr>
                          <m:ctrlPr>
                            <a:rPr lang="de-CH" b="1" i="1">
                              <a:solidFill>
                                <a:schemeClr val="accent3">
                                  <a:lumMod val="75000"/>
                                </a:schemeClr>
                              </a:solidFill>
                              <a:latin typeface="Cambria Math" panose="02040503050406030204" pitchFamily="18" charset="0"/>
                            </a:rPr>
                          </m:ctrlPr>
                        </m:sSubPr>
                        <m:e>
                          <m:r>
                            <a:rPr lang="de-CH" b="1" i="1">
                              <a:solidFill>
                                <a:schemeClr val="accent3">
                                  <a:lumMod val="75000"/>
                                </a:schemeClr>
                              </a:solidFill>
                              <a:latin typeface="Cambria Math" panose="02040503050406030204" pitchFamily="18" charset="0"/>
                              <a:ea typeface="Cambria Math" panose="02040503050406030204" pitchFamily="18" charset="0"/>
                            </a:rPr>
                            <m:t>𝜷</m:t>
                          </m:r>
                        </m:e>
                        <m:sub>
                          <m:r>
                            <a:rPr lang="de-CH" b="1" i="1" smtClean="0">
                              <a:solidFill>
                                <a:schemeClr val="accent3">
                                  <a:lumMod val="75000"/>
                                </a:schemeClr>
                              </a:solidFill>
                              <a:latin typeface="Cambria Math" panose="02040503050406030204" pitchFamily="18" charset="0"/>
                              <a:ea typeface="Cambria Math" panose="02040503050406030204" pitchFamily="18" charset="0"/>
                            </a:rPr>
                            <m:t>𝟐</m:t>
                          </m:r>
                        </m:sub>
                      </m:sSub>
                      <m:sSub>
                        <m:sSubPr>
                          <m:ctrlPr>
                            <a:rPr lang="de-CH" b="1" i="1">
                              <a:solidFill>
                                <a:schemeClr val="accent3">
                                  <a:lumMod val="75000"/>
                                </a:schemeClr>
                              </a:solidFill>
                              <a:latin typeface="Cambria Math" panose="02040503050406030204" pitchFamily="18" charset="0"/>
                            </a:rPr>
                          </m:ctrlPr>
                        </m:sSubPr>
                        <m:e>
                          <m:r>
                            <a:rPr lang="de-CH" b="1" i="1">
                              <a:solidFill>
                                <a:schemeClr val="accent3">
                                  <a:lumMod val="75000"/>
                                </a:schemeClr>
                              </a:solidFill>
                              <a:latin typeface="Cambria Math" panose="02040503050406030204" pitchFamily="18" charset="0"/>
                            </a:rPr>
                            <m:t>𝑿</m:t>
                          </m:r>
                        </m:e>
                        <m:sub>
                          <m:r>
                            <a:rPr lang="de-CH" b="1" i="1" smtClean="0">
                              <a:solidFill>
                                <a:schemeClr val="accent3">
                                  <a:lumMod val="75000"/>
                                </a:schemeClr>
                              </a:solidFill>
                              <a:latin typeface="Cambria Math" panose="02040503050406030204" pitchFamily="18" charset="0"/>
                            </a:rPr>
                            <m:t>𝟐</m:t>
                          </m:r>
                        </m:sub>
                      </m:sSub>
                    </m:oMath>
                  </m:oMathPara>
                </a14:m>
                <a:endParaRPr lang="en-GB" b="1" dirty="0">
                  <a:solidFill>
                    <a:schemeClr val="accent3">
                      <a:lumMod val="75000"/>
                    </a:schemeClr>
                  </a:solidFill>
                </a:endParaRPr>
              </a:p>
              <a:p>
                <a:pPr algn="ctr"/>
                <a:endParaRPr lang="en-GB" b="1" dirty="0">
                  <a:solidFill>
                    <a:schemeClr val="accent3">
                      <a:lumMod val="75000"/>
                    </a:schemeClr>
                  </a:solidFill>
                </a:endParaRPr>
              </a:p>
            </p:txBody>
          </p:sp>
        </mc:Choice>
        <mc:Fallback xmlns="">
          <p:sp>
            <p:nvSpPr>
              <p:cNvPr id="44" name="TextBox 43">
                <a:extLst>
                  <a:ext uri="{FF2B5EF4-FFF2-40B4-BE49-F238E27FC236}">
                    <a16:creationId xmlns:a16="http://schemas.microsoft.com/office/drawing/2014/main" id="{E74269E3-A23D-0003-58EB-2DA6E36E0DFC}"/>
                  </a:ext>
                </a:extLst>
              </p:cNvPr>
              <p:cNvSpPr txBox="1">
                <a:spLocks noRot="1" noChangeAspect="1" noMove="1" noResize="1" noEditPoints="1" noAdjustHandles="1" noChangeArrowheads="1" noChangeShapeType="1" noTextEdit="1"/>
              </p:cNvSpPr>
              <p:nvPr/>
            </p:nvSpPr>
            <p:spPr>
              <a:xfrm>
                <a:off x="5463348" y="3350780"/>
                <a:ext cx="3411711" cy="519438"/>
              </a:xfrm>
              <a:prstGeom prst="rect">
                <a:avLst/>
              </a:prstGeom>
              <a:blipFill>
                <a:blip r:embed="rId7"/>
                <a:stretch>
                  <a:fillRect t="-1176"/>
                </a:stretch>
              </a:blipFill>
            </p:spPr>
            <p:txBody>
              <a:bodyPr/>
              <a:lstStyle/>
              <a:p>
                <a:r>
                  <a:rPr lang="en-GB">
                    <a:noFill/>
                  </a:rPr>
                  <a:t> </a:t>
                </a:r>
              </a:p>
            </p:txBody>
          </p:sp>
        </mc:Fallback>
      </mc:AlternateContent>
      <p:sp>
        <p:nvSpPr>
          <p:cNvPr id="3" name="Arc 2">
            <a:extLst>
              <a:ext uri="{FF2B5EF4-FFF2-40B4-BE49-F238E27FC236}">
                <a16:creationId xmlns:a16="http://schemas.microsoft.com/office/drawing/2014/main" id="{DC58963E-E025-AF92-EC0A-D86FB7B43CC1}"/>
              </a:ext>
            </a:extLst>
          </p:cNvPr>
          <p:cNvSpPr/>
          <p:nvPr/>
        </p:nvSpPr>
        <p:spPr>
          <a:xfrm rot="4172666">
            <a:off x="5710842" y="238829"/>
            <a:ext cx="1852463" cy="2461926"/>
          </a:xfrm>
          <a:prstGeom prst="arc">
            <a:avLst>
              <a:gd name="adj1" fmla="val 17233070"/>
              <a:gd name="adj2" fmla="val 2593335"/>
            </a:avLst>
          </a:prstGeom>
        </p:spPr>
        <p:style>
          <a:lnRef idx="3">
            <a:schemeClr val="accent1"/>
          </a:lnRef>
          <a:fillRef idx="0">
            <a:schemeClr val="accent1"/>
          </a:fillRef>
          <a:effectRef idx="2">
            <a:schemeClr val="accent1"/>
          </a:effectRef>
          <a:fontRef idx="minor">
            <a:schemeClr val="tx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B32EEA4E-F971-F6F6-5036-A5A148AB3FBC}"/>
                  </a:ext>
                </a:extLst>
              </p:cNvPr>
              <p:cNvSpPr txBox="1"/>
              <p:nvPr/>
            </p:nvSpPr>
            <p:spPr>
              <a:xfrm>
                <a:off x="7349200" y="1115955"/>
                <a:ext cx="1063091" cy="300082"/>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de-CH" b="1" i="1" smtClean="0">
                          <a:solidFill>
                            <a:srgbClr val="0A5F2D"/>
                          </a:solidFill>
                          <a:latin typeface="Cambria Math" panose="02040503050406030204" pitchFamily="18" charset="0"/>
                        </a:rPr>
                        <m:t>𝒇</m:t>
                      </m:r>
                    </m:oMath>
                  </m:oMathPara>
                </a14:m>
                <a:endParaRPr lang="en-GB" b="1" dirty="0">
                  <a:solidFill>
                    <a:srgbClr val="0A5F2D"/>
                  </a:solidFill>
                </a:endParaRPr>
              </a:p>
            </p:txBody>
          </p:sp>
        </mc:Choice>
        <mc:Fallback xmlns="">
          <p:sp>
            <p:nvSpPr>
              <p:cNvPr id="15" name="TextBox 14">
                <a:extLst>
                  <a:ext uri="{FF2B5EF4-FFF2-40B4-BE49-F238E27FC236}">
                    <a16:creationId xmlns:a16="http://schemas.microsoft.com/office/drawing/2014/main" id="{B32EEA4E-F971-F6F6-5036-A5A148AB3FBC}"/>
                  </a:ext>
                </a:extLst>
              </p:cNvPr>
              <p:cNvSpPr txBox="1">
                <a:spLocks noRot="1" noChangeAspect="1" noMove="1" noResize="1" noEditPoints="1" noAdjustHandles="1" noChangeArrowheads="1" noChangeShapeType="1" noTextEdit="1"/>
              </p:cNvSpPr>
              <p:nvPr/>
            </p:nvSpPr>
            <p:spPr>
              <a:xfrm>
                <a:off x="7349200" y="1115955"/>
                <a:ext cx="1063091" cy="300082"/>
              </a:xfrm>
              <a:prstGeom prst="rect">
                <a:avLst/>
              </a:prstGeom>
              <a:blipFill>
                <a:blip r:embed="rId8"/>
                <a:stretch>
                  <a:fillRect b="-8163"/>
                </a:stretch>
              </a:blipFill>
            </p:spPr>
            <p:txBody>
              <a:bodyPr/>
              <a:lstStyle/>
              <a:p>
                <a:r>
                  <a:rPr lang="en-GB">
                    <a:noFill/>
                  </a:rPr>
                  <a:t> </a:t>
                </a:r>
              </a:p>
            </p:txBody>
          </p:sp>
        </mc:Fallback>
      </mc:AlternateContent>
      <p:pic>
        <p:nvPicPr>
          <p:cNvPr id="19" name="Picture 18">
            <a:extLst>
              <a:ext uri="{FF2B5EF4-FFF2-40B4-BE49-F238E27FC236}">
                <a16:creationId xmlns:a16="http://schemas.microsoft.com/office/drawing/2014/main" id="{5E4BCAF5-9FAC-B735-FD3D-5F67AADBA5AE}"/>
              </a:ext>
            </a:extLst>
          </p:cNvPr>
          <p:cNvPicPr>
            <a:picLocks noChangeAspect="1"/>
          </p:cNvPicPr>
          <p:nvPr/>
        </p:nvPicPr>
        <p:blipFill>
          <a:blip r:embed="rId9"/>
          <a:stretch>
            <a:fillRect/>
          </a:stretch>
        </p:blipFill>
        <p:spPr>
          <a:xfrm>
            <a:off x="5659290" y="1065490"/>
            <a:ext cx="3282042" cy="2255826"/>
          </a:xfrm>
          <a:prstGeom prst="rect">
            <a:avLst/>
          </a:prstGeom>
        </p:spPr>
      </p:pic>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78DD4BE0-8B2F-A24C-7CAD-2730E783102F}"/>
                  </a:ext>
                </a:extLst>
              </p:cNvPr>
              <p:cNvSpPr txBox="1"/>
              <p:nvPr/>
            </p:nvSpPr>
            <p:spPr>
              <a:xfrm>
                <a:off x="5344985" y="1789385"/>
                <a:ext cx="729313" cy="300082"/>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de-CH" b="1" i="1" smtClean="0">
                          <a:solidFill>
                            <a:schemeClr val="tx1"/>
                          </a:solidFill>
                          <a:latin typeface="Cambria Math" panose="02040503050406030204" pitchFamily="18" charset="0"/>
                        </a:rPr>
                        <m:t>𝒀</m:t>
                      </m:r>
                    </m:oMath>
                  </m:oMathPara>
                </a14:m>
                <a:endParaRPr lang="en-GB" dirty="0"/>
              </a:p>
            </p:txBody>
          </p:sp>
        </mc:Choice>
        <mc:Fallback xmlns="">
          <p:sp>
            <p:nvSpPr>
              <p:cNvPr id="41" name="TextBox 40">
                <a:extLst>
                  <a:ext uri="{FF2B5EF4-FFF2-40B4-BE49-F238E27FC236}">
                    <a16:creationId xmlns:a16="http://schemas.microsoft.com/office/drawing/2014/main" id="{78DD4BE0-8B2F-A24C-7CAD-2730E783102F}"/>
                  </a:ext>
                </a:extLst>
              </p:cNvPr>
              <p:cNvSpPr txBox="1">
                <a:spLocks noRot="1" noChangeAspect="1" noMove="1" noResize="1" noEditPoints="1" noAdjustHandles="1" noChangeArrowheads="1" noChangeShapeType="1" noTextEdit="1"/>
              </p:cNvSpPr>
              <p:nvPr/>
            </p:nvSpPr>
            <p:spPr>
              <a:xfrm>
                <a:off x="5344985" y="1789385"/>
                <a:ext cx="729313" cy="300082"/>
              </a:xfrm>
              <a:prstGeom prst="rect">
                <a:avLst/>
              </a:prstGeom>
              <a:blipFill>
                <a:blip r:embed="rId10"/>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8D76EFB1-6276-C811-186A-23473653EDDD}"/>
                  </a:ext>
                </a:extLst>
              </p:cNvPr>
              <p:cNvSpPr txBox="1"/>
              <p:nvPr/>
            </p:nvSpPr>
            <p:spPr>
              <a:xfrm>
                <a:off x="8362786" y="1029426"/>
                <a:ext cx="729313" cy="300082"/>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de-CH" b="1" i="1" smtClean="0">
                              <a:solidFill>
                                <a:schemeClr val="tx1"/>
                              </a:solidFill>
                              <a:latin typeface="Cambria Math" panose="02040503050406030204" pitchFamily="18" charset="0"/>
                            </a:rPr>
                          </m:ctrlPr>
                        </m:sSubPr>
                        <m:e>
                          <m:r>
                            <a:rPr lang="de-CH" b="1" i="1" smtClean="0">
                              <a:solidFill>
                                <a:schemeClr val="tx1"/>
                              </a:solidFill>
                              <a:latin typeface="Cambria Math" panose="02040503050406030204" pitchFamily="18" charset="0"/>
                            </a:rPr>
                            <m:t>𝑿</m:t>
                          </m:r>
                        </m:e>
                        <m:sub>
                          <m:r>
                            <a:rPr lang="de-CH" b="1" i="1" smtClean="0">
                              <a:solidFill>
                                <a:schemeClr val="tx1"/>
                              </a:solidFill>
                              <a:latin typeface="Cambria Math" panose="02040503050406030204" pitchFamily="18" charset="0"/>
                            </a:rPr>
                            <m:t>𝟐</m:t>
                          </m:r>
                        </m:sub>
                      </m:sSub>
                    </m:oMath>
                  </m:oMathPara>
                </a14:m>
                <a:endParaRPr lang="en-GB" dirty="0"/>
              </a:p>
            </p:txBody>
          </p:sp>
        </mc:Choice>
        <mc:Fallback xmlns="">
          <p:sp>
            <p:nvSpPr>
              <p:cNvPr id="43" name="TextBox 42">
                <a:extLst>
                  <a:ext uri="{FF2B5EF4-FFF2-40B4-BE49-F238E27FC236}">
                    <a16:creationId xmlns:a16="http://schemas.microsoft.com/office/drawing/2014/main" id="{8D76EFB1-6276-C811-186A-23473653EDDD}"/>
                  </a:ext>
                </a:extLst>
              </p:cNvPr>
              <p:cNvSpPr txBox="1">
                <a:spLocks noRot="1" noChangeAspect="1" noMove="1" noResize="1" noEditPoints="1" noAdjustHandles="1" noChangeArrowheads="1" noChangeShapeType="1" noTextEdit="1"/>
              </p:cNvSpPr>
              <p:nvPr/>
            </p:nvSpPr>
            <p:spPr>
              <a:xfrm>
                <a:off x="8362786" y="1029426"/>
                <a:ext cx="729313" cy="300082"/>
              </a:xfrm>
              <a:prstGeom prst="rect">
                <a:avLst/>
              </a:prstGeom>
              <a:blipFill>
                <a:blip r:embed="rId11"/>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2250175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8A6D11-7CF1-EA64-8C9A-4D3521F38D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888C18-D572-F74F-56C1-0710F7805948}"/>
              </a:ext>
            </a:extLst>
          </p:cNvPr>
          <p:cNvSpPr>
            <a:spLocks noGrp="1"/>
          </p:cNvSpPr>
          <p:nvPr>
            <p:ph type="title"/>
          </p:nvPr>
        </p:nvSpPr>
        <p:spPr/>
        <p:txBody>
          <a:bodyPr/>
          <a:lstStyle/>
          <a:p>
            <a:r>
              <a:rPr lang="de-CH" dirty="0" err="1"/>
              <a:t>Statistics</a:t>
            </a:r>
            <a:endParaRPr lang="en-GB" dirty="0"/>
          </a:p>
        </p:txBody>
      </p:sp>
      <p:sp>
        <p:nvSpPr>
          <p:cNvPr id="4" name="Slide Number Placeholder 3">
            <a:extLst>
              <a:ext uri="{FF2B5EF4-FFF2-40B4-BE49-F238E27FC236}">
                <a16:creationId xmlns:a16="http://schemas.microsoft.com/office/drawing/2014/main" id="{97FAF27D-C23B-AB49-D691-5C2E1525EC39}"/>
              </a:ext>
            </a:extLst>
          </p:cNvPr>
          <p:cNvSpPr>
            <a:spLocks noGrp="1"/>
          </p:cNvSpPr>
          <p:nvPr>
            <p:ph type="sldNum" sz="quarter" idx="12"/>
          </p:nvPr>
        </p:nvSpPr>
        <p:spPr/>
        <p:txBody>
          <a:bodyPr/>
          <a:lstStyle/>
          <a:p>
            <a:fld id="{7559FC98-AF75-4A00-A03C-DF9FEBF6BCB9}" type="slidenum">
              <a:rPr lang="en-GB" smtClean="0"/>
              <a:pPr/>
              <a:t>8</a:t>
            </a:fld>
            <a:endParaRPr lang="en-GB"/>
          </a:p>
        </p:txBody>
      </p:sp>
      <p:sp>
        <p:nvSpPr>
          <p:cNvPr id="5" name="Text Placeholder 4">
            <a:extLst>
              <a:ext uri="{FF2B5EF4-FFF2-40B4-BE49-F238E27FC236}">
                <a16:creationId xmlns:a16="http://schemas.microsoft.com/office/drawing/2014/main" id="{3D4997C7-27C1-AAA9-F352-5769576AE2C0}"/>
              </a:ext>
            </a:extLst>
          </p:cNvPr>
          <p:cNvSpPr>
            <a:spLocks noGrp="1"/>
          </p:cNvSpPr>
          <p:nvPr>
            <p:ph type="body" sz="quarter" idx="10"/>
          </p:nvPr>
        </p:nvSpPr>
        <p:spPr/>
        <p:txBody>
          <a:bodyPr/>
          <a:lstStyle/>
          <a:p>
            <a:r>
              <a:rPr lang="de-CH" dirty="0" err="1"/>
              <a:t>Recap</a:t>
            </a:r>
            <a:r>
              <a:rPr lang="de-CH" dirty="0"/>
              <a:t> (</a:t>
            </a:r>
            <a:r>
              <a:rPr lang="de-CH" dirty="0" err="1"/>
              <a:t>or</a:t>
            </a:r>
            <a:r>
              <a:rPr lang="de-CH" dirty="0"/>
              <a:t> </a:t>
            </a:r>
            <a:r>
              <a:rPr lang="de-CH" dirty="0" err="1"/>
              <a:t>trailer</a:t>
            </a:r>
            <a:r>
              <a:rPr lang="de-CH" dirty="0"/>
              <a:t>) of your </a:t>
            </a:r>
            <a:r>
              <a:rPr lang="de-CH" dirty="0" err="1"/>
              <a:t>statistics</a:t>
            </a:r>
            <a:r>
              <a:rPr lang="de-CH" dirty="0"/>
              <a:t> </a:t>
            </a:r>
            <a:r>
              <a:rPr lang="de-CH" dirty="0" err="1"/>
              <a:t>class</a:t>
            </a:r>
            <a:endParaRPr lang="en-GB" dirty="0"/>
          </a:p>
        </p:txBody>
      </p:sp>
      <mc:AlternateContent xmlns:mc="http://schemas.openxmlformats.org/markup-compatibility/2006" xmlns:a14="http://schemas.microsoft.com/office/drawing/2010/main">
        <mc:Choice Requires="a14">
          <p:sp>
            <p:nvSpPr>
              <p:cNvPr id="6" name="Text Placeholder 5">
                <a:extLst>
                  <a:ext uri="{FF2B5EF4-FFF2-40B4-BE49-F238E27FC236}">
                    <a16:creationId xmlns:a16="http://schemas.microsoft.com/office/drawing/2014/main" id="{D1F8CAF6-544A-B073-EE22-E1042D1AA6BF}"/>
                  </a:ext>
                </a:extLst>
              </p:cNvPr>
              <p:cNvSpPr>
                <a:spLocks noGrp="1"/>
              </p:cNvSpPr>
              <p:nvPr>
                <p:ph type="body" sz="quarter" idx="15"/>
              </p:nvPr>
            </p:nvSpPr>
            <p:spPr/>
            <p:txBody>
              <a:bodyPr>
                <a:normAutofit fontScale="92500" lnSpcReduction="20000"/>
              </a:bodyPr>
              <a:lstStyle/>
              <a:p>
                <a:r>
                  <a:rPr lang="de-CH" dirty="0"/>
                  <a:t>So </a:t>
                </a:r>
                <a:r>
                  <a:rPr lang="de-CH" dirty="0" err="1"/>
                  <a:t>far</a:t>
                </a:r>
                <a:r>
                  <a:rPr lang="de-CH" dirty="0"/>
                  <a:t>, </a:t>
                </a:r>
                <a:r>
                  <a:rPr lang="de-CH" dirty="0" err="1"/>
                  <a:t>we</a:t>
                </a:r>
                <a:r>
                  <a:rPr lang="de-CH" dirty="0"/>
                  <a:t> </a:t>
                </a:r>
                <a:r>
                  <a:rPr lang="de-CH" dirty="0" err="1"/>
                  <a:t>used</a:t>
                </a:r>
                <a:r>
                  <a:rPr lang="de-CH" dirty="0"/>
                  <a:t> </a:t>
                </a:r>
                <a:r>
                  <a:rPr lang="de-CH" dirty="0" err="1"/>
                  <a:t>only</a:t>
                </a:r>
                <a:r>
                  <a:rPr lang="de-CH" dirty="0"/>
                  <a:t> two/</a:t>
                </a:r>
                <a:r>
                  <a:rPr lang="de-CH" dirty="0" err="1"/>
                  <a:t>three</a:t>
                </a:r>
                <a:r>
                  <a:rPr lang="de-CH" dirty="0"/>
                  <a:t> </a:t>
                </a:r>
                <a:r>
                  <a:rPr lang="de-CH" dirty="0" err="1"/>
                  <a:t>dimensions</a:t>
                </a:r>
                <a:r>
                  <a:rPr lang="de-CH" dirty="0"/>
                  <a:t> to </a:t>
                </a:r>
                <a:r>
                  <a:rPr lang="de-CH" dirty="0" err="1"/>
                  <a:t>illustrate</a:t>
                </a:r>
                <a:r>
                  <a:rPr lang="de-CH" dirty="0"/>
                  <a:t> </a:t>
                </a:r>
                <a:r>
                  <a:rPr lang="de-CH" dirty="0" err="1"/>
                  <a:t>the</a:t>
                </a:r>
                <a:r>
                  <a:rPr lang="de-CH" dirty="0"/>
                  <a:t> </a:t>
                </a:r>
                <a:r>
                  <a:rPr lang="de-CH" dirty="0" err="1"/>
                  <a:t>reasoning</a:t>
                </a:r>
                <a:r>
                  <a:rPr lang="de-CH" dirty="0"/>
                  <a:t> </a:t>
                </a:r>
                <a:r>
                  <a:rPr lang="de-CH" dirty="0" err="1"/>
                  <a:t>graphically</a:t>
                </a:r>
                <a:r>
                  <a:rPr lang="de-CH" dirty="0"/>
                  <a:t>. To </a:t>
                </a:r>
                <a:r>
                  <a:rPr lang="de-CH" dirty="0" err="1"/>
                  <a:t>extend</a:t>
                </a:r>
                <a:r>
                  <a:rPr lang="de-CH" dirty="0"/>
                  <a:t> </a:t>
                </a:r>
                <a:r>
                  <a:rPr lang="de-CH" dirty="0" err="1"/>
                  <a:t>the</a:t>
                </a:r>
                <a:r>
                  <a:rPr lang="de-CH" dirty="0"/>
                  <a:t> </a:t>
                </a:r>
                <a:r>
                  <a:rPr lang="de-CH" dirty="0" err="1"/>
                  <a:t>idea</a:t>
                </a:r>
                <a:r>
                  <a:rPr lang="de-CH" dirty="0"/>
                  <a:t> and </a:t>
                </a:r>
                <a:r>
                  <a:rPr lang="de-CH" dirty="0" err="1"/>
                  <a:t>incorporate</a:t>
                </a:r>
                <a:r>
                  <a:rPr lang="de-CH" dirty="0"/>
                  <a:t> </a:t>
                </a:r>
                <a:r>
                  <a:rPr lang="de-CH" dirty="0" err="1"/>
                  <a:t>even</a:t>
                </a:r>
                <a:r>
                  <a:rPr lang="de-CH" dirty="0"/>
                  <a:t> </a:t>
                </a:r>
                <a:r>
                  <a:rPr lang="de-CH" dirty="0" err="1"/>
                  <a:t>more</a:t>
                </a:r>
                <a:r>
                  <a:rPr lang="de-CH" dirty="0"/>
                  <a:t> </a:t>
                </a:r>
                <a:r>
                  <a:rPr lang="de-CH" dirty="0" err="1"/>
                  <a:t>information</a:t>
                </a:r>
                <a:r>
                  <a:rPr lang="de-CH" dirty="0"/>
                  <a:t>, </a:t>
                </a:r>
                <a:r>
                  <a:rPr lang="de-CH" dirty="0" err="1"/>
                  <a:t>we</a:t>
                </a:r>
                <a:r>
                  <a:rPr lang="de-CH" dirty="0"/>
                  <a:t> </a:t>
                </a:r>
                <a:r>
                  <a:rPr lang="de-CH" dirty="0" err="1"/>
                  <a:t>need</a:t>
                </a:r>
                <a:r>
                  <a:rPr lang="de-CH" dirty="0"/>
                  <a:t> a </a:t>
                </a:r>
                <a:r>
                  <a:rPr lang="de-CH" dirty="0" err="1"/>
                  <a:t>new</a:t>
                </a:r>
                <a:r>
                  <a:rPr lang="de-CH" dirty="0"/>
                  <a:t> </a:t>
                </a:r>
                <a:r>
                  <a:rPr lang="de-CH" dirty="0" err="1"/>
                  <a:t>notation</a:t>
                </a:r>
                <a:r>
                  <a:rPr lang="de-CH" dirty="0"/>
                  <a:t>, </a:t>
                </a:r>
                <a:r>
                  <a:rPr lang="de-CH" i="1" dirty="0"/>
                  <a:t>i.e</a:t>
                </a:r>
                <a:r>
                  <a:rPr lang="de-CH" i="1" dirty="0">
                    <a:solidFill>
                      <a:schemeClr val="tx1"/>
                    </a:solidFill>
                  </a:rPr>
                  <a:t>., </a:t>
                </a:r>
                <a14:m>
                  <m:oMath xmlns:m="http://schemas.openxmlformats.org/officeDocument/2006/math">
                    <m:sSup>
                      <m:sSupPr>
                        <m:ctrlPr>
                          <a:rPr lang="de-CH" b="1" i="1">
                            <a:solidFill>
                              <a:schemeClr val="tx1"/>
                            </a:solidFill>
                            <a:latin typeface="Cambria Math" panose="02040503050406030204" pitchFamily="18" charset="0"/>
                            <a:ea typeface="Cambria Math" panose="02040503050406030204" pitchFamily="18" charset="0"/>
                          </a:rPr>
                        </m:ctrlPr>
                      </m:sSupPr>
                      <m:e>
                        <m:r>
                          <a:rPr lang="de-CH" b="1" i="1">
                            <a:solidFill>
                              <a:schemeClr val="tx1"/>
                            </a:solidFill>
                            <a:latin typeface="Cambria Math" panose="02040503050406030204" pitchFamily="18" charset="0"/>
                            <a:ea typeface="Cambria Math" panose="02040503050406030204" pitchFamily="18" charset="0"/>
                          </a:rPr>
                          <m:t>𝜷</m:t>
                        </m:r>
                      </m:e>
                      <m:sup>
                        <m:r>
                          <a:rPr lang="de-CH" b="1" i="1">
                            <a:solidFill>
                              <a:schemeClr val="tx1"/>
                            </a:solidFill>
                            <a:latin typeface="Cambria Math" panose="02040503050406030204" pitchFamily="18" charset="0"/>
                            <a:ea typeface="Cambria Math" panose="02040503050406030204" pitchFamily="18" charset="0"/>
                          </a:rPr>
                          <m:t>𝑻</m:t>
                        </m:r>
                      </m:sup>
                    </m:sSup>
                    <m:r>
                      <a:rPr lang="de-CH" b="1" i="1">
                        <a:solidFill>
                          <a:schemeClr val="tx1"/>
                        </a:solidFill>
                        <a:latin typeface="Cambria Math" panose="02040503050406030204" pitchFamily="18" charset="0"/>
                        <a:ea typeface="Cambria Math" panose="02040503050406030204" pitchFamily="18" charset="0"/>
                      </a:rPr>
                      <m:t>𝑿</m:t>
                    </m:r>
                    <m:r>
                      <a:rPr lang="de-CH" b="1" i="1">
                        <a:solidFill>
                          <a:schemeClr val="tx1"/>
                        </a:solidFill>
                        <a:latin typeface="Cambria Math" panose="02040503050406030204" pitchFamily="18" charset="0"/>
                        <a:ea typeface="Cambria Math" panose="02040503050406030204" pitchFamily="18" charset="0"/>
                      </a:rPr>
                      <m:t>=</m:t>
                    </m:r>
                    <m:sSub>
                      <m:sSubPr>
                        <m:ctrlPr>
                          <a:rPr lang="de-CH" b="1" i="1">
                            <a:solidFill>
                              <a:schemeClr val="tx1"/>
                            </a:solidFill>
                            <a:latin typeface="Cambria Math" panose="02040503050406030204" pitchFamily="18" charset="0"/>
                          </a:rPr>
                        </m:ctrlPr>
                      </m:sSubPr>
                      <m:e>
                        <m:r>
                          <a:rPr lang="de-CH" b="1" i="1">
                            <a:solidFill>
                              <a:schemeClr val="tx1"/>
                            </a:solidFill>
                            <a:latin typeface="Cambria Math" panose="02040503050406030204" pitchFamily="18" charset="0"/>
                            <a:ea typeface="Cambria Math" panose="02040503050406030204" pitchFamily="18" charset="0"/>
                          </a:rPr>
                          <m:t>𝜷</m:t>
                        </m:r>
                      </m:e>
                      <m:sub>
                        <m:r>
                          <a:rPr lang="de-CH" b="1" i="1">
                            <a:solidFill>
                              <a:schemeClr val="tx1"/>
                            </a:solidFill>
                            <a:latin typeface="Cambria Math" panose="02040503050406030204" pitchFamily="18" charset="0"/>
                          </a:rPr>
                          <m:t>𝟎</m:t>
                        </m:r>
                      </m:sub>
                    </m:sSub>
                    <m:r>
                      <a:rPr lang="de-CH" b="1" i="1" smtClean="0">
                        <a:solidFill>
                          <a:schemeClr val="tx1"/>
                        </a:solidFill>
                        <a:latin typeface="Cambria Math" panose="02040503050406030204" pitchFamily="18" charset="0"/>
                      </a:rPr>
                      <m:t>∗</m:t>
                    </m:r>
                    <m:r>
                      <a:rPr lang="de-CH" b="1" i="1" smtClean="0">
                        <a:solidFill>
                          <a:schemeClr val="tx1"/>
                        </a:solidFill>
                        <a:latin typeface="Cambria Math" panose="02040503050406030204" pitchFamily="18" charset="0"/>
                      </a:rPr>
                      <m:t>𝟏</m:t>
                    </m:r>
                    <m:r>
                      <a:rPr lang="de-CH" b="1" i="1" smtClean="0">
                        <a:solidFill>
                          <a:schemeClr val="tx1"/>
                        </a:solidFill>
                        <a:latin typeface="Cambria Math" panose="02040503050406030204" pitchFamily="18" charset="0"/>
                      </a:rPr>
                      <m:t> + </m:t>
                    </m:r>
                    <m:sSub>
                      <m:sSubPr>
                        <m:ctrlPr>
                          <a:rPr lang="de-CH" b="1" i="1">
                            <a:solidFill>
                              <a:schemeClr val="tx1"/>
                            </a:solidFill>
                            <a:latin typeface="Cambria Math" panose="02040503050406030204" pitchFamily="18" charset="0"/>
                          </a:rPr>
                        </m:ctrlPr>
                      </m:sSubPr>
                      <m:e>
                        <m:r>
                          <a:rPr lang="de-CH" b="1" i="1">
                            <a:solidFill>
                              <a:schemeClr val="tx1"/>
                            </a:solidFill>
                            <a:latin typeface="Cambria Math" panose="02040503050406030204" pitchFamily="18" charset="0"/>
                            <a:ea typeface="Cambria Math" panose="02040503050406030204" pitchFamily="18" charset="0"/>
                          </a:rPr>
                          <m:t>𝜷</m:t>
                        </m:r>
                      </m:e>
                      <m:sub>
                        <m:r>
                          <a:rPr lang="de-CH" b="1" i="1">
                            <a:solidFill>
                              <a:schemeClr val="tx1"/>
                            </a:solidFill>
                            <a:latin typeface="Cambria Math" panose="02040503050406030204" pitchFamily="18" charset="0"/>
                            <a:ea typeface="Cambria Math" panose="02040503050406030204" pitchFamily="18" charset="0"/>
                          </a:rPr>
                          <m:t>𝟏</m:t>
                        </m:r>
                      </m:sub>
                    </m:sSub>
                    <m:r>
                      <a:rPr lang="de-CH" b="1" i="1" smtClean="0">
                        <a:solidFill>
                          <a:schemeClr val="tx1"/>
                        </a:solidFill>
                        <a:latin typeface="Cambria Math" panose="02040503050406030204" pitchFamily="18" charset="0"/>
                        <a:ea typeface="Cambria Math" panose="02040503050406030204" pitchFamily="18" charset="0"/>
                      </a:rPr>
                      <m:t>∗</m:t>
                    </m:r>
                    <m:sSub>
                      <m:sSubPr>
                        <m:ctrlPr>
                          <a:rPr lang="de-CH" b="1" i="1">
                            <a:latin typeface="Cambria Math" panose="02040503050406030204" pitchFamily="18" charset="0"/>
                          </a:rPr>
                        </m:ctrlPr>
                      </m:sSubPr>
                      <m:e>
                        <m:r>
                          <a:rPr lang="de-CH" b="1" i="1">
                            <a:latin typeface="Cambria Math" panose="02040503050406030204" pitchFamily="18" charset="0"/>
                          </a:rPr>
                          <m:t>𝑿</m:t>
                        </m:r>
                      </m:e>
                      <m:sub>
                        <m:r>
                          <a:rPr lang="de-CH" b="1" i="1">
                            <a:latin typeface="Cambria Math" panose="02040503050406030204" pitchFamily="18" charset="0"/>
                            <a:ea typeface="Cambria Math" panose="02040503050406030204" pitchFamily="18" charset="0"/>
                          </a:rPr>
                          <m:t>𝟏</m:t>
                        </m:r>
                      </m:sub>
                    </m:sSub>
                    <m:r>
                      <a:rPr lang="de-CH" b="1" i="1" smtClean="0">
                        <a:latin typeface="Cambria Math" panose="02040503050406030204" pitchFamily="18" charset="0"/>
                        <a:ea typeface="Cambria Math" panose="02040503050406030204" pitchFamily="18" charset="0"/>
                      </a:rPr>
                      <m:t> </m:t>
                    </m:r>
                    <m:r>
                      <a:rPr lang="de-CH" b="1" i="1">
                        <a:solidFill>
                          <a:schemeClr val="tx1"/>
                        </a:solidFill>
                        <a:latin typeface="Cambria Math" panose="02040503050406030204" pitchFamily="18" charset="0"/>
                      </a:rPr>
                      <m:t>+</m:t>
                    </m:r>
                    <m:r>
                      <a:rPr lang="de-CH" b="1" i="1" smtClean="0">
                        <a:solidFill>
                          <a:schemeClr val="tx1"/>
                        </a:solidFill>
                        <a:latin typeface="Cambria Math" panose="02040503050406030204" pitchFamily="18" charset="0"/>
                      </a:rPr>
                      <m:t> </m:t>
                    </m:r>
                    <m:sSub>
                      <m:sSubPr>
                        <m:ctrlPr>
                          <a:rPr lang="de-CH" b="1" i="1">
                            <a:solidFill>
                              <a:schemeClr val="tx1"/>
                            </a:solidFill>
                            <a:latin typeface="Cambria Math" panose="02040503050406030204" pitchFamily="18" charset="0"/>
                          </a:rPr>
                        </m:ctrlPr>
                      </m:sSubPr>
                      <m:e>
                        <m:r>
                          <a:rPr lang="de-CH" b="1" i="1">
                            <a:solidFill>
                              <a:schemeClr val="tx1"/>
                            </a:solidFill>
                            <a:latin typeface="Cambria Math" panose="02040503050406030204" pitchFamily="18" charset="0"/>
                            <a:ea typeface="Cambria Math" panose="02040503050406030204" pitchFamily="18" charset="0"/>
                          </a:rPr>
                          <m:t>𝜷</m:t>
                        </m:r>
                      </m:e>
                      <m:sub>
                        <m:r>
                          <a:rPr lang="de-CH" b="1" i="1">
                            <a:solidFill>
                              <a:schemeClr val="tx1"/>
                            </a:solidFill>
                            <a:latin typeface="Cambria Math" panose="02040503050406030204" pitchFamily="18" charset="0"/>
                            <a:ea typeface="Cambria Math" panose="02040503050406030204" pitchFamily="18" charset="0"/>
                          </a:rPr>
                          <m:t>𝟐</m:t>
                        </m:r>
                      </m:sub>
                    </m:sSub>
                    <m:r>
                      <a:rPr lang="de-CH" b="1" i="1" smtClean="0">
                        <a:solidFill>
                          <a:schemeClr val="tx1"/>
                        </a:solidFill>
                        <a:latin typeface="Cambria Math" panose="02040503050406030204" pitchFamily="18" charset="0"/>
                        <a:ea typeface="Cambria Math" panose="02040503050406030204" pitchFamily="18" charset="0"/>
                      </a:rPr>
                      <m:t>∗</m:t>
                    </m:r>
                    <m:sSub>
                      <m:sSubPr>
                        <m:ctrlPr>
                          <a:rPr lang="de-CH" b="1" i="1">
                            <a:latin typeface="Cambria Math" panose="02040503050406030204" pitchFamily="18" charset="0"/>
                          </a:rPr>
                        </m:ctrlPr>
                      </m:sSubPr>
                      <m:e>
                        <m:r>
                          <a:rPr lang="de-CH" b="1" i="1">
                            <a:latin typeface="Cambria Math" panose="02040503050406030204" pitchFamily="18" charset="0"/>
                          </a:rPr>
                          <m:t>𝑿</m:t>
                        </m:r>
                      </m:e>
                      <m:sub>
                        <m:r>
                          <a:rPr lang="de-CH" b="1" i="1" smtClean="0">
                            <a:latin typeface="Cambria Math" panose="02040503050406030204" pitchFamily="18" charset="0"/>
                          </a:rPr>
                          <m:t>𝟐</m:t>
                        </m:r>
                      </m:sub>
                    </m:sSub>
                  </m:oMath>
                </a14:m>
                <a:r>
                  <a:rPr lang="de-CH" dirty="0"/>
                  <a:t>. </a:t>
                </a:r>
                <a:r>
                  <a:rPr lang="de-CH" sz="1400" i="1" dirty="0"/>
                  <a:t>(</a:t>
                </a:r>
                <a:r>
                  <a:rPr lang="de-CH" sz="1400" i="1" dirty="0" err="1"/>
                  <a:t>Again</a:t>
                </a:r>
                <a:r>
                  <a:rPr lang="de-CH" sz="1400" i="1" dirty="0"/>
                  <a:t>, for </a:t>
                </a:r>
                <a:r>
                  <a:rPr lang="de-CH" sz="1400" i="1" dirty="0" err="1"/>
                  <a:t>the</a:t>
                </a:r>
                <a:r>
                  <a:rPr lang="de-CH" sz="1400" i="1" dirty="0"/>
                  <a:t> </a:t>
                </a:r>
                <a:r>
                  <a:rPr lang="de-CH" sz="1400" i="1" dirty="0" err="1"/>
                  <a:t>explanation</a:t>
                </a:r>
                <a:r>
                  <a:rPr lang="de-CH" sz="1400" i="1" dirty="0"/>
                  <a:t> </a:t>
                </a:r>
                <a:r>
                  <a:rPr lang="de-CH" sz="1400" i="1" dirty="0" err="1"/>
                  <a:t>the</a:t>
                </a:r>
                <a:r>
                  <a:rPr lang="de-CH" sz="1400" i="1" dirty="0"/>
                  <a:t> </a:t>
                </a:r>
                <a:r>
                  <a:rPr lang="de-CH" sz="1400" i="1" dirty="0" err="1"/>
                  <a:t>details</a:t>
                </a:r>
                <a:r>
                  <a:rPr lang="de-CH" sz="1400" i="1" dirty="0"/>
                  <a:t> </a:t>
                </a:r>
                <a:r>
                  <a:rPr lang="de-CH" i="1" dirty="0"/>
                  <a:t>don’t matter and </a:t>
                </a:r>
                <a:r>
                  <a:rPr lang="de-CH" i="1" dirty="0" err="1"/>
                  <a:t>are</a:t>
                </a:r>
                <a:r>
                  <a:rPr lang="de-CH" i="1" dirty="0"/>
                  <a:t> </a:t>
                </a:r>
                <a:r>
                  <a:rPr lang="de-CH" i="1" dirty="0" err="1"/>
                  <a:t>only</a:t>
                </a:r>
                <a:r>
                  <a:rPr lang="de-CH" i="1" dirty="0"/>
                  <a:t> </a:t>
                </a:r>
                <a:r>
                  <a:rPr lang="de-CH" i="1" dirty="0" err="1"/>
                  <a:t>here</a:t>
                </a:r>
                <a:r>
                  <a:rPr lang="de-CH" i="1" dirty="0"/>
                  <a:t> for </a:t>
                </a:r>
                <a:r>
                  <a:rPr lang="de-CH" i="1" dirty="0" err="1"/>
                  <a:t>completeness</a:t>
                </a:r>
                <a:r>
                  <a:rPr lang="de-CH" i="1" dirty="0"/>
                  <a:t>). </a:t>
                </a:r>
                <a:endParaRPr lang="de-CH" dirty="0"/>
              </a:p>
            </p:txBody>
          </p:sp>
        </mc:Choice>
        <mc:Fallback xmlns="">
          <p:sp>
            <p:nvSpPr>
              <p:cNvPr id="6" name="Text Placeholder 5">
                <a:extLst>
                  <a:ext uri="{FF2B5EF4-FFF2-40B4-BE49-F238E27FC236}">
                    <a16:creationId xmlns:a16="http://schemas.microsoft.com/office/drawing/2014/main" id="{D1F8CAF6-544A-B073-EE22-E1042D1AA6BF}"/>
                  </a:ext>
                </a:extLst>
              </p:cNvPr>
              <p:cNvSpPr>
                <a:spLocks noGrp="1" noRot="1" noChangeAspect="1" noMove="1" noResize="1" noEditPoints="1" noAdjustHandles="1" noChangeArrowheads="1" noChangeShapeType="1" noTextEdit="1"/>
              </p:cNvSpPr>
              <p:nvPr>
                <p:ph type="body" sz="quarter" idx="15"/>
              </p:nvPr>
            </p:nvSpPr>
            <p:spPr>
              <a:blipFill>
                <a:blip r:embed="rId2"/>
                <a:stretch>
                  <a:fillRect t="-10112" r="-868" b="-12360"/>
                </a:stretch>
              </a:blipFill>
            </p:spPr>
            <p:txBody>
              <a:bodyPr/>
              <a:lstStyle/>
              <a:p>
                <a:r>
                  <a:rPr lang="en-GB">
                    <a:noFill/>
                  </a:rPr>
                  <a:t> </a:t>
                </a:r>
              </a:p>
            </p:txBody>
          </p:sp>
        </mc:Fallback>
      </mc:AlternateContent>
      <p:sp>
        <p:nvSpPr>
          <p:cNvPr id="7" name="Content Placeholder 6">
            <a:extLst>
              <a:ext uri="{FF2B5EF4-FFF2-40B4-BE49-F238E27FC236}">
                <a16:creationId xmlns:a16="http://schemas.microsoft.com/office/drawing/2014/main" id="{B0E842B6-92A4-2A64-B772-495DDC6611D5}"/>
              </a:ext>
            </a:extLst>
          </p:cNvPr>
          <p:cNvSpPr>
            <a:spLocks noGrp="1"/>
          </p:cNvSpPr>
          <p:nvPr>
            <p:ph sz="quarter" idx="17"/>
          </p:nvPr>
        </p:nvSpPr>
        <p:spPr/>
        <p:txBody>
          <a:bodyPr/>
          <a:lstStyle/>
          <a:p>
            <a:endParaRPr lang="en-GB"/>
          </a:p>
        </p:txBody>
      </p:sp>
      <p:sp>
        <p:nvSpPr>
          <p:cNvPr id="8" name="Rectangle 7">
            <a:extLst>
              <a:ext uri="{FF2B5EF4-FFF2-40B4-BE49-F238E27FC236}">
                <a16:creationId xmlns:a16="http://schemas.microsoft.com/office/drawing/2014/main" id="{D1BD219E-8FE2-406F-987B-BDA3808F08D7}"/>
              </a:ext>
            </a:extLst>
          </p:cNvPr>
          <p:cNvSpPr/>
          <p:nvPr/>
        </p:nvSpPr>
        <p:spPr>
          <a:xfrm>
            <a:off x="358775" y="1113182"/>
            <a:ext cx="2083858" cy="54054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CH" dirty="0"/>
              <a:t>Independent variable(s)</a:t>
            </a:r>
            <a:endParaRPr lang="en-GB" dirty="0"/>
          </a:p>
        </p:txBody>
      </p:sp>
      <p:sp>
        <p:nvSpPr>
          <p:cNvPr id="12" name="Rectangle 11">
            <a:extLst>
              <a:ext uri="{FF2B5EF4-FFF2-40B4-BE49-F238E27FC236}">
                <a16:creationId xmlns:a16="http://schemas.microsoft.com/office/drawing/2014/main" id="{717C3159-497E-8D0B-03C9-CFBC555C1BF1}"/>
              </a:ext>
            </a:extLst>
          </p:cNvPr>
          <p:cNvSpPr/>
          <p:nvPr/>
        </p:nvSpPr>
        <p:spPr>
          <a:xfrm>
            <a:off x="3303519" y="1113182"/>
            <a:ext cx="2083858" cy="54054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CH" dirty="0" err="1"/>
              <a:t>Dependent</a:t>
            </a:r>
            <a:r>
              <a:rPr lang="de-CH" dirty="0"/>
              <a:t> variable</a:t>
            </a:r>
            <a:endParaRPr lang="en-GB" dirty="0"/>
          </a:p>
        </p:txBody>
      </p:sp>
      <p:sp>
        <p:nvSpPr>
          <p:cNvPr id="13" name="Arrow: Right 12">
            <a:extLst>
              <a:ext uri="{FF2B5EF4-FFF2-40B4-BE49-F238E27FC236}">
                <a16:creationId xmlns:a16="http://schemas.microsoft.com/office/drawing/2014/main" id="{57F156F8-0225-CB55-E7C2-96BC31AD4DBE}"/>
              </a:ext>
            </a:extLst>
          </p:cNvPr>
          <p:cNvSpPr/>
          <p:nvPr/>
        </p:nvSpPr>
        <p:spPr>
          <a:xfrm>
            <a:off x="2632328" y="2258563"/>
            <a:ext cx="481495" cy="89771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CH" b="1" dirty="0"/>
              <a:t>f</a:t>
            </a:r>
            <a:endParaRPr lang="en-GB" b="1" dirty="0"/>
          </a:p>
        </p:txBody>
      </p:sp>
      <mc:AlternateContent xmlns:mc="http://schemas.openxmlformats.org/markup-compatibility/2006" xmlns:a14="http://schemas.microsoft.com/office/drawing/2010/main">
        <mc:Choice Requires="a14">
          <p:sp>
            <p:nvSpPr>
              <p:cNvPr id="14" name="Rectangle 13">
                <a:extLst>
                  <a:ext uri="{FF2B5EF4-FFF2-40B4-BE49-F238E27FC236}">
                    <a16:creationId xmlns:a16="http://schemas.microsoft.com/office/drawing/2014/main" id="{A807513F-CFE5-9030-3502-55C2CE5A8024}"/>
                  </a:ext>
                </a:extLst>
              </p:cNvPr>
              <p:cNvSpPr/>
              <p:nvPr/>
            </p:nvSpPr>
            <p:spPr>
              <a:xfrm>
                <a:off x="3303519" y="2443953"/>
                <a:ext cx="2083858" cy="54054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de-CH" dirty="0"/>
                  <a:t>Running Speed (</a:t>
                </a:r>
                <a14:m>
                  <m:oMath xmlns:m="http://schemas.openxmlformats.org/officeDocument/2006/math">
                    <m:r>
                      <a:rPr lang="de-CH" b="1" i="1">
                        <a:solidFill>
                          <a:schemeClr val="tx1"/>
                        </a:solidFill>
                        <a:latin typeface="Cambria Math" panose="02040503050406030204" pitchFamily="18" charset="0"/>
                      </a:rPr>
                      <m:t>𝒀</m:t>
                    </m:r>
                  </m:oMath>
                </a14:m>
                <a:r>
                  <a:rPr lang="de-CH" dirty="0"/>
                  <a:t>)</a:t>
                </a:r>
                <a:endParaRPr lang="en-GB" dirty="0"/>
              </a:p>
            </p:txBody>
          </p:sp>
        </mc:Choice>
        <mc:Fallback xmlns="">
          <p:sp>
            <p:nvSpPr>
              <p:cNvPr id="14" name="Rectangle 13">
                <a:extLst>
                  <a:ext uri="{FF2B5EF4-FFF2-40B4-BE49-F238E27FC236}">
                    <a16:creationId xmlns:a16="http://schemas.microsoft.com/office/drawing/2014/main" id="{A807513F-CFE5-9030-3502-55C2CE5A8024}"/>
                  </a:ext>
                </a:extLst>
              </p:cNvPr>
              <p:cNvSpPr>
                <a:spLocks noRot="1" noChangeAspect="1" noMove="1" noResize="1" noEditPoints="1" noAdjustHandles="1" noChangeArrowheads="1" noChangeShapeType="1" noTextEdit="1"/>
              </p:cNvSpPr>
              <p:nvPr/>
            </p:nvSpPr>
            <p:spPr>
              <a:xfrm>
                <a:off x="3303519" y="2443953"/>
                <a:ext cx="2083858" cy="540544"/>
              </a:xfrm>
              <a:prstGeom prst="rect">
                <a:avLst/>
              </a:prstGeom>
              <a:blipFill>
                <a:blip r:embed="rId3"/>
                <a:stretch>
                  <a:fillRect/>
                </a:stretch>
              </a:blipFill>
            </p:spPr>
            <p:txBody>
              <a:bodyPr/>
              <a:lstStyle/>
              <a:p>
                <a:r>
                  <a:rPr lang="en-GB">
                    <a:noFill/>
                  </a:rPr>
                  <a:t> </a:t>
                </a:r>
              </a:p>
            </p:txBody>
          </p:sp>
        </mc:Fallback>
      </mc:AlternateContent>
      <p:cxnSp>
        <p:nvCxnSpPr>
          <p:cNvPr id="16" name="Straight Arrow Connector 15">
            <a:extLst>
              <a:ext uri="{FF2B5EF4-FFF2-40B4-BE49-F238E27FC236}">
                <a16:creationId xmlns:a16="http://schemas.microsoft.com/office/drawing/2014/main" id="{3FB84FEC-E69D-88FA-6BEF-F02F9A3A232D}"/>
              </a:ext>
            </a:extLst>
          </p:cNvPr>
          <p:cNvCxnSpPr/>
          <p:nvPr/>
        </p:nvCxnSpPr>
        <p:spPr>
          <a:xfrm flipV="1">
            <a:off x="6172200" y="1278467"/>
            <a:ext cx="0" cy="19939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72965404-F3DF-7881-976B-2ADCB357C4C9}"/>
              </a:ext>
            </a:extLst>
          </p:cNvPr>
          <p:cNvCxnSpPr>
            <a:cxnSpLocks/>
          </p:cNvCxnSpPr>
          <p:nvPr/>
        </p:nvCxnSpPr>
        <p:spPr>
          <a:xfrm flipV="1">
            <a:off x="6172200" y="3271555"/>
            <a:ext cx="2150533" cy="8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08AACDEE-DC5A-9435-180A-99C5A76BCC22}"/>
              </a:ext>
            </a:extLst>
          </p:cNvPr>
          <p:cNvSpPr txBox="1"/>
          <p:nvPr/>
        </p:nvSpPr>
        <p:spPr>
          <a:xfrm>
            <a:off x="5861987" y="1019325"/>
            <a:ext cx="620426" cy="300082"/>
          </a:xfrm>
          <a:prstGeom prst="rect">
            <a:avLst/>
          </a:prstGeom>
          <a:noFill/>
        </p:spPr>
        <p:txBody>
          <a:bodyPr wrap="none" rtlCol="0">
            <a:spAutoFit/>
          </a:bodyPr>
          <a:lstStyle/>
          <a:p>
            <a:r>
              <a:rPr lang="de-CH" dirty="0"/>
              <a:t>Grade</a:t>
            </a:r>
            <a:endParaRPr lang="en-GB" dirty="0"/>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8EFE3E62-2300-2D93-9295-125A1B18B87A}"/>
                  </a:ext>
                </a:extLst>
              </p:cNvPr>
              <p:cNvSpPr txBox="1"/>
              <p:nvPr/>
            </p:nvSpPr>
            <p:spPr>
              <a:xfrm>
                <a:off x="6453136" y="830196"/>
                <a:ext cx="1462467" cy="300082"/>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de-CH" b="1" i="1" smtClean="0">
                              <a:solidFill>
                                <a:schemeClr val="tx1"/>
                              </a:solidFill>
                              <a:latin typeface="Cambria Math" panose="02040503050406030204" pitchFamily="18" charset="0"/>
                            </a:rPr>
                          </m:ctrlPr>
                        </m:sSubPr>
                        <m:e>
                          <m:r>
                            <a:rPr lang="de-CH" b="1" i="1" smtClean="0">
                              <a:solidFill>
                                <a:schemeClr val="tx1"/>
                              </a:solidFill>
                              <a:latin typeface="Cambria Math" panose="02040503050406030204" pitchFamily="18" charset="0"/>
                            </a:rPr>
                            <m:t>𝑿</m:t>
                          </m:r>
                        </m:e>
                        <m:sub>
                          <m:r>
                            <a:rPr lang="de-CH" b="1" i="1">
                              <a:solidFill>
                                <a:schemeClr val="tx1"/>
                              </a:solidFill>
                              <a:latin typeface="Cambria Math" panose="02040503050406030204" pitchFamily="18" charset="0"/>
                              <a:ea typeface="Cambria Math" panose="02040503050406030204" pitchFamily="18" charset="0"/>
                            </a:rPr>
                            <m:t>𝟏</m:t>
                          </m:r>
                        </m:sub>
                      </m:sSub>
                    </m:oMath>
                  </m:oMathPara>
                </a14:m>
                <a:endParaRPr lang="en-GB" dirty="0"/>
              </a:p>
            </p:txBody>
          </p:sp>
        </mc:Choice>
        <mc:Fallback xmlns="">
          <p:sp>
            <p:nvSpPr>
              <p:cNvPr id="21" name="TextBox 20">
                <a:extLst>
                  <a:ext uri="{FF2B5EF4-FFF2-40B4-BE49-F238E27FC236}">
                    <a16:creationId xmlns:a16="http://schemas.microsoft.com/office/drawing/2014/main" id="{8EFE3E62-2300-2D93-9295-125A1B18B87A}"/>
                  </a:ext>
                </a:extLst>
              </p:cNvPr>
              <p:cNvSpPr txBox="1">
                <a:spLocks noRot="1" noChangeAspect="1" noMove="1" noResize="1" noEditPoints="1" noAdjustHandles="1" noChangeArrowheads="1" noChangeShapeType="1" noTextEdit="1"/>
              </p:cNvSpPr>
              <p:nvPr/>
            </p:nvSpPr>
            <p:spPr>
              <a:xfrm>
                <a:off x="6453136" y="830196"/>
                <a:ext cx="1462467" cy="300082"/>
              </a:xfrm>
              <a:prstGeom prst="rect">
                <a:avLst/>
              </a:prstGeom>
              <a:blipFill>
                <a:blip r:embed="rId4"/>
                <a:stretch>
                  <a:fillRect/>
                </a:stretch>
              </a:blipFill>
            </p:spPr>
            <p:txBody>
              <a:bodyPr/>
              <a:lstStyle/>
              <a:p>
                <a:r>
                  <a:rPr lang="en-GB">
                    <a:noFill/>
                  </a:rPr>
                  <a:t> </a:t>
                </a:r>
              </a:p>
            </p:txBody>
          </p:sp>
        </mc:Fallback>
      </mc:AlternateContent>
      <p:sp>
        <p:nvSpPr>
          <p:cNvPr id="22" name="Oval 21">
            <a:extLst>
              <a:ext uri="{FF2B5EF4-FFF2-40B4-BE49-F238E27FC236}">
                <a16:creationId xmlns:a16="http://schemas.microsoft.com/office/drawing/2014/main" id="{9B98E9BD-6820-6CDD-0144-2410CFF8514E}"/>
              </a:ext>
            </a:extLst>
          </p:cNvPr>
          <p:cNvSpPr/>
          <p:nvPr/>
        </p:nvSpPr>
        <p:spPr>
          <a:xfrm>
            <a:off x="6674678" y="2258563"/>
            <a:ext cx="36000" cy="36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Oval 22">
            <a:extLst>
              <a:ext uri="{FF2B5EF4-FFF2-40B4-BE49-F238E27FC236}">
                <a16:creationId xmlns:a16="http://schemas.microsoft.com/office/drawing/2014/main" id="{9D2E777D-40B1-07E2-29F0-AF1BA6B18926}"/>
              </a:ext>
            </a:extLst>
          </p:cNvPr>
          <p:cNvSpPr/>
          <p:nvPr/>
        </p:nvSpPr>
        <p:spPr>
          <a:xfrm>
            <a:off x="6827078" y="2410963"/>
            <a:ext cx="36000" cy="36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Oval 23">
            <a:extLst>
              <a:ext uri="{FF2B5EF4-FFF2-40B4-BE49-F238E27FC236}">
                <a16:creationId xmlns:a16="http://schemas.microsoft.com/office/drawing/2014/main" id="{B606BAA0-7408-3FA7-0BAC-FD6B8FB0C465}"/>
              </a:ext>
            </a:extLst>
          </p:cNvPr>
          <p:cNvSpPr/>
          <p:nvPr/>
        </p:nvSpPr>
        <p:spPr>
          <a:xfrm>
            <a:off x="6979478" y="2563363"/>
            <a:ext cx="36000" cy="36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Oval 24">
            <a:extLst>
              <a:ext uri="{FF2B5EF4-FFF2-40B4-BE49-F238E27FC236}">
                <a16:creationId xmlns:a16="http://schemas.microsoft.com/office/drawing/2014/main" id="{822939E8-C512-DE3E-86C9-F5030806D6D9}"/>
              </a:ext>
            </a:extLst>
          </p:cNvPr>
          <p:cNvSpPr/>
          <p:nvPr/>
        </p:nvSpPr>
        <p:spPr>
          <a:xfrm>
            <a:off x="7343913" y="2001686"/>
            <a:ext cx="36000" cy="36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Oval 25">
            <a:extLst>
              <a:ext uri="{FF2B5EF4-FFF2-40B4-BE49-F238E27FC236}">
                <a16:creationId xmlns:a16="http://schemas.microsoft.com/office/drawing/2014/main" id="{4DD2F2D1-5F3E-5136-62EE-B2CE78819614}"/>
              </a:ext>
            </a:extLst>
          </p:cNvPr>
          <p:cNvSpPr/>
          <p:nvPr/>
        </p:nvSpPr>
        <p:spPr>
          <a:xfrm>
            <a:off x="7193467" y="2350726"/>
            <a:ext cx="36000" cy="36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Oval 26">
            <a:extLst>
              <a:ext uri="{FF2B5EF4-FFF2-40B4-BE49-F238E27FC236}">
                <a16:creationId xmlns:a16="http://schemas.microsoft.com/office/drawing/2014/main" id="{B6DD49F2-51C2-3859-737A-DBE7779617B5}"/>
              </a:ext>
            </a:extLst>
          </p:cNvPr>
          <p:cNvSpPr/>
          <p:nvPr/>
        </p:nvSpPr>
        <p:spPr>
          <a:xfrm>
            <a:off x="7706139" y="1870420"/>
            <a:ext cx="36000" cy="36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Oval 27">
            <a:extLst>
              <a:ext uri="{FF2B5EF4-FFF2-40B4-BE49-F238E27FC236}">
                <a16:creationId xmlns:a16="http://schemas.microsoft.com/office/drawing/2014/main" id="{10F2E67D-DA91-E1B5-EFC1-11433B9A899E}"/>
              </a:ext>
            </a:extLst>
          </p:cNvPr>
          <p:cNvSpPr/>
          <p:nvPr/>
        </p:nvSpPr>
        <p:spPr>
          <a:xfrm>
            <a:off x="6557839" y="2665925"/>
            <a:ext cx="36000" cy="36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Oval 28">
            <a:extLst>
              <a:ext uri="{FF2B5EF4-FFF2-40B4-BE49-F238E27FC236}">
                <a16:creationId xmlns:a16="http://schemas.microsoft.com/office/drawing/2014/main" id="{4E5E9D12-1879-7EF2-DD5A-E2DD119D9199}"/>
              </a:ext>
            </a:extLst>
          </p:cNvPr>
          <p:cNvSpPr/>
          <p:nvPr/>
        </p:nvSpPr>
        <p:spPr>
          <a:xfrm>
            <a:off x="7976520" y="1568231"/>
            <a:ext cx="36000" cy="36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Oval 29">
            <a:extLst>
              <a:ext uri="{FF2B5EF4-FFF2-40B4-BE49-F238E27FC236}">
                <a16:creationId xmlns:a16="http://schemas.microsoft.com/office/drawing/2014/main" id="{E31094F2-C7A3-D495-AFE2-E98566B6422C}"/>
              </a:ext>
            </a:extLst>
          </p:cNvPr>
          <p:cNvSpPr/>
          <p:nvPr/>
        </p:nvSpPr>
        <p:spPr>
          <a:xfrm>
            <a:off x="7576378" y="1301407"/>
            <a:ext cx="36000" cy="36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 name="Oval 30">
            <a:extLst>
              <a:ext uri="{FF2B5EF4-FFF2-40B4-BE49-F238E27FC236}">
                <a16:creationId xmlns:a16="http://schemas.microsoft.com/office/drawing/2014/main" id="{C59ED984-97FD-EE8D-220F-518E43F5BCFC}"/>
              </a:ext>
            </a:extLst>
          </p:cNvPr>
          <p:cNvSpPr/>
          <p:nvPr/>
        </p:nvSpPr>
        <p:spPr>
          <a:xfrm>
            <a:off x="8286733" y="2139403"/>
            <a:ext cx="36000" cy="36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 name="Oval 31">
            <a:extLst>
              <a:ext uri="{FF2B5EF4-FFF2-40B4-BE49-F238E27FC236}">
                <a16:creationId xmlns:a16="http://schemas.microsoft.com/office/drawing/2014/main" id="{52B815DC-6110-2EB0-09FD-56A5AE5AF89B}"/>
              </a:ext>
            </a:extLst>
          </p:cNvPr>
          <p:cNvSpPr/>
          <p:nvPr/>
        </p:nvSpPr>
        <p:spPr>
          <a:xfrm>
            <a:off x="7114209" y="1958781"/>
            <a:ext cx="36000" cy="36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Oval 32">
            <a:extLst>
              <a:ext uri="{FF2B5EF4-FFF2-40B4-BE49-F238E27FC236}">
                <a16:creationId xmlns:a16="http://schemas.microsoft.com/office/drawing/2014/main" id="{10AFCCC0-19A7-97F5-28EE-964EBFFA5EAB}"/>
              </a:ext>
            </a:extLst>
          </p:cNvPr>
          <p:cNvSpPr/>
          <p:nvPr/>
        </p:nvSpPr>
        <p:spPr>
          <a:xfrm>
            <a:off x="6369439" y="2222563"/>
            <a:ext cx="36000" cy="36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 name="Oval 33">
            <a:extLst>
              <a:ext uri="{FF2B5EF4-FFF2-40B4-BE49-F238E27FC236}">
                <a16:creationId xmlns:a16="http://schemas.microsoft.com/office/drawing/2014/main" id="{2CE14B32-D6B6-AC44-3843-A5FFBAEFFADB}"/>
              </a:ext>
            </a:extLst>
          </p:cNvPr>
          <p:cNvSpPr/>
          <p:nvPr/>
        </p:nvSpPr>
        <p:spPr>
          <a:xfrm>
            <a:off x="6329020" y="2425953"/>
            <a:ext cx="36000" cy="36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 name="Oval 34">
            <a:extLst>
              <a:ext uri="{FF2B5EF4-FFF2-40B4-BE49-F238E27FC236}">
                <a16:creationId xmlns:a16="http://schemas.microsoft.com/office/drawing/2014/main" id="{280DCA7C-E80A-D1D6-AD91-752D8A698799}"/>
              </a:ext>
            </a:extLst>
          </p:cNvPr>
          <p:cNvSpPr/>
          <p:nvPr/>
        </p:nvSpPr>
        <p:spPr>
          <a:xfrm>
            <a:off x="6519815" y="2327110"/>
            <a:ext cx="36000" cy="36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6" name="Oval 35">
            <a:extLst>
              <a:ext uri="{FF2B5EF4-FFF2-40B4-BE49-F238E27FC236}">
                <a16:creationId xmlns:a16="http://schemas.microsoft.com/office/drawing/2014/main" id="{FAE34DA9-58F0-4672-36FD-905909A2FEC9}"/>
              </a:ext>
            </a:extLst>
          </p:cNvPr>
          <p:cNvSpPr/>
          <p:nvPr/>
        </p:nvSpPr>
        <p:spPr>
          <a:xfrm>
            <a:off x="6280594" y="2636621"/>
            <a:ext cx="36000" cy="36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7" name="Oval 36">
            <a:extLst>
              <a:ext uri="{FF2B5EF4-FFF2-40B4-BE49-F238E27FC236}">
                <a16:creationId xmlns:a16="http://schemas.microsoft.com/office/drawing/2014/main" id="{E06C6C37-DF3F-8489-E6E7-10A1B35734A2}"/>
              </a:ext>
            </a:extLst>
          </p:cNvPr>
          <p:cNvSpPr/>
          <p:nvPr/>
        </p:nvSpPr>
        <p:spPr>
          <a:xfrm>
            <a:off x="6939024" y="2230919"/>
            <a:ext cx="36000" cy="36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8" name="Oval 37">
            <a:extLst>
              <a:ext uri="{FF2B5EF4-FFF2-40B4-BE49-F238E27FC236}">
                <a16:creationId xmlns:a16="http://schemas.microsoft.com/office/drawing/2014/main" id="{26AD0C5F-234A-965D-0BF7-D3BED4EDA8A9}"/>
              </a:ext>
            </a:extLst>
          </p:cNvPr>
          <p:cNvSpPr/>
          <p:nvPr/>
        </p:nvSpPr>
        <p:spPr>
          <a:xfrm>
            <a:off x="7480852" y="2157403"/>
            <a:ext cx="36000" cy="36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9" name="Oval 38">
            <a:extLst>
              <a:ext uri="{FF2B5EF4-FFF2-40B4-BE49-F238E27FC236}">
                <a16:creationId xmlns:a16="http://schemas.microsoft.com/office/drawing/2014/main" id="{4696DBC1-9815-7B86-56DA-B4BC510FDDF9}"/>
              </a:ext>
            </a:extLst>
          </p:cNvPr>
          <p:cNvSpPr/>
          <p:nvPr/>
        </p:nvSpPr>
        <p:spPr>
          <a:xfrm>
            <a:off x="7462852" y="1695137"/>
            <a:ext cx="36000" cy="36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0" name="Oval 39">
            <a:extLst>
              <a:ext uri="{FF2B5EF4-FFF2-40B4-BE49-F238E27FC236}">
                <a16:creationId xmlns:a16="http://schemas.microsoft.com/office/drawing/2014/main" id="{2A20455F-5B50-C3AC-6F02-AFC2F3F646F8}"/>
              </a:ext>
            </a:extLst>
          </p:cNvPr>
          <p:cNvSpPr/>
          <p:nvPr/>
        </p:nvSpPr>
        <p:spPr>
          <a:xfrm>
            <a:off x="7688139" y="1602505"/>
            <a:ext cx="36000" cy="36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42" name="Straight Connector 41">
            <a:extLst>
              <a:ext uri="{FF2B5EF4-FFF2-40B4-BE49-F238E27FC236}">
                <a16:creationId xmlns:a16="http://schemas.microsoft.com/office/drawing/2014/main" id="{E4E5BE33-AD86-87AB-11A0-A4CB32FAF3D3}"/>
              </a:ext>
            </a:extLst>
          </p:cNvPr>
          <p:cNvCxnSpPr>
            <a:cxnSpLocks/>
          </p:cNvCxnSpPr>
          <p:nvPr/>
        </p:nvCxnSpPr>
        <p:spPr>
          <a:xfrm flipV="1">
            <a:off x="6280594" y="1620505"/>
            <a:ext cx="1873910" cy="1106572"/>
          </a:xfrm>
          <a:prstGeom prst="line">
            <a:avLst/>
          </a:prstGeom>
        </p:spPr>
        <p:style>
          <a:lnRef idx="3">
            <a:schemeClr val="accent3"/>
          </a:lnRef>
          <a:fillRef idx="0">
            <a:schemeClr val="accent3"/>
          </a:fillRef>
          <a:effectRef idx="2">
            <a:schemeClr val="accent3"/>
          </a:effectRef>
          <a:fontRef idx="minor">
            <a:schemeClr val="tx1"/>
          </a:fontRef>
        </p:style>
      </p:cxn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47B62E4E-4D7E-0A09-1CBE-647CB8852C07}"/>
                  </a:ext>
                </a:extLst>
              </p:cNvPr>
              <p:cNvSpPr txBox="1"/>
              <p:nvPr/>
            </p:nvSpPr>
            <p:spPr>
              <a:xfrm>
                <a:off x="5932478" y="3350780"/>
                <a:ext cx="2511763" cy="317908"/>
              </a:xfrm>
              <a:prstGeom prst="rect">
                <a:avLst/>
              </a:prstGeom>
              <a:noFill/>
            </p:spPr>
            <p:txBody>
              <a:bodyPr wrap="square" rtlCol="0">
                <a:spAutoFit/>
              </a:bodyPr>
              <a:lstStyle/>
              <a:p>
                <a:pPr algn="ctr"/>
                <a14:m>
                  <m:oMath xmlns:m="http://schemas.openxmlformats.org/officeDocument/2006/math">
                    <m:acc>
                      <m:accPr>
                        <m:chr m:val="̂"/>
                        <m:ctrlPr>
                          <a:rPr lang="de-CH" b="1" i="1" smtClean="0">
                            <a:solidFill>
                              <a:schemeClr val="accent3">
                                <a:lumMod val="75000"/>
                              </a:schemeClr>
                            </a:solidFill>
                            <a:latin typeface="Cambria Math" panose="02040503050406030204" pitchFamily="18" charset="0"/>
                          </a:rPr>
                        </m:ctrlPr>
                      </m:accPr>
                      <m:e>
                        <m:r>
                          <a:rPr lang="de-CH" b="1" i="1" smtClean="0">
                            <a:solidFill>
                              <a:schemeClr val="accent3">
                                <a:lumMod val="75000"/>
                              </a:schemeClr>
                            </a:solidFill>
                            <a:latin typeface="Cambria Math" panose="02040503050406030204" pitchFamily="18" charset="0"/>
                          </a:rPr>
                          <m:t>𝒇</m:t>
                        </m:r>
                        <m:r>
                          <a:rPr lang="de-CH" b="1" i="1" smtClean="0">
                            <a:solidFill>
                              <a:schemeClr val="accent3">
                                <a:lumMod val="75000"/>
                              </a:schemeClr>
                            </a:solidFill>
                            <a:latin typeface="Cambria Math" panose="02040503050406030204" pitchFamily="18" charset="0"/>
                          </a:rPr>
                          <m:t>:</m:t>
                        </m:r>
                      </m:e>
                    </m:acc>
                  </m:oMath>
                </a14:m>
                <a:r>
                  <a:rPr lang="de-CH" b="1" i="1" dirty="0">
                    <a:solidFill>
                      <a:schemeClr val="accent3">
                        <a:lumMod val="75000"/>
                      </a:schemeClr>
                    </a:solidFill>
                    <a:latin typeface="Cambria Math" panose="02040503050406030204" pitchFamily="18" charset="0"/>
                  </a:rPr>
                  <a:t> </a:t>
                </a:r>
                <a14:m>
                  <m:oMath xmlns:m="http://schemas.openxmlformats.org/officeDocument/2006/math">
                    <m:r>
                      <a:rPr lang="de-CH" b="1" i="1" smtClean="0">
                        <a:solidFill>
                          <a:schemeClr val="accent3">
                            <a:lumMod val="75000"/>
                          </a:schemeClr>
                        </a:solidFill>
                        <a:latin typeface="Cambria Math" panose="02040503050406030204" pitchFamily="18" charset="0"/>
                      </a:rPr>
                      <m:t>𝒀</m:t>
                    </m:r>
                    <m:r>
                      <a:rPr lang="de-CH" b="1" i="1" smtClean="0">
                        <a:solidFill>
                          <a:schemeClr val="accent3">
                            <a:lumMod val="75000"/>
                          </a:schemeClr>
                        </a:solidFill>
                        <a:latin typeface="Cambria Math" panose="02040503050406030204" pitchFamily="18" charset="0"/>
                      </a:rPr>
                      <m:t>=</m:t>
                    </m:r>
                    <m:sSup>
                      <m:sSupPr>
                        <m:ctrlPr>
                          <a:rPr lang="de-CH" b="1" i="1" smtClean="0">
                            <a:solidFill>
                              <a:schemeClr val="accent3">
                                <a:lumMod val="75000"/>
                              </a:schemeClr>
                            </a:solidFill>
                            <a:latin typeface="Cambria Math" panose="02040503050406030204" pitchFamily="18" charset="0"/>
                            <a:ea typeface="Cambria Math" panose="02040503050406030204" pitchFamily="18" charset="0"/>
                          </a:rPr>
                        </m:ctrlPr>
                      </m:sSupPr>
                      <m:e>
                        <m:r>
                          <a:rPr lang="de-CH" b="1" i="1">
                            <a:solidFill>
                              <a:schemeClr val="accent3">
                                <a:lumMod val="75000"/>
                              </a:schemeClr>
                            </a:solidFill>
                            <a:latin typeface="Cambria Math" panose="02040503050406030204" pitchFamily="18" charset="0"/>
                            <a:ea typeface="Cambria Math" panose="02040503050406030204" pitchFamily="18" charset="0"/>
                          </a:rPr>
                          <m:t>𝜷</m:t>
                        </m:r>
                      </m:e>
                      <m:sup>
                        <m:r>
                          <a:rPr lang="de-CH" b="1" i="1" smtClean="0">
                            <a:solidFill>
                              <a:schemeClr val="accent3">
                                <a:lumMod val="75000"/>
                              </a:schemeClr>
                            </a:solidFill>
                            <a:latin typeface="Cambria Math" panose="02040503050406030204" pitchFamily="18" charset="0"/>
                            <a:ea typeface="Cambria Math" panose="02040503050406030204" pitchFamily="18" charset="0"/>
                          </a:rPr>
                          <m:t>𝑻</m:t>
                        </m:r>
                      </m:sup>
                    </m:sSup>
                    <m:r>
                      <a:rPr lang="de-CH" b="1" i="1" smtClean="0">
                        <a:solidFill>
                          <a:schemeClr val="accent3">
                            <a:lumMod val="75000"/>
                          </a:schemeClr>
                        </a:solidFill>
                        <a:latin typeface="Cambria Math" panose="02040503050406030204" pitchFamily="18" charset="0"/>
                        <a:ea typeface="Cambria Math" panose="02040503050406030204" pitchFamily="18" charset="0"/>
                      </a:rPr>
                      <m:t>𝑿</m:t>
                    </m:r>
                  </m:oMath>
                </a14:m>
                <a:endParaRPr lang="en-GB" b="1" dirty="0">
                  <a:solidFill>
                    <a:schemeClr val="accent3">
                      <a:lumMod val="75000"/>
                    </a:schemeClr>
                  </a:solidFill>
                </a:endParaRPr>
              </a:p>
            </p:txBody>
          </p:sp>
        </mc:Choice>
        <mc:Fallback xmlns="">
          <p:sp>
            <p:nvSpPr>
              <p:cNvPr id="44" name="TextBox 43">
                <a:extLst>
                  <a:ext uri="{FF2B5EF4-FFF2-40B4-BE49-F238E27FC236}">
                    <a16:creationId xmlns:a16="http://schemas.microsoft.com/office/drawing/2014/main" id="{47B62E4E-4D7E-0A09-1CBE-647CB8852C07}"/>
                  </a:ext>
                </a:extLst>
              </p:cNvPr>
              <p:cNvSpPr txBox="1">
                <a:spLocks noRot="1" noChangeAspect="1" noMove="1" noResize="1" noEditPoints="1" noAdjustHandles="1" noChangeArrowheads="1" noChangeShapeType="1" noTextEdit="1"/>
              </p:cNvSpPr>
              <p:nvPr/>
            </p:nvSpPr>
            <p:spPr>
              <a:xfrm>
                <a:off x="5932478" y="3350780"/>
                <a:ext cx="2511763" cy="317908"/>
              </a:xfrm>
              <a:prstGeom prst="rect">
                <a:avLst/>
              </a:prstGeom>
              <a:blipFill>
                <a:blip r:embed="rId5"/>
                <a:stretch>
                  <a:fillRect t="-1923" b="-5769"/>
                </a:stretch>
              </a:blipFill>
            </p:spPr>
            <p:txBody>
              <a:bodyPr/>
              <a:lstStyle/>
              <a:p>
                <a:r>
                  <a:rPr lang="en-GB">
                    <a:noFill/>
                  </a:rPr>
                  <a:t> </a:t>
                </a:r>
              </a:p>
            </p:txBody>
          </p:sp>
        </mc:Fallback>
      </mc:AlternateContent>
      <p:sp>
        <p:nvSpPr>
          <p:cNvPr id="3" name="Arc 2">
            <a:extLst>
              <a:ext uri="{FF2B5EF4-FFF2-40B4-BE49-F238E27FC236}">
                <a16:creationId xmlns:a16="http://schemas.microsoft.com/office/drawing/2014/main" id="{F166BC12-DDD9-AB8A-2EA1-24DEA72260A0}"/>
              </a:ext>
            </a:extLst>
          </p:cNvPr>
          <p:cNvSpPr/>
          <p:nvPr/>
        </p:nvSpPr>
        <p:spPr>
          <a:xfrm rot="4172666">
            <a:off x="5710842" y="238829"/>
            <a:ext cx="1852463" cy="2461926"/>
          </a:xfrm>
          <a:prstGeom prst="arc">
            <a:avLst>
              <a:gd name="adj1" fmla="val 17233070"/>
              <a:gd name="adj2" fmla="val 2593335"/>
            </a:avLst>
          </a:prstGeom>
        </p:spPr>
        <p:style>
          <a:lnRef idx="3">
            <a:schemeClr val="accent1"/>
          </a:lnRef>
          <a:fillRef idx="0">
            <a:schemeClr val="accent1"/>
          </a:fillRef>
          <a:effectRef idx="2">
            <a:schemeClr val="accent1"/>
          </a:effectRef>
          <a:fontRef idx="minor">
            <a:schemeClr val="tx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60A00602-5DC1-0C6C-33EF-2C2EFA1A099F}"/>
                  </a:ext>
                </a:extLst>
              </p:cNvPr>
              <p:cNvSpPr txBox="1"/>
              <p:nvPr/>
            </p:nvSpPr>
            <p:spPr>
              <a:xfrm>
                <a:off x="7349200" y="1115955"/>
                <a:ext cx="1063091" cy="300082"/>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de-CH" b="1" i="1" smtClean="0">
                          <a:solidFill>
                            <a:srgbClr val="0A5F2D"/>
                          </a:solidFill>
                          <a:latin typeface="Cambria Math" panose="02040503050406030204" pitchFamily="18" charset="0"/>
                        </a:rPr>
                        <m:t>𝒇</m:t>
                      </m:r>
                    </m:oMath>
                  </m:oMathPara>
                </a14:m>
                <a:endParaRPr lang="en-GB" b="1" dirty="0">
                  <a:solidFill>
                    <a:srgbClr val="0A5F2D"/>
                  </a:solidFill>
                </a:endParaRPr>
              </a:p>
            </p:txBody>
          </p:sp>
        </mc:Choice>
        <mc:Fallback xmlns="">
          <p:sp>
            <p:nvSpPr>
              <p:cNvPr id="15" name="TextBox 14">
                <a:extLst>
                  <a:ext uri="{FF2B5EF4-FFF2-40B4-BE49-F238E27FC236}">
                    <a16:creationId xmlns:a16="http://schemas.microsoft.com/office/drawing/2014/main" id="{60A00602-5DC1-0C6C-33EF-2C2EFA1A099F}"/>
                  </a:ext>
                </a:extLst>
              </p:cNvPr>
              <p:cNvSpPr txBox="1">
                <a:spLocks noRot="1" noChangeAspect="1" noMove="1" noResize="1" noEditPoints="1" noAdjustHandles="1" noChangeArrowheads="1" noChangeShapeType="1" noTextEdit="1"/>
              </p:cNvSpPr>
              <p:nvPr/>
            </p:nvSpPr>
            <p:spPr>
              <a:xfrm>
                <a:off x="7349200" y="1115955"/>
                <a:ext cx="1063091" cy="300082"/>
              </a:xfrm>
              <a:prstGeom prst="rect">
                <a:avLst/>
              </a:prstGeom>
              <a:blipFill>
                <a:blip r:embed="rId6"/>
                <a:stretch>
                  <a:fillRect b="-8163"/>
                </a:stretch>
              </a:blipFill>
            </p:spPr>
            <p:txBody>
              <a:bodyPr/>
              <a:lstStyle/>
              <a:p>
                <a:r>
                  <a:rPr lang="en-GB">
                    <a:noFill/>
                  </a:rPr>
                  <a:t> </a:t>
                </a:r>
              </a:p>
            </p:txBody>
          </p:sp>
        </mc:Fallback>
      </mc:AlternateContent>
      <p:pic>
        <p:nvPicPr>
          <p:cNvPr id="19" name="Picture 18">
            <a:extLst>
              <a:ext uri="{FF2B5EF4-FFF2-40B4-BE49-F238E27FC236}">
                <a16:creationId xmlns:a16="http://schemas.microsoft.com/office/drawing/2014/main" id="{8D5392A7-ADA6-AAF9-A5F1-0F4D320B8EE4}"/>
              </a:ext>
            </a:extLst>
          </p:cNvPr>
          <p:cNvPicPr>
            <a:picLocks noChangeAspect="1"/>
          </p:cNvPicPr>
          <p:nvPr/>
        </p:nvPicPr>
        <p:blipFill>
          <a:blip r:embed="rId7"/>
          <a:stretch>
            <a:fillRect/>
          </a:stretch>
        </p:blipFill>
        <p:spPr>
          <a:xfrm>
            <a:off x="5659290" y="1065490"/>
            <a:ext cx="3282042" cy="2255826"/>
          </a:xfrm>
          <a:prstGeom prst="rect">
            <a:avLst/>
          </a:prstGeom>
        </p:spPr>
      </p:pic>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2EAD3DA9-3C34-C0C4-FBAF-66C2C80C4236}"/>
                  </a:ext>
                </a:extLst>
              </p:cNvPr>
              <p:cNvSpPr txBox="1"/>
              <p:nvPr/>
            </p:nvSpPr>
            <p:spPr>
              <a:xfrm>
                <a:off x="8362786" y="1029426"/>
                <a:ext cx="729313" cy="300082"/>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de-CH" b="1" i="1" smtClean="0">
                              <a:solidFill>
                                <a:schemeClr val="tx1"/>
                              </a:solidFill>
                              <a:latin typeface="Cambria Math" panose="02040503050406030204" pitchFamily="18" charset="0"/>
                            </a:rPr>
                          </m:ctrlPr>
                        </m:sSubPr>
                        <m:e>
                          <m:r>
                            <a:rPr lang="de-CH" b="1" i="1" smtClean="0">
                              <a:solidFill>
                                <a:schemeClr val="tx1"/>
                              </a:solidFill>
                              <a:latin typeface="Cambria Math" panose="02040503050406030204" pitchFamily="18" charset="0"/>
                            </a:rPr>
                            <m:t>𝑿</m:t>
                          </m:r>
                        </m:e>
                        <m:sub>
                          <m:r>
                            <a:rPr lang="de-CH" b="1" i="1" smtClean="0">
                              <a:solidFill>
                                <a:schemeClr val="tx1"/>
                              </a:solidFill>
                              <a:latin typeface="Cambria Math" panose="02040503050406030204" pitchFamily="18" charset="0"/>
                            </a:rPr>
                            <m:t>𝟐</m:t>
                          </m:r>
                        </m:sub>
                      </m:sSub>
                    </m:oMath>
                  </m:oMathPara>
                </a14:m>
                <a:endParaRPr lang="en-GB" dirty="0"/>
              </a:p>
            </p:txBody>
          </p:sp>
        </mc:Choice>
        <mc:Fallback xmlns="">
          <p:sp>
            <p:nvSpPr>
              <p:cNvPr id="43" name="TextBox 42">
                <a:extLst>
                  <a:ext uri="{FF2B5EF4-FFF2-40B4-BE49-F238E27FC236}">
                    <a16:creationId xmlns:a16="http://schemas.microsoft.com/office/drawing/2014/main" id="{2EAD3DA9-3C34-C0C4-FBAF-66C2C80C4236}"/>
                  </a:ext>
                </a:extLst>
              </p:cNvPr>
              <p:cNvSpPr txBox="1">
                <a:spLocks noRot="1" noChangeAspect="1" noMove="1" noResize="1" noEditPoints="1" noAdjustHandles="1" noChangeArrowheads="1" noChangeShapeType="1" noTextEdit="1"/>
              </p:cNvSpPr>
              <p:nvPr/>
            </p:nvSpPr>
            <p:spPr>
              <a:xfrm>
                <a:off x="8362786" y="1029426"/>
                <a:ext cx="729313" cy="300082"/>
              </a:xfrm>
              <a:prstGeom prst="rect">
                <a:avLst/>
              </a:prstGeom>
              <a:blipFill>
                <a:blip r:embed="rId8"/>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5" name="Rectangle 44">
                <a:extLst>
                  <a:ext uri="{FF2B5EF4-FFF2-40B4-BE49-F238E27FC236}">
                    <a16:creationId xmlns:a16="http://schemas.microsoft.com/office/drawing/2014/main" id="{661B9A34-6165-9ABF-EED5-26E5232CBFEF}"/>
                  </a:ext>
                </a:extLst>
              </p:cNvPr>
              <p:cNvSpPr/>
              <p:nvPr/>
            </p:nvSpPr>
            <p:spPr>
              <a:xfrm>
                <a:off x="358775" y="1832631"/>
                <a:ext cx="2083858" cy="115186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de-CH" b="1" i="1" smtClean="0">
                          <a:solidFill>
                            <a:schemeClr val="tx1"/>
                          </a:solidFill>
                          <a:latin typeface="Cambria Math" panose="02040503050406030204" pitchFamily="18" charset="0"/>
                        </a:rPr>
                        <m:t>𝑿</m:t>
                      </m:r>
                      <m:r>
                        <a:rPr lang="de-CH" b="0" i="0" smtClean="0">
                          <a:solidFill>
                            <a:schemeClr val="tx1"/>
                          </a:solidFill>
                          <a:latin typeface="Cambria Math" panose="02040503050406030204" pitchFamily="18" charset="0"/>
                        </a:rPr>
                        <m:t>=</m:t>
                      </m:r>
                      <m:d>
                        <m:dPr>
                          <m:ctrlPr>
                            <a:rPr lang="de-CH" i="1">
                              <a:solidFill>
                                <a:schemeClr val="tx1"/>
                              </a:solidFill>
                              <a:latin typeface="Cambria Math" panose="02040503050406030204" pitchFamily="18" charset="0"/>
                            </a:rPr>
                          </m:ctrlPr>
                        </m:dPr>
                        <m:e>
                          <m:m>
                            <m:mPr>
                              <m:mcs>
                                <m:mc>
                                  <m:mcPr>
                                    <m:count m:val="1"/>
                                    <m:mcJc m:val="center"/>
                                  </m:mcPr>
                                </m:mc>
                              </m:mcs>
                              <m:ctrlPr>
                                <a:rPr lang="de-CH" i="1">
                                  <a:solidFill>
                                    <a:schemeClr val="tx1"/>
                                  </a:solidFill>
                                  <a:latin typeface="Cambria Math" panose="02040503050406030204" pitchFamily="18" charset="0"/>
                                </a:rPr>
                              </m:ctrlPr>
                            </m:mPr>
                            <m:mr>
                              <m:e>
                                <m:r>
                                  <a:rPr lang="de-CH" i="1">
                                    <a:solidFill>
                                      <a:schemeClr val="tx1"/>
                                    </a:solidFill>
                                    <a:latin typeface="Cambria Math" panose="02040503050406030204" pitchFamily="18" charset="0"/>
                                  </a:rPr>
                                  <m:t>1</m:t>
                                </m:r>
                              </m:e>
                            </m:mr>
                            <m:mr>
                              <m:e>
                                <m:sSub>
                                  <m:sSubPr>
                                    <m:ctrlPr>
                                      <a:rPr lang="de-CH" b="1" i="1">
                                        <a:solidFill>
                                          <a:schemeClr val="tx1"/>
                                        </a:solidFill>
                                        <a:latin typeface="Cambria Math" panose="02040503050406030204" pitchFamily="18" charset="0"/>
                                      </a:rPr>
                                    </m:ctrlPr>
                                  </m:sSubPr>
                                  <m:e>
                                    <m:r>
                                      <a:rPr lang="de-CH" b="1" i="1">
                                        <a:solidFill>
                                          <a:schemeClr val="tx1"/>
                                        </a:solidFill>
                                        <a:latin typeface="Cambria Math" panose="02040503050406030204" pitchFamily="18" charset="0"/>
                                      </a:rPr>
                                      <m:t>𝑿</m:t>
                                    </m:r>
                                  </m:e>
                                  <m:sub>
                                    <m:r>
                                      <a:rPr lang="de-CH" b="1" i="1">
                                        <a:solidFill>
                                          <a:schemeClr val="tx1"/>
                                        </a:solidFill>
                                        <a:latin typeface="Cambria Math" panose="02040503050406030204" pitchFamily="18" charset="0"/>
                                        <a:ea typeface="Cambria Math" panose="02040503050406030204" pitchFamily="18" charset="0"/>
                                      </a:rPr>
                                      <m:t>𝟏</m:t>
                                    </m:r>
                                  </m:sub>
                                </m:sSub>
                              </m:e>
                            </m:mr>
                            <m:mr>
                              <m:e>
                                <m:sSub>
                                  <m:sSubPr>
                                    <m:ctrlPr>
                                      <a:rPr lang="de-CH" b="1" i="1">
                                        <a:solidFill>
                                          <a:schemeClr val="tx1"/>
                                        </a:solidFill>
                                        <a:latin typeface="Cambria Math" panose="02040503050406030204" pitchFamily="18" charset="0"/>
                                      </a:rPr>
                                    </m:ctrlPr>
                                  </m:sSubPr>
                                  <m:e>
                                    <m:r>
                                      <a:rPr lang="de-CH" b="1" i="1">
                                        <a:solidFill>
                                          <a:schemeClr val="tx1"/>
                                        </a:solidFill>
                                        <a:latin typeface="Cambria Math" panose="02040503050406030204" pitchFamily="18" charset="0"/>
                                      </a:rPr>
                                      <m:t>𝑿</m:t>
                                    </m:r>
                                  </m:e>
                                  <m:sub>
                                    <m:r>
                                      <a:rPr lang="de-CH" b="1" i="1">
                                        <a:solidFill>
                                          <a:schemeClr val="tx1"/>
                                        </a:solidFill>
                                        <a:latin typeface="Cambria Math" panose="02040503050406030204" pitchFamily="18" charset="0"/>
                                      </a:rPr>
                                      <m:t>𝟐</m:t>
                                    </m:r>
                                  </m:sub>
                                </m:sSub>
                              </m:e>
                            </m:mr>
                          </m:m>
                        </m:e>
                      </m:d>
                    </m:oMath>
                  </m:oMathPara>
                </a14:m>
                <a:endParaRPr lang="en-GB" dirty="0"/>
              </a:p>
            </p:txBody>
          </p:sp>
        </mc:Choice>
        <mc:Fallback xmlns="">
          <p:sp>
            <p:nvSpPr>
              <p:cNvPr id="45" name="Rectangle 44">
                <a:extLst>
                  <a:ext uri="{FF2B5EF4-FFF2-40B4-BE49-F238E27FC236}">
                    <a16:creationId xmlns:a16="http://schemas.microsoft.com/office/drawing/2014/main" id="{661B9A34-6165-9ABF-EED5-26E5232CBFEF}"/>
                  </a:ext>
                </a:extLst>
              </p:cNvPr>
              <p:cNvSpPr>
                <a:spLocks noRot="1" noChangeAspect="1" noMove="1" noResize="1" noEditPoints="1" noAdjustHandles="1" noChangeArrowheads="1" noChangeShapeType="1" noTextEdit="1"/>
              </p:cNvSpPr>
              <p:nvPr/>
            </p:nvSpPr>
            <p:spPr>
              <a:xfrm>
                <a:off x="358775" y="1832631"/>
                <a:ext cx="2083858" cy="1151866"/>
              </a:xfrm>
              <a:prstGeom prst="rect">
                <a:avLst/>
              </a:prstGeom>
              <a:blipFill>
                <a:blip r:embed="rId9"/>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7" name="Rectangle 46">
                <a:extLst>
                  <a:ext uri="{FF2B5EF4-FFF2-40B4-BE49-F238E27FC236}">
                    <a16:creationId xmlns:a16="http://schemas.microsoft.com/office/drawing/2014/main" id="{C64D3CF3-A162-4A96-4915-933BEBE68711}"/>
                  </a:ext>
                </a:extLst>
              </p:cNvPr>
              <p:cNvSpPr/>
              <p:nvPr/>
            </p:nvSpPr>
            <p:spPr>
              <a:xfrm>
                <a:off x="358775" y="3057787"/>
                <a:ext cx="2083858" cy="540544"/>
              </a:xfrm>
              <a:prstGeom prst="rect">
                <a:avLst/>
              </a:prstGeom>
              <a:ln>
                <a:solidFill>
                  <a:schemeClr val="bg1">
                    <a:lumMod val="7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de-CH" dirty="0">
                    <a:solidFill>
                      <a:schemeClr val="bg2">
                        <a:lumMod val="65000"/>
                      </a:schemeClr>
                    </a:solidFill>
                  </a:rPr>
                  <a:t>Weekly </a:t>
                </a:r>
                <a:r>
                  <a:rPr lang="de-CH" dirty="0" err="1">
                    <a:solidFill>
                      <a:schemeClr val="bg2">
                        <a:lumMod val="65000"/>
                      </a:schemeClr>
                    </a:solidFill>
                  </a:rPr>
                  <a:t>Exercise</a:t>
                </a:r>
                <a:r>
                  <a:rPr lang="de-CH" dirty="0">
                    <a:solidFill>
                      <a:schemeClr val="bg2">
                        <a:lumMod val="65000"/>
                      </a:schemeClr>
                    </a:solidFill>
                  </a:rPr>
                  <a:t> km </a:t>
                </a:r>
                <a:r>
                  <a:rPr lang="de-CH" dirty="0">
                    <a:solidFill>
                      <a:schemeClr val="bg1">
                        <a:lumMod val="75000"/>
                      </a:schemeClr>
                    </a:solidFill>
                  </a:rPr>
                  <a:t>(</a:t>
                </a:r>
                <a14:m>
                  <m:oMath xmlns:m="http://schemas.openxmlformats.org/officeDocument/2006/math">
                    <m:sSub>
                      <m:sSubPr>
                        <m:ctrlPr>
                          <a:rPr lang="de-CH" b="1" i="1">
                            <a:solidFill>
                              <a:schemeClr val="bg1">
                                <a:lumMod val="75000"/>
                              </a:schemeClr>
                            </a:solidFill>
                            <a:latin typeface="Cambria Math" panose="02040503050406030204" pitchFamily="18" charset="0"/>
                          </a:rPr>
                        </m:ctrlPr>
                      </m:sSubPr>
                      <m:e>
                        <m:r>
                          <a:rPr lang="de-CH" b="1" i="1">
                            <a:solidFill>
                              <a:schemeClr val="bg1">
                                <a:lumMod val="75000"/>
                              </a:schemeClr>
                            </a:solidFill>
                            <a:latin typeface="Cambria Math" panose="02040503050406030204" pitchFamily="18" charset="0"/>
                          </a:rPr>
                          <m:t>𝑿</m:t>
                        </m:r>
                      </m:e>
                      <m:sub>
                        <m:r>
                          <a:rPr lang="de-CH" b="1" i="1">
                            <a:solidFill>
                              <a:schemeClr val="bg1">
                                <a:lumMod val="75000"/>
                              </a:schemeClr>
                            </a:solidFill>
                            <a:latin typeface="Cambria Math" panose="02040503050406030204" pitchFamily="18" charset="0"/>
                          </a:rPr>
                          <m:t>𝟑</m:t>
                        </m:r>
                      </m:sub>
                    </m:sSub>
                  </m:oMath>
                </a14:m>
                <a:r>
                  <a:rPr lang="de-CH" dirty="0">
                    <a:solidFill>
                      <a:schemeClr val="bg1">
                        <a:lumMod val="75000"/>
                      </a:schemeClr>
                    </a:solidFill>
                  </a:rPr>
                  <a:t>)</a:t>
                </a:r>
                <a:endParaRPr lang="en-GB" dirty="0">
                  <a:solidFill>
                    <a:schemeClr val="bg1">
                      <a:lumMod val="75000"/>
                    </a:schemeClr>
                  </a:solidFill>
                </a:endParaRPr>
              </a:p>
            </p:txBody>
          </p:sp>
        </mc:Choice>
        <mc:Fallback xmlns="">
          <p:sp>
            <p:nvSpPr>
              <p:cNvPr id="47" name="Rectangle 46">
                <a:extLst>
                  <a:ext uri="{FF2B5EF4-FFF2-40B4-BE49-F238E27FC236}">
                    <a16:creationId xmlns:a16="http://schemas.microsoft.com/office/drawing/2014/main" id="{C64D3CF3-A162-4A96-4915-933BEBE68711}"/>
                  </a:ext>
                </a:extLst>
              </p:cNvPr>
              <p:cNvSpPr>
                <a:spLocks noRot="1" noChangeAspect="1" noMove="1" noResize="1" noEditPoints="1" noAdjustHandles="1" noChangeArrowheads="1" noChangeShapeType="1" noTextEdit="1"/>
              </p:cNvSpPr>
              <p:nvPr/>
            </p:nvSpPr>
            <p:spPr>
              <a:xfrm>
                <a:off x="358775" y="3057787"/>
                <a:ext cx="2083858" cy="540544"/>
              </a:xfrm>
              <a:prstGeom prst="rect">
                <a:avLst/>
              </a:prstGeom>
              <a:blipFill>
                <a:blip r:embed="rId10"/>
                <a:stretch>
                  <a:fillRect/>
                </a:stretch>
              </a:blipFill>
              <a:ln>
                <a:solidFill>
                  <a:schemeClr val="bg1">
                    <a:lumMod val="75000"/>
                  </a:schemeClr>
                </a:solidFill>
              </a:ln>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54389365-6B22-3B02-EF1E-4C8B306A3F20}"/>
                  </a:ext>
                </a:extLst>
              </p:cNvPr>
              <p:cNvSpPr txBox="1"/>
              <p:nvPr/>
            </p:nvSpPr>
            <p:spPr>
              <a:xfrm>
                <a:off x="604159" y="1545293"/>
                <a:ext cx="4572000" cy="761170"/>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l-GR" b="1" i="1" smtClean="0">
                          <a:solidFill>
                            <a:schemeClr val="tx1"/>
                          </a:solidFill>
                          <a:latin typeface="Cambria Math" panose="02040503050406030204" pitchFamily="18" charset="0"/>
                          <a:ea typeface="Cambria Math" panose="02040503050406030204" pitchFamily="18" charset="0"/>
                        </a:rPr>
                        <m:t>𝜷</m:t>
                      </m:r>
                      <m:r>
                        <a:rPr lang="de-CH" b="0" i="0" smtClean="0">
                          <a:solidFill>
                            <a:schemeClr val="tx1"/>
                          </a:solidFill>
                          <a:latin typeface="Cambria Math" panose="02040503050406030204" pitchFamily="18" charset="0"/>
                        </a:rPr>
                        <m:t>= </m:t>
                      </m:r>
                      <m:d>
                        <m:dPr>
                          <m:ctrlPr>
                            <a:rPr lang="de-CH" b="0" i="1" smtClean="0">
                              <a:solidFill>
                                <a:schemeClr val="tx1"/>
                              </a:solidFill>
                              <a:latin typeface="Cambria Math" panose="02040503050406030204" pitchFamily="18" charset="0"/>
                            </a:rPr>
                          </m:ctrlPr>
                        </m:dPr>
                        <m:e>
                          <m:m>
                            <m:mPr>
                              <m:mcs>
                                <m:mc>
                                  <m:mcPr>
                                    <m:count m:val="1"/>
                                    <m:mcJc m:val="center"/>
                                  </m:mcPr>
                                </m:mc>
                              </m:mcs>
                              <m:ctrlPr>
                                <a:rPr lang="de-CH" b="0" i="1" smtClean="0">
                                  <a:solidFill>
                                    <a:schemeClr val="tx1"/>
                                  </a:solidFill>
                                  <a:latin typeface="Cambria Math" panose="02040503050406030204" pitchFamily="18" charset="0"/>
                                </a:rPr>
                              </m:ctrlPr>
                            </m:mPr>
                            <m:mr>
                              <m:e>
                                <m:sSub>
                                  <m:sSubPr>
                                    <m:ctrlPr>
                                      <a:rPr lang="de-CH" b="1" i="1">
                                        <a:latin typeface="Cambria Math" panose="02040503050406030204" pitchFamily="18" charset="0"/>
                                      </a:rPr>
                                    </m:ctrlPr>
                                  </m:sSubPr>
                                  <m:e>
                                    <m:r>
                                      <a:rPr lang="de-CH" b="1" i="1">
                                        <a:latin typeface="Cambria Math" panose="02040503050406030204" pitchFamily="18" charset="0"/>
                                        <a:ea typeface="Cambria Math" panose="02040503050406030204" pitchFamily="18" charset="0"/>
                                      </a:rPr>
                                      <m:t>𝜷</m:t>
                                    </m:r>
                                  </m:e>
                                  <m:sub>
                                    <m:r>
                                      <a:rPr lang="de-CH" b="1" i="1">
                                        <a:latin typeface="Cambria Math" panose="02040503050406030204" pitchFamily="18" charset="0"/>
                                      </a:rPr>
                                      <m:t>𝟎</m:t>
                                    </m:r>
                                  </m:sub>
                                </m:sSub>
                              </m:e>
                            </m:mr>
                            <m:mr>
                              <m:e>
                                <m:sSub>
                                  <m:sSubPr>
                                    <m:ctrlPr>
                                      <a:rPr lang="de-CH" b="1" i="1">
                                        <a:latin typeface="Cambria Math" panose="02040503050406030204" pitchFamily="18" charset="0"/>
                                      </a:rPr>
                                    </m:ctrlPr>
                                  </m:sSubPr>
                                  <m:e>
                                    <m:r>
                                      <a:rPr lang="de-CH" b="1" i="1">
                                        <a:latin typeface="Cambria Math" panose="02040503050406030204" pitchFamily="18" charset="0"/>
                                        <a:ea typeface="Cambria Math" panose="02040503050406030204" pitchFamily="18" charset="0"/>
                                      </a:rPr>
                                      <m:t>𝜷</m:t>
                                    </m:r>
                                  </m:e>
                                  <m:sub>
                                    <m:r>
                                      <a:rPr lang="de-CH" b="1" i="1">
                                        <a:latin typeface="Cambria Math" panose="02040503050406030204" pitchFamily="18" charset="0"/>
                                        <a:ea typeface="Cambria Math" panose="02040503050406030204" pitchFamily="18" charset="0"/>
                                      </a:rPr>
                                      <m:t>𝟏</m:t>
                                    </m:r>
                                  </m:sub>
                                </m:sSub>
                              </m:e>
                            </m:mr>
                            <m:mr>
                              <m:e>
                                <m:sSub>
                                  <m:sSubPr>
                                    <m:ctrlPr>
                                      <a:rPr lang="de-CH" b="1" i="1">
                                        <a:latin typeface="Cambria Math" panose="02040503050406030204" pitchFamily="18" charset="0"/>
                                      </a:rPr>
                                    </m:ctrlPr>
                                  </m:sSubPr>
                                  <m:e>
                                    <m:r>
                                      <a:rPr lang="de-CH" b="1" i="1">
                                        <a:latin typeface="Cambria Math" panose="02040503050406030204" pitchFamily="18" charset="0"/>
                                        <a:ea typeface="Cambria Math" panose="02040503050406030204" pitchFamily="18" charset="0"/>
                                      </a:rPr>
                                      <m:t>𝜷</m:t>
                                    </m:r>
                                  </m:e>
                                  <m:sub>
                                    <m:r>
                                      <a:rPr lang="de-CH" b="1" i="1">
                                        <a:latin typeface="Cambria Math" panose="02040503050406030204" pitchFamily="18" charset="0"/>
                                        <a:ea typeface="Cambria Math" panose="02040503050406030204" pitchFamily="18" charset="0"/>
                                      </a:rPr>
                                      <m:t>𝟐</m:t>
                                    </m:r>
                                  </m:sub>
                                </m:sSub>
                              </m:e>
                            </m:mr>
                          </m:m>
                        </m:e>
                      </m:d>
                    </m:oMath>
                  </m:oMathPara>
                </a14:m>
                <a:endParaRPr lang="en-GB" dirty="0"/>
              </a:p>
            </p:txBody>
          </p:sp>
        </mc:Choice>
        <mc:Fallback xmlns="">
          <p:sp>
            <p:nvSpPr>
              <p:cNvPr id="50" name="TextBox 49">
                <a:extLst>
                  <a:ext uri="{FF2B5EF4-FFF2-40B4-BE49-F238E27FC236}">
                    <a16:creationId xmlns:a16="http://schemas.microsoft.com/office/drawing/2014/main" id="{54389365-6B22-3B02-EF1E-4C8B306A3F20}"/>
                  </a:ext>
                </a:extLst>
              </p:cNvPr>
              <p:cNvSpPr txBox="1">
                <a:spLocks noRot="1" noChangeAspect="1" noMove="1" noResize="1" noEditPoints="1" noAdjustHandles="1" noChangeArrowheads="1" noChangeShapeType="1" noTextEdit="1"/>
              </p:cNvSpPr>
              <p:nvPr/>
            </p:nvSpPr>
            <p:spPr>
              <a:xfrm>
                <a:off x="604159" y="1545293"/>
                <a:ext cx="4572000" cy="761170"/>
              </a:xfrm>
              <a:prstGeom prst="rect">
                <a:avLst/>
              </a:prstGeom>
              <a:blipFill>
                <a:blip r:embed="rId11"/>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E408976C-A5AB-A335-2BB6-CC88935C2C5B}"/>
                  </a:ext>
                </a:extLst>
              </p:cNvPr>
              <p:cNvSpPr txBox="1"/>
              <p:nvPr/>
            </p:nvSpPr>
            <p:spPr>
              <a:xfrm>
                <a:off x="5344985" y="1789385"/>
                <a:ext cx="729313" cy="300082"/>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de-CH" b="1" i="1" smtClean="0">
                          <a:solidFill>
                            <a:schemeClr val="tx1"/>
                          </a:solidFill>
                          <a:latin typeface="Cambria Math" panose="02040503050406030204" pitchFamily="18" charset="0"/>
                        </a:rPr>
                        <m:t>𝒀</m:t>
                      </m:r>
                    </m:oMath>
                  </m:oMathPara>
                </a14:m>
                <a:endParaRPr lang="en-GB" dirty="0"/>
              </a:p>
            </p:txBody>
          </p:sp>
        </mc:Choice>
        <mc:Fallback xmlns="">
          <p:sp>
            <p:nvSpPr>
              <p:cNvPr id="51" name="TextBox 50">
                <a:extLst>
                  <a:ext uri="{FF2B5EF4-FFF2-40B4-BE49-F238E27FC236}">
                    <a16:creationId xmlns:a16="http://schemas.microsoft.com/office/drawing/2014/main" id="{E408976C-A5AB-A335-2BB6-CC88935C2C5B}"/>
                  </a:ext>
                </a:extLst>
              </p:cNvPr>
              <p:cNvSpPr txBox="1">
                <a:spLocks noRot="1" noChangeAspect="1" noMove="1" noResize="1" noEditPoints="1" noAdjustHandles="1" noChangeArrowheads="1" noChangeShapeType="1" noTextEdit="1"/>
              </p:cNvSpPr>
              <p:nvPr/>
            </p:nvSpPr>
            <p:spPr>
              <a:xfrm>
                <a:off x="5344985" y="1789385"/>
                <a:ext cx="729313" cy="300082"/>
              </a:xfrm>
              <a:prstGeom prst="rect">
                <a:avLst/>
              </a:prstGeom>
              <a:blipFill>
                <a:blip r:embed="rId12"/>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24447903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D54915-0A16-28B1-75B8-B017185D1A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F8B111-C759-8C05-A301-5D6A24D4982E}"/>
              </a:ext>
            </a:extLst>
          </p:cNvPr>
          <p:cNvSpPr>
            <a:spLocks noGrp="1"/>
          </p:cNvSpPr>
          <p:nvPr>
            <p:ph type="title"/>
          </p:nvPr>
        </p:nvSpPr>
        <p:spPr/>
        <p:txBody>
          <a:bodyPr/>
          <a:lstStyle/>
          <a:p>
            <a:r>
              <a:rPr lang="de-CH" dirty="0"/>
              <a:t>Why do </a:t>
            </a:r>
            <a:r>
              <a:rPr lang="de-CH" dirty="0" err="1"/>
              <a:t>we</a:t>
            </a:r>
            <a:r>
              <a:rPr lang="de-CH" dirty="0"/>
              <a:t> </a:t>
            </a:r>
            <a:r>
              <a:rPr lang="de-CH" dirty="0" err="1"/>
              <a:t>need</a:t>
            </a:r>
            <a:r>
              <a:rPr lang="de-CH" dirty="0"/>
              <a:t> ML?</a:t>
            </a:r>
            <a:endParaRPr lang="en-GB" dirty="0"/>
          </a:p>
        </p:txBody>
      </p:sp>
      <p:sp>
        <p:nvSpPr>
          <p:cNvPr id="4" name="Slide Number Placeholder 3">
            <a:extLst>
              <a:ext uri="{FF2B5EF4-FFF2-40B4-BE49-F238E27FC236}">
                <a16:creationId xmlns:a16="http://schemas.microsoft.com/office/drawing/2014/main" id="{A986AB03-C307-0A07-D053-8EF5108DA3F5}"/>
              </a:ext>
            </a:extLst>
          </p:cNvPr>
          <p:cNvSpPr>
            <a:spLocks noGrp="1"/>
          </p:cNvSpPr>
          <p:nvPr>
            <p:ph type="sldNum" sz="quarter" idx="12"/>
          </p:nvPr>
        </p:nvSpPr>
        <p:spPr/>
        <p:txBody>
          <a:bodyPr/>
          <a:lstStyle/>
          <a:p>
            <a:fld id="{7559FC98-AF75-4A00-A03C-DF9FEBF6BCB9}" type="slidenum">
              <a:rPr lang="en-GB" smtClean="0"/>
              <a:pPr/>
              <a:t>9</a:t>
            </a:fld>
            <a:endParaRPr lang="en-GB"/>
          </a:p>
        </p:txBody>
      </p:sp>
      <p:sp>
        <p:nvSpPr>
          <p:cNvPr id="5" name="Text Placeholder 4">
            <a:extLst>
              <a:ext uri="{FF2B5EF4-FFF2-40B4-BE49-F238E27FC236}">
                <a16:creationId xmlns:a16="http://schemas.microsoft.com/office/drawing/2014/main" id="{D6FE6019-3EDB-44F3-1C3D-C8F4B31E5291}"/>
              </a:ext>
            </a:extLst>
          </p:cNvPr>
          <p:cNvSpPr>
            <a:spLocks noGrp="1"/>
          </p:cNvSpPr>
          <p:nvPr>
            <p:ph type="body" sz="quarter" idx="10"/>
          </p:nvPr>
        </p:nvSpPr>
        <p:spPr/>
        <p:txBody>
          <a:bodyPr/>
          <a:lstStyle/>
          <a:p>
            <a:r>
              <a:rPr lang="de-CH" dirty="0" err="1"/>
              <a:t>Machine</a:t>
            </a:r>
            <a:r>
              <a:rPr lang="de-CH" dirty="0"/>
              <a:t> Learning</a:t>
            </a:r>
            <a:endParaRPr lang="en-GB" dirty="0"/>
          </a:p>
        </p:txBody>
      </p:sp>
      <p:sp>
        <p:nvSpPr>
          <p:cNvPr id="6" name="Text Placeholder 5">
            <a:extLst>
              <a:ext uri="{FF2B5EF4-FFF2-40B4-BE49-F238E27FC236}">
                <a16:creationId xmlns:a16="http://schemas.microsoft.com/office/drawing/2014/main" id="{0511CEC2-721D-7D8D-4445-A1661170FD75}"/>
              </a:ext>
            </a:extLst>
          </p:cNvPr>
          <p:cNvSpPr>
            <a:spLocks noGrp="1"/>
          </p:cNvSpPr>
          <p:nvPr>
            <p:ph type="body" sz="quarter" idx="15"/>
          </p:nvPr>
        </p:nvSpPr>
        <p:spPr/>
        <p:txBody>
          <a:bodyPr>
            <a:normAutofit fontScale="92500" lnSpcReduction="20000"/>
          </a:bodyPr>
          <a:lstStyle/>
          <a:p>
            <a:r>
              <a:rPr lang="de-CH" dirty="0"/>
              <a:t>Instead of </a:t>
            </a:r>
            <a:r>
              <a:rPr lang="de-CH" dirty="0" err="1"/>
              <a:t>defining</a:t>
            </a:r>
            <a:r>
              <a:rPr lang="de-CH" dirty="0"/>
              <a:t> </a:t>
            </a:r>
            <a:r>
              <a:rPr lang="de-CH" dirty="0" err="1"/>
              <a:t>the</a:t>
            </a:r>
            <a:r>
              <a:rPr lang="de-CH" dirty="0"/>
              <a:t> </a:t>
            </a:r>
            <a:r>
              <a:rPr lang="de-CH" dirty="0" err="1"/>
              <a:t>relationship</a:t>
            </a:r>
            <a:r>
              <a:rPr lang="de-CH" dirty="0"/>
              <a:t> </a:t>
            </a:r>
            <a:r>
              <a:rPr lang="de-CH" dirty="0" err="1"/>
              <a:t>between</a:t>
            </a:r>
            <a:r>
              <a:rPr lang="de-CH" dirty="0"/>
              <a:t> </a:t>
            </a:r>
            <a:r>
              <a:rPr lang="de-CH" dirty="0" err="1"/>
              <a:t>the</a:t>
            </a:r>
            <a:r>
              <a:rPr lang="de-CH" dirty="0"/>
              <a:t> </a:t>
            </a:r>
            <a:r>
              <a:rPr lang="de-CH" dirty="0" err="1"/>
              <a:t>observed</a:t>
            </a:r>
            <a:r>
              <a:rPr lang="de-CH" dirty="0"/>
              <a:t> </a:t>
            </a:r>
            <a:r>
              <a:rPr lang="de-CH" dirty="0" err="1"/>
              <a:t>data</a:t>
            </a:r>
            <a:r>
              <a:rPr lang="de-CH" dirty="0"/>
              <a:t> and </a:t>
            </a:r>
            <a:r>
              <a:rPr lang="de-CH" dirty="0" err="1"/>
              <a:t>the</a:t>
            </a:r>
            <a:r>
              <a:rPr lang="de-CH" dirty="0"/>
              <a:t> </a:t>
            </a:r>
            <a:r>
              <a:rPr lang="de-CH" dirty="0" err="1"/>
              <a:t>target</a:t>
            </a:r>
            <a:r>
              <a:rPr lang="de-CH" dirty="0"/>
              <a:t> </a:t>
            </a:r>
            <a:r>
              <a:rPr lang="de-CH" dirty="0" err="1"/>
              <a:t>categories</a:t>
            </a:r>
            <a:r>
              <a:rPr lang="de-CH" dirty="0"/>
              <a:t> </a:t>
            </a:r>
            <a:r>
              <a:rPr lang="de-CH" dirty="0" err="1"/>
              <a:t>manually</a:t>
            </a:r>
            <a:r>
              <a:rPr lang="de-CH" dirty="0"/>
              <a:t> (</a:t>
            </a:r>
            <a:r>
              <a:rPr lang="de-CH" dirty="0" err="1"/>
              <a:t>too</a:t>
            </a:r>
            <a:r>
              <a:rPr lang="de-CH" dirty="0"/>
              <a:t> </a:t>
            </a:r>
            <a:r>
              <a:rPr lang="de-CH" dirty="0" err="1"/>
              <a:t>complex</a:t>
            </a:r>
            <a:r>
              <a:rPr lang="de-CH" dirty="0"/>
              <a:t>), </a:t>
            </a:r>
            <a:r>
              <a:rPr lang="de-CH" dirty="0" err="1"/>
              <a:t>we</a:t>
            </a:r>
            <a:r>
              <a:rPr lang="de-CH" dirty="0"/>
              <a:t> </a:t>
            </a:r>
            <a:r>
              <a:rPr lang="de-CH" dirty="0" err="1"/>
              <a:t>want</a:t>
            </a:r>
            <a:r>
              <a:rPr lang="de-CH" dirty="0"/>
              <a:t> </a:t>
            </a:r>
            <a:r>
              <a:rPr lang="de-CH" dirty="0" err="1"/>
              <a:t>our</a:t>
            </a:r>
            <a:r>
              <a:rPr lang="de-CH" dirty="0"/>
              <a:t> </a:t>
            </a:r>
            <a:r>
              <a:rPr lang="de-CH" dirty="0" err="1"/>
              <a:t>model</a:t>
            </a:r>
            <a:r>
              <a:rPr lang="de-CH" dirty="0"/>
              <a:t> to </a:t>
            </a:r>
            <a:r>
              <a:rPr lang="de-CH" dirty="0" err="1"/>
              <a:t>learn</a:t>
            </a:r>
            <a:r>
              <a:rPr lang="de-CH" dirty="0"/>
              <a:t> </a:t>
            </a:r>
            <a:r>
              <a:rPr lang="de-CH" dirty="0" err="1"/>
              <a:t>this</a:t>
            </a:r>
            <a:r>
              <a:rPr lang="de-CH" dirty="0"/>
              <a:t> </a:t>
            </a:r>
            <a:r>
              <a:rPr lang="de-CH" dirty="0" err="1"/>
              <a:t>mapping</a:t>
            </a:r>
            <a:r>
              <a:rPr lang="de-CH" dirty="0"/>
              <a:t> </a:t>
            </a:r>
            <a:r>
              <a:rPr lang="de-CH" dirty="0" err="1"/>
              <a:t>automatically</a:t>
            </a:r>
            <a:r>
              <a:rPr lang="de-CH" dirty="0"/>
              <a:t> </a:t>
            </a:r>
            <a:r>
              <a:rPr lang="de-CH" dirty="0" err="1"/>
              <a:t>from</a:t>
            </a:r>
            <a:r>
              <a:rPr lang="de-CH" dirty="0"/>
              <a:t> </a:t>
            </a:r>
            <a:r>
              <a:rPr lang="de-CH" dirty="0" err="1"/>
              <a:t>the</a:t>
            </a:r>
            <a:r>
              <a:rPr lang="de-CH" dirty="0"/>
              <a:t> </a:t>
            </a:r>
            <a:r>
              <a:rPr lang="de-CH" dirty="0" err="1"/>
              <a:t>data</a:t>
            </a:r>
            <a:r>
              <a:rPr lang="de-CH" dirty="0"/>
              <a:t>. There will </a:t>
            </a:r>
            <a:r>
              <a:rPr lang="de-CH" dirty="0" err="1"/>
              <a:t>be</a:t>
            </a:r>
            <a:r>
              <a:rPr lang="de-CH" dirty="0"/>
              <a:t> </a:t>
            </a:r>
            <a:r>
              <a:rPr lang="de-CH" dirty="0" err="1"/>
              <a:t>more</a:t>
            </a:r>
            <a:r>
              <a:rPr lang="de-CH" dirty="0"/>
              <a:t> </a:t>
            </a:r>
            <a:r>
              <a:rPr lang="de-CH" dirty="0" err="1"/>
              <a:t>details</a:t>
            </a:r>
            <a:r>
              <a:rPr lang="de-CH" dirty="0"/>
              <a:t> on ML in </a:t>
            </a:r>
            <a:r>
              <a:rPr lang="de-CH" dirty="0" err="1"/>
              <a:t>future</a:t>
            </a:r>
            <a:r>
              <a:rPr lang="de-CH" dirty="0"/>
              <a:t> </a:t>
            </a:r>
            <a:r>
              <a:rPr lang="de-CH" dirty="0" err="1"/>
              <a:t>lectures</a:t>
            </a:r>
            <a:r>
              <a:rPr lang="de-CH" dirty="0"/>
              <a:t>, but you </a:t>
            </a:r>
            <a:r>
              <a:rPr lang="de-CH" dirty="0" err="1"/>
              <a:t>need</a:t>
            </a:r>
            <a:r>
              <a:rPr lang="de-CH" dirty="0"/>
              <a:t> a </a:t>
            </a:r>
            <a:r>
              <a:rPr lang="de-CH" dirty="0" err="1"/>
              <a:t>basic</a:t>
            </a:r>
            <a:r>
              <a:rPr lang="de-CH" dirty="0"/>
              <a:t> </a:t>
            </a:r>
            <a:r>
              <a:rPr lang="de-CH" dirty="0" err="1"/>
              <a:t>understanding</a:t>
            </a:r>
            <a:r>
              <a:rPr lang="de-CH" dirty="0"/>
              <a:t> to </a:t>
            </a:r>
            <a:r>
              <a:rPr lang="de-CH" dirty="0" err="1"/>
              <a:t>figure</a:t>
            </a:r>
            <a:r>
              <a:rPr lang="de-CH" dirty="0"/>
              <a:t> out </a:t>
            </a:r>
            <a:r>
              <a:rPr lang="de-CH" b="1" dirty="0"/>
              <a:t>what </a:t>
            </a:r>
            <a:r>
              <a:rPr lang="de-CH" b="1" dirty="0" err="1"/>
              <a:t>data</a:t>
            </a:r>
            <a:r>
              <a:rPr lang="de-CH" b="1" dirty="0"/>
              <a:t> you </a:t>
            </a:r>
            <a:r>
              <a:rPr lang="de-CH" b="1" dirty="0" err="1"/>
              <a:t>need</a:t>
            </a:r>
            <a:r>
              <a:rPr lang="de-CH" b="1" dirty="0"/>
              <a:t> for your </a:t>
            </a:r>
            <a:r>
              <a:rPr lang="de-CH" b="1" dirty="0" err="1"/>
              <a:t>project</a:t>
            </a:r>
            <a:r>
              <a:rPr lang="de-CH" dirty="0"/>
              <a:t>.</a:t>
            </a:r>
            <a:endParaRPr lang="en-GB" i="1" dirty="0"/>
          </a:p>
        </p:txBody>
      </p:sp>
      <p:sp>
        <p:nvSpPr>
          <p:cNvPr id="8" name="Rectangle 7">
            <a:extLst>
              <a:ext uri="{FF2B5EF4-FFF2-40B4-BE49-F238E27FC236}">
                <a16:creationId xmlns:a16="http://schemas.microsoft.com/office/drawing/2014/main" id="{661993A9-0F01-E244-7428-A5EAA0365021}"/>
              </a:ext>
            </a:extLst>
          </p:cNvPr>
          <p:cNvSpPr/>
          <p:nvPr/>
        </p:nvSpPr>
        <p:spPr>
          <a:xfrm>
            <a:off x="358775" y="1113182"/>
            <a:ext cx="2083858" cy="54054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CH" dirty="0"/>
              <a:t>Input Variables (</a:t>
            </a:r>
            <a:r>
              <a:rPr lang="de-CH" dirty="0" err="1"/>
              <a:t>features</a:t>
            </a:r>
            <a:r>
              <a:rPr lang="de-CH" dirty="0"/>
              <a:t>)</a:t>
            </a:r>
            <a:endParaRPr lang="en-GB" dirty="0"/>
          </a:p>
        </p:txBody>
      </p:sp>
      <p:sp>
        <p:nvSpPr>
          <p:cNvPr id="12" name="Rectangle 11">
            <a:extLst>
              <a:ext uri="{FF2B5EF4-FFF2-40B4-BE49-F238E27FC236}">
                <a16:creationId xmlns:a16="http://schemas.microsoft.com/office/drawing/2014/main" id="{B9680C80-006B-0171-5DD9-636CE4BACDDE}"/>
              </a:ext>
            </a:extLst>
          </p:cNvPr>
          <p:cNvSpPr/>
          <p:nvPr/>
        </p:nvSpPr>
        <p:spPr>
          <a:xfrm>
            <a:off x="3303519" y="1113182"/>
            <a:ext cx="2083858" cy="54054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CH" dirty="0"/>
              <a:t>Output variable</a:t>
            </a:r>
            <a:endParaRPr lang="en-GB" dirty="0"/>
          </a:p>
        </p:txBody>
      </p:sp>
      <p:sp>
        <p:nvSpPr>
          <p:cNvPr id="13" name="Arrow: Right 12">
            <a:extLst>
              <a:ext uri="{FF2B5EF4-FFF2-40B4-BE49-F238E27FC236}">
                <a16:creationId xmlns:a16="http://schemas.microsoft.com/office/drawing/2014/main" id="{8CD0316C-6BB0-24CD-0E30-7E56F9668996}"/>
              </a:ext>
            </a:extLst>
          </p:cNvPr>
          <p:cNvSpPr/>
          <p:nvPr/>
        </p:nvSpPr>
        <p:spPr>
          <a:xfrm>
            <a:off x="2632328" y="2258563"/>
            <a:ext cx="481495" cy="89771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CH" b="1" dirty="0"/>
              <a:t>f</a:t>
            </a:r>
            <a:endParaRPr lang="en-GB" b="1" dirty="0"/>
          </a:p>
        </p:txBody>
      </p:sp>
      <mc:AlternateContent xmlns:mc="http://schemas.openxmlformats.org/markup-compatibility/2006" xmlns:a14="http://schemas.microsoft.com/office/drawing/2010/main">
        <mc:Choice Requires="a14">
          <p:sp>
            <p:nvSpPr>
              <p:cNvPr id="14" name="Rectangle 13">
                <a:extLst>
                  <a:ext uri="{FF2B5EF4-FFF2-40B4-BE49-F238E27FC236}">
                    <a16:creationId xmlns:a16="http://schemas.microsoft.com/office/drawing/2014/main" id="{803104E3-6EC3-A92B-55C4-2E30F55ADD8B}"/>
                  </a:ext>
                </a:extLst>
              </p:cNvPr>
              <p:cNvSpPr/>
              <p:nvPr/>
            </p:nvSpPr>
            <p:spPr>
              <a:xfrm>
                <a:off x="3303519" y="2443953"/>
                <a:ext cx="2083858" cy="54054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de-CH" b="1" i="1" smtClean="0">
                          <a:solidFill>
                            <a:schemeClr val="tx1"/>
                          </a:solidFill>
                          <a:latin typeface="Cambria Math" panose="02040503050406030204" pitchFamily="18" charset="0"/>
                        </a:rPr>
                        <m:t>𝒀</m:t>
                      </m:r>
                    </m:oMath>
                  </m:oMathPara>
                </a14:m>
                <a:endParaRPr lang="en-GB" dirty="0"/>
              </a:p>
            </p:txBody>
          </p:sp>
        </mc:Choice>
        <mc:Fallback xmlns="">
          <p:sp>
            <p:nvSpPr>
              <p:cNvPr id="14" name="Rectangle 13">
                <a:extLst>
                  <a:ext uri="{FF2B5EF4-FFF2-40B4-BE49-F238E27FC236}">
                    <a16:creationId xmlns:a16="http://schemas.microsoft.com/office/drawing/2014/main" id="{803104E3-6EC3-A92B-55C4-2E30F55ADD8B}"/>
                  </a:ext>
                </a:extLst>
              </p:cNvPr>
              <p:cNvSpPr>
                <a:spLocks noRot="1" noChangeAspect="1" noMove="1" noResize="1" noEditPoints="1" noAdjustHandles="1" noChangeArrowheads="1" noChangeShapeType="1" noTextEdit="1"/>
              </p:cNvSpPr>
              <p:nvPr/>
            </p:nvSpPr>
            <p:spPr>
              <a:xfrm>
                <a:off x="3303519" y="2443953"/>
                <a:ext cx="2083858" cy="540544"/>
              </a:xfrm>
              <a:prstGeom prst="rect">
                <a:avLst/>
              </a:prstGeom>
              <a:blipFill>
                <a:blip r:embed="rId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5" name="Rectangle 44">
                <a:extLst>
                  <a:ext uri="{FF2B5EF4-FFF2-40B4-BE49-F238E27FC236}">
                    <a16:creationId xmlns:a16="http://schemas.microsoft.com/office/drawing/2014/main" id="{C1C8F803-35DF-D443-3373-7D7149757A2D}"/>
                  </a:ext>
                </a:extLst>
              </p:cNvPr>
              <p:cNvSpPr/>
              <p:nvPr/>
            </p:nvSpPr>
            <p:spPr>
              <a:xfrm>
                <a:off x="358775" y="1832631"/>
                <a:ext cx="2083858" cy="17657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de-CH" b="1" i="1" smtClean="0">
                          <a:solidFill>
                            <a:schemeClr val="tx1"/>
                          </a:solidFill>
                          <a:latin typeface="Cambria Math" panose="02040503050406030204" pitchFamily="18" charset="0"/>
                        </a:rPr>
                        <m:t>𝑿</m:t>
                      </m:r>
                    </m:oMath>
                  </m:oMathPara>
                </a14:m>
                <a:endParaRPr lang="en-GB" dirty="0"/>
              </a:p>
            </p:txBody>
          </p:sp>
        </mc:Choice>
        <mc:Fallback xmlns="">
          <p:sp>
            <p:nvSpPr>
              <p:cNvPr id="45" name="Rectangle 44">
                <a:extLst>
                  <a:ext uri="{FF2B5EF4-FFF2-40B4-BE49-F238E27FC236}">
                    <a16:creationId xmlns:a16="http://schemas.microsoft.com/office/drawing/2014/main" id="{C1C8F803-35DF-D443-3373-7D7149757A2D}"/>
                  </a:ext>
                </a:extLst>
              </p:cNvPr>
              <p:cNvSpPr>
                <a:spLocks noRot="1" noChangeAspect="1" noMove="1" noResize="1" noEditPoints="1" noAdjustHandles="1" noChangeArrowheads="1" noChangeShapeType="1" noTextEdit="1"/>
              </p:cNvSpPr>
              <p:nvPr/>
            </p:nvSpPr>
            <p:spPr>
              <a:xfrm>
                <a:off x="358775" y="1832631"/>
                <a:ext cx="2083858" cy="1765700"/>
              </a:xfrm>
              <a:prstGeom prst="rect">
                <a:avLst/>
              </a:prstGeom>
              <a:blipFill>
                <a:blip r:embed="rId3"/>
                <a:stretch>
                  <a:fillRect/>
                </a:stretch>
              </a:blipFill>
            </p:spPr>
            <p:txBody>
              <a:bodyPr/>
              <a:lstStyle/>
              <a:p>
                <a:r>
                  <a:rPr lang="en-GB">
                    <a:noFill/>
                  </a:rPr>
                  <a:t> </a:t>
                </a:r>
              </a:p>
            </p:txBody>
          </p:sp>
        </mc:Fallback>
      </mc:AlternateContent>
      <p:sp>
        <p:nvSpPr>
          <p:cNvPr id="46" name="TextBox 45">
            <a:extLst>
              <a:ext uri="{FF2B5EF4-FFF2-40B4-BE49-F238E27FC236}">
                <a16:creationId xmlns:a16="http://schemas.microsoft.com/office/drawing/2014/main" id="{34211041-EECD-038E-53EA-1BB912AD0B40}"/>
              </a:ext>
            </a:extLst>
          </p:cNvPr>
          <p:cNvSpPr txBox="1"/>
          <p:nvPr/>
        </p:nvSpPr>
        <p:spPr>
          <a:xfrm>
            <a:off x="5562597" y="834007"/>
            <a:ext cx="3412323" cy="3000821"/>
          </a:xfrm>
          <a:prstGeom prst="rect">
            <a:avLst/>
          </a:prstGeom>
          <a:noFill/>
        </p:spPr>
        <p:txBody>
          <a:bodyPr wrap="square">
            <a:spAutoFit/>
          </a:bodyPr>
          <a:lstStyle/>
          <a:p>
            <a:pPr marL="180975" indent="-180975">
              <a:buFont typeface="Wingdings" panose="05000000000000000000" pitchFamily="2" charset="2"/>
              <a:buChar char="§"/>
            </a:pPr>
            <a:r>
              <a:rPr lang="en-GB" dirty="0"/>
              <a:t>The computer can use many, many different </a:t>
            </a:r>
            <a:r>
              <a:rPr lang="en-GB" b="1" dirty="0"/>
              <a:t>input variables </a:t>
            </a:r>
            <a:r>
              <a:rPr lang="en-GB" dirty="0"/>
              <a:t>(e.g., weight, trainings / week, eye-colour, …) and identifies patterns (=</a:t>
            </a:r>
            <a:r>
              <a:rPr lang="en-GB" b="1" dirty="0"/>
              <a:t>learning</a:t>
            </a:r>
            <a:r>
              <a:rPr lang="en-GB" dirty="0"/>
              <a:t>) that we might not even have anticipated (maybe red-eyed people run hellishly fast).</a:t>
            </a:r>
          </a:p>
          <a:p>
            <a:pPr marL="180975" indent="-180975">
              <a:buFont typeface="Wingdings" panose="05000000000000000000" pitchFamily="2" charset="2"/>
              <a:buChar char="§"/>
            </a:pPr>
            <a:r>
              <a:rPr lang="en-GB" dirty="0"/>
              <a:t>This has the advantage, that we </a:t>
            </a:r>
            <a:r>
              <a:rPr lang="en-GB" b="1" dirty="0"/>
              <a:t>don’t need to explicitly model </a:t>
            </a:r>
            <a:r>
              <a:rPr lang="en-GB" dirty="0"/>
              <a:t>the structure    </a:t>
            </a:r>
          </a:p>
          <a:p>
            <a:pPr marL="180975"/>
            <a:r>
              <a:rPr lang="en-GB" dirty="0"/>
              <a:t>    of the relationship. We only need to give the input and output data to our machine and let it find the patterns  ?      </a:t>
            </a:r>
            <a:r>
              <a:rPr lang="en-GB" b="1" dirty="0"/>
              <a:t>(</a:t>
            </a:r>
            <a:r>
              <a:rPr lang="en-GB" dirty="0"/>
              <a:t>=</a:t>
            </a:r>
            <a:r>
              <a:rPr lang="en-GB" b="1" dirty="0"/>
              <a:t>train).</a:t>
            </a:r>
          </a:p>
          <a:p>
            <a:pPr marL="180975" indent="-180975">
              <a:buFont typeface="Wingdings" panose="05000000000000000000" pitchFamily="2" charset="2"/>
              <a:buChar char="§"/>
            </a:pPr>
            <a:r>
              <a:rPr lang="en-GB" dirty="0"/>
              <a:t>After our model learned the patterns, we can pass a </a:t>
            </a:r>
            <a:r>
              <a:rPr lang="en-GB" b="1" dirty="0"/>
              <a:t>new data point </a:t>
            </a:r>
            <a:r>
              <a:rPr lang="en-GB" dirty="0"/>
              <a:t>and the machine can infer the </a:t>
            </a:r>
            <a:r>
              <a:rPr lang="en-GB" dirty="0" err="1"/>
              <a:t>ouput</a:t>
            </a:r>
            <a:r>
              <a:rPr lang="en-GB" dirty="0"/>
              <a:t> for this point.</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A99AD4C5-D52E-859C-B4AB-CBEFDFEB8CE2}"/>
                  </a:ext>
                </a:extLst>
              </p:cNvPr>
              <p:cNvSpPr txBox="1"/>
              <p:nvPr/>
            </p:nvSpPr>
            <p:spPr>
              <a:xfrm>
                <a:off x="3089566" y="3315812"/>
                <a:ext cx="2511763" cy="317908"/>
              </a:xfrm>
              <a:prstGeom prst="rect">
                <a:avLst/>
              </a:prstGeom>
              <a:noFill/>
            </p:spPr>
            <p:txBody>
              <a:bodyPr wrap="square" rtlCol="0">
                <a:spAutoFit/>
              </a:bodyPr>
              <a:lstStyle/>
              <a:p>
                <a:pPr algn="ctr"/>
                <a14:m>
                  <m:oMath xmlns:m="http://schemas.openxmlformats.org/officeDocument/2006/math">
                    <m:acc>
                      <m:accPr>
                        <m:chr m:val="̂"/>
                        <m:ctrlPr>
                          <a:rPr lang="de-CH" b="1" i="1" smtClean="0">
                            <a:solidFill>
                              <a:schemeClr val="accent3">
                                <a:lumMod val="75000"/>
                              </a:schemeClr>
                            </a:solidFill>
                            <a:latin typeface="Cambria Math" panose="02040503050406030204" pitchFamily="18" charset="0"/>
                          </a:rPr>
                        </m:ctrlPr>
                      </m:accPr>
                      <m:e>
                        <m:r>
                          <a:rPr lang="de-CH" b="1" i="1" smtClean="0">
                            <a:solidFill>
                              <a:schemeClr val="accent3">
                                <a:lumMod val="75000"/>
                              </a:schemeClr>
                            </a:solidFill>
                            <a:latin typeface="Cambria Math" panose="02040503050406030204" pitchFamily="18" charset="0"/>
                          </a:rPr>
                          <m:t>𝒇</m:t>
                        </m:r>
                        <m:r>
                          <a:rPr lang="de-CH" b="1" i="1" smtClean="0">
                            <a:solidFill>
                              <a:schemeClr val="accent3">
                                <a:lumMod val="75000"/>
                              </a:schemeClr>
                            </a:solidFill>
                            <a:latin typeface="Cambria Math" panose="02040503050406030204" pitchFamily="18" charset="0"/>
                          </a:rPr>
                          <m:t>:</m:t>
                        </m:r>
                      </m:e>
                    </m:acc>
                  </m:oMath>
                </a14:m>
                <a:r>
                  <a:rPr lang="de-CH" b="1" i="1" dirty="0">
                    <a:solidFill>
                      <a:schemeClr val="accent3">
                        <a:lumMod val="75000"/>
                      </a:schemeClr>
                    </a:solidFill>
                    <a:latin typeface="Cambria Math" panose="02040503050406030204" pitchFamily="18" charset="0"/>
                  </a:rPr>
                  <a:t> </a:t>
                </a:r>
                <a14:m>
                  <m:oMath xmlns:m="http://schemas.openxmlformats.org/officeDocument/2006/math">
                    <m:r>
                      <a:rPr lang="de-CH" b="1" i="1" smtClean="0">
                        <a:solidFill>
                          <a:schemeClr val="accent3">
                            <a:lumMod val="75000"/>
                          </a:schemeClr>
                        </a:solidFill>
                        <a:latin typeface="Cambria Math" panose="02040503050406030204" pitchFamily="18" charset="0"/>
                      </a:rPr>
                      <m:t>𝒀</m:t>
                    </m:r>
                    <m:r>
                      <a:rPr lang="de-CH" b="1" i="1" smtClean="0">
                        <a:solidFill>
                          <a:schemeClr val="accent3">
                            <a:lumMod val="75000"/>
                          </a:schemeClr>
                        </a:solidFill>
                        <a:latin typeface="Cambria Math" panose="02040503050406030204" pitchFamily="18" charset="0"/>
                      </a:rPr>
                      <m:t>= ?     </m:t>
                    </m:r>
                    <m:r>
                      <a:rPr lang="de-CH" b="1" i="1" smtClean="0">
                        <a:solidFill>
                          <a:schemeClr val="accent3">
                            <a:lumMod val="75000"/>
                          </a:schemeClr>
                        </a:solidFill>
                        <a:latin typeface="Cambria Math" panose="02040503050406030204" pitchFamily="18" charset="0"/>
                        <a:ea typeface="Cambria Math" panose="02040503050406030204" pitchFamily="18" charset="0"/>
                      </a:rPr>
                      <m:t>𝑿</m:t>
                    </m:r>
                  </m:oMath>
                </a14:m>
                <a:endParaRPr lang="en-GB" b="1" dirty="0">
                  <a:solidFill>
                    <a:schemeClr val="accent3">
                      <a:lumMod val="75000"/>
                    </a:schemeClr>
                  </a:solidFill>
                </a:endParaRPr>
              </a:p>
            </p:txBody>
          </p:sp>
        </mc:Choice>
        <mc:Fallback xmlns="">
          <p:sp>
            <p:nvSpPr>
              <p:cNvPr id="3" name="TextBox 2">
                <a:extLst>
                  <a:ext uri="{FF2B5EF4-FFF2-40B4-BE49-F238E27FC236}">
                    <a16:creationId xmlns:a16="http://schemas.microsoft.com/office/drawing/2014/main" id="{A99AD4C5-D52E-859C-B4AB-CBEFDFEB8CE2}"/>
                  </a:ext>
                </a:extLst>
              </p:cNvPr>
              <p:cNvSpPr txBox="1">
                <a:spLocks noRot="1" noChangeAspect="1" noMove="1" noResize="1" noEditPoints="1" noAdjustHandles="1" noChangeArrowheads="1" noChangeShapeType="1" noTextEdit="1"/>
              </p:cNvSpPr>
              <p:nvPr/>
            </p:nvSpPr>
            <p:spPr>
              <a:xfrm>
                <a:off x="3089566" y="3315812"/>
                <a:ext cx="2511763" cy="317908"/>
              </a:xfrm>
              <a:prstGeom prst="rect">
                <a:avLst/>
              </a:prstGeom>
              <a:blipFill>
                <a:blip r:embed="rId4"/>
                <a:stretch>
                  <a:fillRect t="-1923" b="-5769"/>
                </a:stretch>
              </a:blipFill>
            </p:spPr>
            <p:txBody>
              <a:bodyPr/>
              <a:lstStyle/>
              <a:p>
                <a:r>
                  <a:rPr lang="en-GB">
                    <a:noFill/>
                  </a:rPr>
                  <a:t> </a:t>
                </a:r>
              </a:p>
            </p:txBody>
          </p:sp>
        </mc:Fallback>
      </mc:AlternateContent>
      <p:pic>
        <p:nvPicPr>
          <p:cNvPr id="15" name="Graphic 14" descr="Internet with solid fill">
            <a:extLst>
              <a:ext uri="{FF2B5EF4-FFF2-40B4-BE49-F238E27FC236}">
                <a16:creationId xmlns:a16="http://schemas.microsoft.com/office/drawing/2014/main" id="{264400FC-AF17-F2B3-8DA4-5992FFC3BB83}"/>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303519" y="3271555"/>
            <a:ext cx="408346" cy="408346"/>
          </a:xfrm>
          <a:prstGeom prst="rect">
            <a:avLst/>
          </a:prstGeom>
        </p:spPr>
      </p:pic>
      <p:pic>
        <p:nvPicPr>
          <p:cNvPr id="22" name="Graphic 21" descr="Badge New outline">
            <a:extLst>
              <a:ext uri="{FF2B5EF4-FFF2-40B4-BE49-F238E27FC236}">
                <a16:creationId xmlns:a16="http://schemas.microsoft.com/office/drawing/2014/main" id="{F92AF8E3-0D2D-BC52-67D6-6AAFD06360F8}"/>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500000" y="3406777"/>
            <a:ext cx="144000" cy="144000"/>
          </a:xfrm>
          <a:prstGeom prst="rect">
            <a:avLst/>
          </a:prstGeom>
        </p:spPr>
      </p:pic>
      <p:pic>
        <p:nvPicPr>
          <p:cNvPr id="23" name="Graphic 22" descr="Badge New outline">
            <a:extLst>
              <a:ext uri="{FF2B5EF4-FFF2-40B4-BE49-F238E27FC236}">
                <a16:creationId xmlns:a16="http://schemas.microsoft.com/office/drawing/2014/main" id="{51B1D5F2-6AE3-DE83-D502-2BB1B23D1787}"/>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5835099" y="2539354"/>
            <a:ext cx="180000" cy="180000"/>
          </a:xfrm>
          <a:prstGeom prst="rect">
            <a:avLst/>
          </a:prstGeom>
        </p:spPr>
      </p:pic>
      <p:pic>
        <p:nvPicPr>
          <p:cNvPr id="25" name="Graphic 24" descr="Badge New outline">
            <a:extLst>
              <a:ext uri="{FF2B5EF4-FFF2-40B4-BE49-F238E27FC236}">
                <a16:creationId xmlns:a16="http://schemas.microsoft.com/office/drawing/2014/main" id="{A61F0199-0E71-8389-724F-E84972C708C5}"/>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804268" y="2944417"/>
            <a:ext cx="180000" cy="180000"/>
          </a:xfrm>
          <a:prstGeom prst="rect">
            <a:avLst/>
          </a:prstGeom>
        </p:spPr>
      </p:pic>
      <p:sp>
        <p:nvSpPr>
          <p:cNvPr id="9" name="Content Placeholder 8">
            <a:extLst>
              <a:ext uri="{FF2B5EF4-FFF2-40B4-BE49-F238E27FC236}">
                <a16:creationId xmlns:a16="http://schemas.microsoft.com/office/drawing/2014/main" id="{0799F8D6-1570-9C56-8837-29D1535216EC}"/>
              </a:ext>
            </a:extLst>
          </p:cNvPr>
          <p:cNvSpPr>
            <a:spLocks noGrp="1"/>
          </p:cNvSpPr>
          <p:nvPr>
            <p:ph sz="quarter" idx="17"/>
          </p:nvPr>
        </p:nvSpPr>
        <p:spPr/>
        <p:txBody>
          <a:bodyPr/>
          <a:lstStyle/>
          <a:p>
            <a:endParaRPr lang="en-GB"/>
          </a:p>
        </p:txBody>
      </p:sp>
    </p:spTree>
    <p:extLst>
      <p:ext uri="{BB962C8B-B14F-4D97-AF65-F5344CB8AC3E}">
        <p14:creationId xmlns:p14="http://schemas.microsoft.com/office/powerpoint/2010/main" val="32882692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2FAA2E-4088-9D74-097A-25442CC08A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E24080-6364-B57A-9890-9449025BAE94}"/>
              </a:ext>
            </a:extLst>
          </p:cNvPr>
          <p:cNvSpPr>
            <a:spLocks noGrp="1"/>
          </p:cNvSpPr>
          <p:nvPr>
            <p:ph type="title"/>
          </p:nvPr>
        </p:nvSpPr>
        <p:spPr/>
        <p:txBody>
          <a:bodyPr/>
          <a:lstStyle/>
          <a:p>
            <a:r>
              <a:rPr lang="de-CH" dirty="0"/>
              <a:t>What </a:t>
            </a:r>
            <a:r>
              <a:rPr lang="de-CH" dirty="0" err="1"/>
              <a:t>data</a:t>
            </a:r>
            <a:r>
              <a:rPr lang="de-CH" dirty="0"/>
              <a:t> do you </a:t>
            </a:r>
            <a:r>
              <a:rPr lang="de-CH" dirty="0" err="1"/>
              <a:t>need</a:t>
            </a:r>
            <a:r>
              <a:rPr lang="de-CH" dirty="0"/>
              <a:t>?</a:t>
            </a:r>
            <a:endParaRPr lang="en-GB" dirty="0"/>
          </a:p>
        </p:txBody>
      </p:sp>
      <p:graphicFrame>
        <p:nvGraphicFramePr>
          <p:cNvPr id="14" name="Content Placeholder 13">
            <a:extLst>
              <a:ext uri="{FF2B5EF4-FFF2-40B4-BE49-F238E27FC236}">
                <a16:creationId xmlns:a16="http://schemas.microsoft.com/office/drawing/2014/main" id="{7D385DAC-4D75-EFEB-0516-1D5CB13A60C4}"/>
              </a:ext>
            </a:extLst>
          </p:cNvPr>
          <p:cNvGraphicFramePr>
            <a:graphicFrameLocks noGrp="1"/>
          </p:cNvGraphicFramePr>
          <p:nvPr>
            <p:ph sz="half" idx="1"/>
            <p:extLst>
              <p:ext uri="{D42A27DB-BD31-4B8C-83A1-F6EECF244321}">
                <p14:modId xmlns:p14="http://schemas.microsoft.com/office/powerpoint/2010/main" val="732536571"/>
              </p:ext>
            </p:extLst>
          </p:nvPr>
        </p:nvGraphicFramePr>
        <p:xfrm>
          <a:off x="514283" y="1660746"/>
          <a:ext cx="3746512" cy="1721946"/>
        </p:xfrm>
        <a:graphic>
          <a:graphicData uri="http://schemas.openxmlformats.org/drawingml/2006/table">
            <a:tbl>
              <a:tblPr firstRow="1" bandRow="1">
                <a:tableStyleId>{5C22544A-7EE6-4342-B048-85BDC9FD1C3A}</a:tableStyleId>
              </a:tblPr>
              <a:tblGrid>
                <a:gridCol w="936628">
                  <a:extLst>
                    <a:ext uri="{9D8B030D-6E8A-4147-A177-3AD203B41FA5}">
                      <a16:colId xmlns:a16="http://schemas.microsoft.com/office/drawing/2014/main" val="2921207216"/>
                    </a:ext>
                  </a:extLst>
                </a:gridCol>
                <a:gridCol w="936628">
                  <a:extLst>
                    <a:ext uri="{9D8B030D-6E8A-4147-A177-3AD203B41FA5}">
                      <a16:colId xmlns:a16="http://schemas.microsoft.com/office/drawing/2014/main" val="110706955"/>
                    </a:ext>
                  </a:extLst>
                </a:gridCol>
                <a:gridCol w="936628">
                  <a:extLst>
                    <a:ext uri="{9D8B030D-6E8A-4147-A177-3AD203B41FA5}">
                      <a16:colId xmlns:a16="http://schemas.microsoft.com/office/drawing/2014/main" val="1319058906"/>
                    </a:ext>
                  </a:extLst>
                </a:gridCol>
                <a:gridCol w="936628">
                  <a:extLst>
                    <a:ext uri="{9D8B030D-6E8A-4147-A177-3AD203B41FA5}">
                      <a16:colId xmlns:a16="http://schemas.microsoft.com/office/drawing/2014/main" val="3312635005"/>
                    </a:ext>
                  </a:extLst>
                </a:gridCol>
              </a:tblGrid>
              <a:tr h="282768">
                <a:tc>
                  <a:txBody>
                    <a:bodyPr/>
                    <a:lstStyle/>
                    <a:p>
                      <a:endParaRPr lang="en-GB" sz="1000" dirty="0"/>
                    </a:p>
                  </a:txBody>
                  <a:tcPr/>
                </a:tc>
                <a:tc>
                  <a:txBody>
                    <a:bodyPr/>
                    <a:lstStyle/>
                    <a:p>
                      <a:r>
                        <a:rPr lang="de-CH" sz="1000" dirty="0"/>
                        <a:t>Feature 1</a:t>
                      </a:r>
                      <a:endParaRPr lang="en-GB" sz="1000" dirty="0"/>
                    </a:p>
                  </a:txBody>
                  <a:tcPr/>
                </a:tc>
                <a:tc>
                  <a:txBody>
                    <a:bodyPr/>
                    <a:lstStyle/>
                    <a:p>
                      <a:r>
                        <a:rPr lang="de-CH" sz="1000" dirty="0"/>
                        <a:t>Feature 2</a:t>
                      </a:r>
                      <a:endParaRPr lang="en-GB" sz="1000" dirty="0"/>
                    </a:p>
                  </a:txBody>
                  <a:tcPr/>
                </a:tc>
                <a:tc>
                  <a:txBody>
                    <a:bodyPr/>
                    <a:lstStyle/>
                    <a:p>
                      <a:r>
                        <a:rPr lang="de-CH" sz="1000" dirty="0"/>
                        <a:t>…</a:t>
                      </a:r>
                      <a:endParaRPr lang="en-GB" sz="1000" dirty="0"/>
                    </a:p>
                  </a:txBody>
                  <a:tcPr/>
                </a:tc>
                <a:extLst>
                  <a:ext uri="{0D108BD9-81ED-4DB2-BD59-A6C34878D82A}">
                    <a16:rowId xmlns:a16="http://schemas.microsoft.com/office/drawing/2014/main" val="3743587103"/>
                  </a:ext>
                </a:extLst>
              </a:tr>
              <a:tr h="398446">
                <a:tc>
                  <a:txBody>
                    <a:bodyPr/>
                    <a:lstStyle/>
                    <a:p>
                      <a:r>
                        <a:rPr lang="de-CH" sz="1000" dirty="0"/>
                        <a:t>Observation 1</a:t>
                      </a:r>
                      <a:endParaRPr lang="en-GB" sz="1000" dirty="0"/>
                    </a:p>
                  </a:txBody>
                  <a:tcPr/>
                </a:tc>
                <a:tc>
                  <a:txBody>
                    <a:bodyPr/>
                    <a:lstStyle/>
                    <a:p>
                      <a:endParaRPr lang="en-GB" sz="1000" dirty="0"/>
                    </a:p>
                  </a:txBody>
                  <a:tcPr/>
                </a:tc>
                <a:tc>
                  <a:txBody>
                    <a:bodyPr/>
                    <a:lstStyle/>
                    <a:p>
                      <a:endParaRPr lang="en-GB" sz="1000" dirty="0"/>
                    </a:p>
                  </a:txBody>
                  <a:tcPr/>
                </a:tc>
                <a:tc>
                  <a:txBody>
                    <a:bodyPr/>
                    <a:lstStyle/>
                    <a:p>
                      <a:endParaRPr lang="en-GB" sz="1000" dirty="0"/>
                    </a:p>
                  </a:txBody>
                  <a:tcPr/>
                </a:tc>
                <a:extLst>
                  <a:ext uri="{0D108BD9-81ED-4DB2-BD59-A6C34878D82A}">
                    <a16:rowId xmlns:a16="http://schemas.microsoft.com/office/drawing/2014/main" val="2208903484"/>
                  </a:ext>
                </a:extLst>
              </a:tr>
              <a:tr h="398446">
                <a:tc>
                  <a:txBody>
                    <a:bodyPr/>
                    <a:lstStyle/>
                    <a:p>
                      <a:r>
                        <a:rPr lang="de-CH" sz="1000" dirty="0"/>
                        <a:t>Observation 2</a:t>
                      </a:r>
                      <a:endParaRPr lang="en-GB" sz="1000" dirty="0"/>
                    </a:p>
                  </a:txBody>
                  <a:tcPr/>
                </a:tc>
                <a:tc>
                  <a:txBody>
                    <a:bodyPr/>
                    <a:lstStyle/>
                    <a:p>
                      <a:endParaRPr lang="en-GB" sz="1000" dirty="0"/>
                    </a:p>
                  </a:txBody>
                  <a:tcPr/>
                </a:tc>
                <a:tc>
                  <a:txBody>
                    <a:bodyPr/>
                    <a:lstStyle/>
                    <a:p>
                      <a:endParaRPr lang="en-GB" sz="1000" dirty="0"/>
                    </a:p>
                  </a:txBody>
                  <a:tcPr/>
                </a:tc>
                <a:tc>
                  <a:txBody>
                    <a:bodyPr/>
                    <a:lstStyle/>
                    <a:p>
                      <a:endParaRPr lang="en-GB" sz="1000" dirty="0"/>
                    </a:p>
                  </a:txBody>
                  <a:tcPr/>
                </a:tc>
                <a:extLst>
                  <a:ext uri="{0D108BD9-81ED-4DB2-BD59-A6C34878D82A}">
                    <a16:rowId xmlns:a16="http://schemas.microsoft.com/office/drawing/2014/main" val="3671061582"/>
                  </a:ext>
                </a:extLst>
              </a:tr>
              <a:tr h="398446">
                <a:tc>
                  <a:txBody>
                    <a:bodyPr/>
                    <a:lstStyle/>
                    <a:p>
                      <a:r>
                        <a:rPr lang="de-CH" sz="1000" dirty="0"/>
                        <a:t>Observation 3</a:t>
                      </a:r>
                      <a:endParaRPr lang="en-GB" sz="1000" dirty="0"/>
                    </a:p>
                  </a:txBody>
                  <a:tcPr/>
                </a:tc>
                <a:tc>
                  <a:txBody>
                    <a:bodyPr/>
                    <a:lstStyle/>
                    <a:p>
                      <a:endParaRPr lang="en-GB" sz="1000"/>
                    </a:p>
                  </a:txBody>
                  <a:tcPr/>
                </a:tc>
                <a:tc>
                  <a:txBody>
                    <a:bodyPr/>
                    <a:lstStyle/>
                    <a:p>
                      <a:endParaRPr lang="en-GB" sz="1000"/>
                    </a:p>
                  </a:txBody>
                  <a:tcPr/>
                </a:tc>
                <a:tc>
                  <a:txBody>
                    <a:bodyPr/>
                    <a:lstStyle/>
                    <a:p>
                      <a:endParaRPr lang="en-GB" sz="1000"/>
                    </a:p>
                  </a:txBody>
                  <a:tcPr/>
                </a:tc>
                <a:extLst>
                  <a:ext uri="{0D108BD9-81ED-4DB2-BD59-A6C34878D82A}">
                    <a16:rowId xmlns:a16="http://schemas.microsoft.com/office/drawing/2014/main" val="1004131809"/>
                  </a:ext>
                </a:extLst>
              </a:tr>
              <a:tr h="232361">
                <a:tc>
                  <a:txBody>
                    <a:bodyPr/>
                    <a:lstStyle/>
                    <a:p>
                      <a:r>
                        <a:rPr lang="de-CH" sz="1000" dirty="0"/>
                        <a:t>…</a:t>
                      </a:r>
                      <a:endParaRPr lang="en-GB" sz="1000" dirty="0"/>
                    </a:p>
                  </a:txBody>
                  <a:tcPr/>
                </a:tc>
                <a:tc>
                  <a:txBody>
                    <a:bodyPr/>
                    <a:lstStyle/>
                    <a:p>
                      <a:endParaRPr lang="en-GB" sz="1000"/>
                    </a:p>
                  </a:txBody>
                  <a:tcPr/>
                </a:tc>
                <a:tc>
                  <a:txBody>
                    <a:bodyPr/>
                    <a:lstStyle/>
                    <a:p>
                      <a:endParaRPr lang="en-GB" sz="1000" dirty="0"/>
                    </a:p>
                  </a:txBody>
                  <a:tcPr/>
                </a:tc>
                <a:tc>
                  <a:txBody>
                    <a:bodyPr/>
                    <a:lstStyle/>
                    <a:p>
                      <a:endParaRPr lang="en-GB" sz="1000" dirty="0"/>
                    </a:p>
                  </a:txBody>
                  <a:tcPr/>
                </a:tc>
                <a:extLst>
                  <a:ext uri="{0D108BD9-81ED-4DB2-BD59-A6C34878D82A}">
                    <a16:rowId xmlns:a16="http://schemas.microsoft.com/office/drawing/2014/main" val="1009971695"/>
                  </a:ext>
                </a:extLst>
              </a:tr>
            </a:tbl>
          </a:graphicData>
        </a:graphic>
      </p:graphicFrame>
      <p:sp>
        <p:nvSpPr>
          <p:cNvPr id="7" name="Content Placeholder 6">
            <a:extLst>
              <a:ext uri="{FF2B5EF4-FFF2-40B4-BE49-F238E27FC236}">
                <a16:creationId xmlns:a16="http://schemas.microsoft.com/office/drawing/2014/main" id="{D158E7E7-E7A9-67FF-D2BD-946180A1DAA8}"/>
              </a:ext>
            </a:extLst>
          </p:cNvPr>
          <p:cNvSpPr>
            <a:spLocks noGrp="1"/>
          </p:cNvSpPr>
          <p:nvPr>
            <p:ph sz="half" idx="2"/>
          </p:nvPr>
        </p:nvSpPr>
        <p:spPr/>
        <p:txBody>
          <a:bodyPr/>
          <a:lstStyle/>
          <a:p>
            <a:endParaRPr lang="en-GB" dirty="0"/>
          </a:p>
        </p:txBody>
      </p:sp>
      <p:sp>
        <p:nvSpPr>
          <p:cNvPr id="4" name="Slide Number Placeholder 3">
            <a:extLst>
              <a:ext uri="{FF2B5EF4-FFF2-40B4-BE49-F238E27FC236}">
                <a16:creationId xmlns:a16="http://schemas.microsoft.com/office/drawing/2014/main" id="{817A2263-BD90-FE94-0D7B-7E07AE96A6C5}"/>
              </a:ext>
            </a:extLst>
          </p:cNvPr>
          <p:cNvSpPr>
            <a:spLocks noGrp="1"/>
          </p:cNvSpPr>
          <p:nvPr>
            <p:ph type="sldNum" sz="quarter" idx="16"/>
          </p:nvPr>
        </p:nvSpPr>
        <p:spPr/>
        <p:txBody>
          <a:bodyPr/>
          <a:lstStyle/>
          <a:p>
            <a:fld id="{7559FC98-AF75-4A00-A03C-DF9FEBF6BCB9}" type="slidenum">
              <a:rPr lang="en-GB" smtClean="0"/>
              <a:pPr/>
              <a:t>10</a:t>
            </a:fld>
            <a:endParaRPr lang="en-GB"/>
          </a:p>
        </p:txBody>
      </p:sp>
      <p:sp>
        <p:nvSpPr>
          <p:cNvPr id="5" name="Text Placeholder 4">
            <a:extLst>
              <a:ext uri="{FF2B5EF4-FFF2-40B4-BE49-F238E27FC236}">
                <a16:creationId xmlns:a16="http://schemas.microsoft.com/office/drawing/2014/main" id="{B78B8F95-CF74-C45F-544D-2F4634487F8B}"/>
              </a:ext>
            </a:extLst>
          </p:cNvPr>
          <p:cNvSpPr>
            <a:spLocks noGrp="1"/>
          </p:cNvSpPr>
          <p:nvPr>
            <p:ph type="body" sz="quarter" idx="10"/>
          </p:nvPr>
        </p:nvSpPr>
        <p:spPr/>
        <p:txBody>
          <a:bodyPr/>
          <a:lstStyle/>
          <a:p>
            <a:r>
              <a:rPr lang="de-CH" dirty="0"/>
              <a:t>Group Project</a:t>
            </a:r>
            <a:endParaRPr lang="en-GB" dirty="0"/>
          </a:p>
        </p:txBody>
      </p:sp>
      <mc:AlternateContent xmlns:mc="http://schemas.openxmlformats.org/markup-compatibility/2006" xmlns:a14="http://schemas.microsoft.com/office/drawing/2010/main">
        <mc:Choice Requires="a14">
          <p:sp>
            <p:nvSpPr>
              <p:cNvPr id="11" name="Text Placeholder 10">
                <a:extLst>
                  <a:ext uri="{FF2B5EF4-FFF2-40B4-BE49-F238E27FC236}">
                    <a16:creationId xmlns:a16="http://schemas.microsoft.com/office/drawing/2014/main" id="{F8F126D9-1D3E-F7DF-7D2F-2BE9A1272C03}"/>
                  </a:ext>
                </a:extLst>
              </p:cNvPr>
              <p:cNvSpPr>
                <a:spLocks noGrp="1"/>
              </p:cNvSpPr>
              <p:nvPr>
                <p:ph type="body" sz="quarter" idx="19"/>
              </p:nvPr>
            </p:nvSpPr>
            <p:spPr>
              <a:xfrm>
                <a:off x="4712834" y="1161915"/>
                <a:ext cx="3539818" cy="215444"/>
              </a:xfrm>
            </p:spPr>
            <p:txBody>
              <a:bodyPr/>
              <a:lstStyle/>
              <a:p>
                <a:r>
                  <a:rPr lang="de-CH" dirty="0"/>
                  <a:t>Output (for </a:t>
                </a:r>
                <a:r>
                  <a:rPr lang="de-CH" dirty="0" err="1"/>
                  <a:t>supervised</a:t>
                </a:r>
                <a:r>
                  <a:rPr lang="de-CH" dirty="0"/>
                  <a:t> ML; </a:t>
                </a:r>
                <a14:m>
                  <m:oMath xmlns:m="http://schemas.openxmlformats.org/officeDocument/2006/math">
                    <m:r>
                      <a:rPr lang="de-CH">
                        <a:latin typeface="Cambria Math" panose="02040503050406030204" pitchFamily="18" charset="0"/>
                      </a:rPr>
                      <m:t>𝒀</m:t>
                    </m:r>
                  </m:oMath>
                </a14:m>
                <a:r>
                  <a:rPr lang="de-CH" dirty="0"/>
                  <a:t>)</a:t>
                </a:r>
                <a:endParaRPr lang="en-GB" dirty="0"/>
              </a:p>
            </p:txBody>
          </p:sp>
        </mc:Choice>
        <mc:Fallback xmlns="">
          <p:sp>
            <p:nvSpPr>
              <p:cNvPr id="11" name="Text Placeholder 10">
                <a:extLst>
                  <a:ext uri="{FF2B5EF4-FFF2-40B4-BE49-F238E27FC236}">
                    <a16:creationId xmlns:a16="http://schemas.microsoft.com/office/drawing/2014/main" id="{F8F126D9-1D3E-F7DF-7D2F-2BE9A1272C03}"/>
                  </a:ext>
                </a:extLst>
              </p:cNvPr>
              <p:cNvSpPr>
                <a:spLocks noGrp="1" noRot="1" noChangeAspect="1" noMove="1" noResize="1" noEditPoints="1" noAdjustHandles="1" noChangeArrowheads="1" noChangeShapeType="1" noTextEdit="1"/>
              </p:cNvSpPr>
              <p:nvPr>
                <p:ph type="body" sz="quarter" idx="19"/>
              </p:nvPr>
            </p:nvSpPr>
            <p:spPr>
              <a:xfrm>
                <a:off x="4712834" y="1161915"/>
                <a:ext cx="3539818" cy="215444"/>
              </a:xfrm>
              <a:blipFill>
                <a:blip r:embed="rId2"/>
                <a:stretch>
                  <a:fillRect l="-2065" t="-25714" b="-51429"/>
                </a:stretch>
              </a:blipFill>
            </p:spPr>
            <p:txBody>
              <a:bodyPr/>
              <a:lstStyle/>
              <a:p>
                <a:r>
                  <a:rPr lang="en-GB">
                    <a:noFill/>
                  </a:rPr>
                  <a:t> </a:t>
                </a:r>
              </a:p>
            </p:txBody>
          </p:sp>
        </mc:Fallback>
      </mc:AlternateContent>
      <p:sp>
        <p:nvSpPr>
          <p:cNvPr id="8" name="Text Placeholder 7">
            <a:extLst>
              <a:ext uri="{FF2B5EF4-FFF2-40B4-BE49-F238E27FC236}">
                <a16:creationId xmlns:a16="http://schemas.microsoft.com/office/drawing/2014/main" id="{C0F9FD13-65AC-7DB0-A56D-35998CFF4B5D}"/>
              </a:ext>
            </a:extLst>
          </p:cNvPr>
          <p:cNvSpPr>
            <a:spLocks noGrp="1"/>
          </p:cNvSpPr>
          <p:nvPr>
            <p:ph type="body" sz="quarter" idx="15"/>
          </p:nvPr>
        </p:nvSpPr>
        <p:spPr/>
        <p:txBody>
          <a:bodyPr>
            <a:normAutofit lnSpcReduction="10000"/>
          </a:bodyPr>
          <a:lstStyle/>
          <a:p>
            <a:r>
              <a:rPr lang="de-CH" sz="1200" dirty="0"/>
              <a:t>This </a:t>
            </a:r>
            <a:r>
              <a:rPr lang="de-CH" sz="1200" dirty="0" err="1"/>
              <a:t>intro</a:t>
            </a:r>
            <a:r>
              <a:rPr lang="de-CH" sz="1200" dirty="0"/>
              <a:t> </a:t>
            </a:r>
            <a:r>
              <a:rPr lang="de-CH" sz="1200" dirty="0" err="1"/>
              <a:t>explained</a:t>
            </a:r>
            <a:r>
              <a:rPr lang="de-CH" sz="1200" dirty="0"/>
              <a:t> ML </a:t>
            </a:r>
            <a:r>
              <a:rPr lang="de-CH" sz="1200" dirty="0" err="1"/>
              <a:t>using</a:t>
            </a:r>
            <a:r>
              <a:rPr lang="de-CH" sz="1200" dirty="0"/>
              <a:t> linear </a:t>
            </a:r>
            <a:r>
              <a:rPr lang="de-CH" sz="1200" dirty="0" err="1"/>
              <a:t>regression</a:t>
            </a:r>
            <a:r>
              <a:rPr lang="de-CH" sz="1200" dirty="0"/>
              <a:t>, i.e., </a:t>
            </a:r>
            <a:r>
              <a:rPr lang="de-CH" sz="1200" dirty="0" err="1"/>
              <a:t>the</a:t>
            </a:r>
            <a:r>
              <a:rPr lang="de-CH" sz="1200" dirty="0"/>
              <a:t> </a:t>
            </a:r>
            <a:r>
              <a:rPr lang="de-CH" sz="1200" dirty="0" err="1"/>
              <a:t>idea</a:t>
            </a:r>
            <a:r>
              <a:rPr lang="de-CH" sz="1200" dirty="0"/>
              <a:t> of </a:t>
            </a:r>
            <a:r>
              <a:rPr lang="de-CH" sz="1200" u="sng" dirty="0" err="1"/>
              <a:t>supervised</a:t>
            </a:r>
            <a:r>
              <a:rPr lang="de-CH" sz="1200" u="sng" dirty="0"/>
              <a:t> ML</a:t>
            </a:r>
            <a:r>
              <a:rPr lang="de-CH" sz="1200" dirty="0"/>
              <a:t>. </a:t>
            </a:r>
            <a:r>
              <a:rPr lang="de-CH" sz="1200" i="1" dirty="0"/>
              <a:t>For that, you also</a:t>
            </a:r>
          </a:p>
          <a:p>
            <a:r>
              <a:rPr lang="de-CH" sz="1200" i="1" dirty="0" err="1"/>
              <a:t>need</a:t>
            </a:r>
            <a:r>
              <a:rPr lang="de-CH" sz="1200" i="1" dirty="0"/>
              <a:t> </a:t>
            </a:r>
            <a:r>
              <a:rPr lang="de-CH" sz="1200" i="1" dirty="0" err="1"/>
              <a:t>output</a:t>
            </a:r>
            <a:r>
              <a:rPr lang="de-CH" sz="1200" i="1" dirty="0"/>
              <a:t> </a:t>
            </a:r>
            <a:r>
              <a:rPr lang="de-CH" sz="1200" i="1" dirty="0" err="1"/>
              <a:t>data</a:t>
            </a:r>
            <a:r>
              <a:rPr lang="de-CH" sz="1200" i="1" dirty="0"/>
              <a:t> for all your </a:t>
            </a:r>
            <a:r>
              <a:rPr lang="de-CH" sz="1200" i="1" dirty="0" err="1"/>
              <a:t>observations</a:t>
            </a:r>
            <a:r>
              <a:rPr lang="de-CH" sz="1200" dirty="0"/>
              <a:t>. Next to «</a:t>
            </a:r>
            <a:r>
              <a:rPr lang="de-CH" sz="1200" dirty="0" err="1"/>
              <a:t>predictions</a:t>
            </a:r>
            <a:r>
              <a:rPr lang="de-CH" sz="1200" dirty="0"/>
              <a:t> for </a:t>
            </a:r>
            <a:r>
              <a:rPr lang="de-CH" sz="1200" dirty="0" err="1"/>
              <a:t>new</a:t>
            </a:r>
            <a:r>
              <a:rPr lang="de-CH" sz="1200" dirty="0"/>
              <a:t> </a:t>
            </a:r>
            <a:r>
              <a:rPr lang="de-CH" sz="1200" dirty="0" err="1"/>
              <a:t>data</a:t>
            </a:r>
            <a:r>
              <a:rPr lang="de-CH" sz="1200" dirty="0"/>
              <a:t>», there </a:t>
            </a:r>
            <a:r>
              <a:rPr lang="de-CH" sz="1200" dirty="0" err="1"/>
              <a:t>are</a:t>
            </a:r>
            <a:r>
              <a:rPr lang="de-CH" sz="1200" dirty="0"/>
              <a:t> </a:t>
            </a:r>
            <a:r>
              <a:rPr lang="de-CH" sz="1200" dirty="0" err="1"/>
              <a:t>other</a:t>
            </a:r>
            <a:endParaRPr lang="de-CH" sz="1200" dirty="0"/>
          </a:p>
          <a:p>
            <a:r>
              <a:rPr lang="de-CH" sz="1200" dirty="0" err="1"/>
              <a:t>things</a:t>
            </a:r>
            <a:r>
              <a:rPr lang="de-CH" sz="1200" dirty="0"/>
              <a:t> you </a:t>
            </a:r>
            <a:r>
              <a:rPr lang="de-CH" sz="1200" dirty="0" err="1"/>
              <a:t>can</a:t>
            </a:r>
            <a:r>
              <a:rPr lang="de-CH" sz="1200" dirty="0"/>
              <a:t> do – so </a:t>
            </a:r>
            <a:r>
              <a:rPr lang="de-CH" sz="1200" dirty="0" err="1"/>
              <a:t>keep</a:t>
            </a:r>
            <a:r>
              <a:rPr lang="de-CH" sz="1200" dirty="0"/>
              <a:t> your </a:t>
            </a:r>
            <a:r>
              <a:rPr lang="de-CH" sz="1200" dirty="0" err="1"/>
              <a:t>idea</a:t>
            </a:r>
            <a:r>
              <a:rPr lang="de-CH" sz="1200" dirty="0"/>
              <a:t> for </a:t>
            </a:r>
            <a:r>
              <a:rPr lang="de-CH" sz="1200" dirty="0" err="1"/>
              <a:t>future</a:t>
            </a:r>
            <a:r>
              <a:rPr lang="de-CH" sz="1200" dirty="0"/>
              <a:t> </a:t>
            </a:r>
            <a:r>
              <a:rPr lang="de-CH" sz="1200" dirty="0" err="1"/>
              <a:t>lectures</a:t>
            </a:r>
            <a:r>
              <a:rPr lang="de-CH" sz="1200" dirty="0"/>
              <a:t>, </a:t>
            </a:r>
            <a:r>
              <a:rPr lang="de-CH" sz="1200" i="1" dirty="0" err="1"/>
              <a:t>even</a:t>
            </a:r>
            <a:r>
              <a:rPr lang="de-CH" sz="1200" i="1" dirty="0"/>
              <a:t> </a:t>
            </a:r>
            <a:r>
              <a:rPr lang="de-CH" sz="1200" i="1" dirty="0" err="1"/>
              <a:t>if</a:t>
            </a:r>
            <a:r>
              <a:rPr lang="de-CH" sz="1200" i="1" dirty="0"/>
              <a:t> </a:t>
            </a:r>
            <a:r>
              <a:rPr lang="de-CH" sz="1200" i="1" dirty="0" err="1"/>
              <a:t>it</a:t>
            </a:r>
            <a:r>
              <a:rPr lang="de-CH" sz="1200" i="1" dirty="0"/>
              <a:t> </a:t>
            </a:r>
            <a:r>
              <a:rPr lang="de-CH" sz="1200" i="1" dirty="0" err="1"/>
              <a:t>doesn’t</a:t>
            </a:r>
            <a:r>
              <a:rPr lang="de-CH" sz="1200" i="1" dirty="0"/>
              <a:t> fit </a:t>
            </a:r>
            <a:r>
              <a:rPr lang="de-CH" sz="1200" i="1" dirty="0" err="1"/>
              <a:t>this</a:t>
            </a:r>
            <a:r>
              <a:rPr lang="de-CH" sz="1200" i="1" dirty="0"/>
              <a:t> </a:t>
            </a:r>
            <a:r>
              <a:rPr lang="de-CH" sz="1200" i="1" dirty="0" err="1"/>
              <a:t>schematics</a:t>
            </a:r>
            <a:r>
              <a:rPr lang="de-CH" sz="1200" dirty="0"/>
              <a:t>.</a:t>
            </a:r>
          </a:p>
        </p:txBody>
      </p:sp>
      <p:sp>
        <p:nvSpPr>
          <p:cNvPr id="13" name="Content Placeholder 12">
            <a:extLst>
              <a:ext uri="{FF2B5EF4-FFF2-40B4-BE49-F238E27FC236}">
                <a16:creationId xmlns:a16="http://schemas.microsoft.com/office/drawing/2014/main" id="{BD03C44C-C8E9-FD2C-692A-159C5BE9D8CA}"/>
              </a:ext>
            </a:extLst>
          </p:cNvPr>
          <p:cNvSpPr>
            <a:spLocks noGrp="1"/>
          </p:cNvSpPr>
          <p:nvPr>
            <p:ph sz="quarter" idx="20"/>
          </p:nvPr>
        </p:nvSpPr>
        <p:spPr/>
        <p:txBody>
          <a:bodyPr/>
          <a:lstStyle/>
          <a:p>
            <a:endParaRPr lang="en-GB"/>
          </a:p>
        </p:txBody>
      </p:sp>
      <p:sp>
        <p:nvSpPr>
          <p:cNvPr id="45" name="TextBox 44">
            <a:extLst>
              <a:ext uri="{FF2B5EF4-FFF2-40B4-BE49-F238E27FC236}">
                <a16:creationId xmlns:a16="http://schemas.microsoft.com/office/drawing/2014/main" id="{C19B9844-2FF7-E430-B4AA-F0BBAA2143EA}"/>
              </a:ext>
            </a:extLst>
          </p:cNvPr>
          <p:cNvSpPr txBox="1"/>
          <p:nvPr/>
        </p:nvSpPr>
        <p:spPr>
          <a:xfrm>
            <a:off x="6400380" y="41111"/>
            <a:ext cx="3448693" cy="400110"/>
          </a:xfrm>
          <a:prstGeom prst="rect">
            <a:avLst/>
          </a:prstGeom>
          <a:noFill/>
        </p:spPr>
        <p:txBody>
          <a:bodyPr wrap="square" rtlCol="0">
            <a:spAutoFit/>
          </a:bodyPr>
          <a:lstStyle/>
          <a:p>
            <a:r>
              <a:rPr lang="de-CH" sz="1000" i="1" dirty="0"/>
              <a:t>Image Source: https://www.enjoyalgorithms.com/blogs/ </a:t>
            </a:r>
            <a:r>
              <a:rPr lang="de-CH" sz="1000" i="1" dirty="0" err="1"/>
              <a:t>classification</a:t>
            </a:r>
            <a:r>
              <a:rPr lang="de-CH" sz="1000" i="1" dirty="0"/>
              <a:t>-and-regression-in-</a:t>
            </a:r>
            <a:r>
              <a:rPr lang="de-CH" sz="1000" i="1" dirty="0" err="1"/>
              <a:t>machine</a:t>
            </a:r>
            <a:r>
              <a:rPr lang="de-CH" sz="1000" i="1" dirty="0"/>
              <a:t>-</a:t>
            </a:r>
            <a:r>
              <a:rPr lang="de-CH" sz="1000" i="1" dirty="0" err="1"/>
              <a:t>learning</a:t>
            </a:r>
            <a:r>
              <a:rPr lang="de-CH" sz="1000" i="1" dirty="0"/>
              <a:t>/</a:t>
            </a:r>
            <a:endParaRPr lang="en-GB" sz="1000" i="1" dirty="0"/>
          </a:p>
        </p:txBody>
      </p:sp>
      <p:pic>
        <p:nvPicPr>
          <p:cNvPr id="10" name="Picture 9" descr="A comparison of a temperature and a temperature&#10;&#10;AI-generated content may be incorrect.">
            <a:extLst>
              <a:ext uri="{FF2B5EF4-FFF2-40B4-BE49-F238E27FC236}">
                <a16:creationId xmlns:a16="http://schemas.microsoft.com/office/drawing/2014/main" id="{603F1976-7FE5-8527-9209-E7C0D056EAAC}"/>
              </a:ext>
            </a:extLst>
          </p:cNvPr>
          <p:cNvPicPr>
            <a:picLocks noChangeAspect="1"/>
          </p:cNvPicPr>
          <p:nvPr/>
        </p:nvPicPr>
        <p:blipFill>
          <a:blip r:embed="rId3">
            <a:extLst>
              <a:ext uri="{28A0092B-C50C-407E-A947-70E740481C1C}">
                <a14:useLocalDpi xmlns:a14="http://schemas.microsoft.com/office/drawing/2010/main" val="0"/>
              </a:ext>
            </a:extLst>
          </a:blip>
          <a:srcRect l="692" t="15021" r="50189" b="18962"/>
          <a:stretch/>
        </p:blipFill>
        <p:spPr>
          <a:xfrm>
            <a:off x="6781159" y="1377359"/>
            <a:ext cx="2170928" cy="1641273"/>
          </a:xfrm>
          <a:prstGeom prst="rect">
            <a:avLst/>
          </a:prstGeom>
        </p:spPr>
      </p:pic>
      <p:graphicFrame>
        <p:nvGraphicFramePr>
          <p:cNvPr id="16" name="Content Placeholder 13">
            <a:extLst>
              <a:ext uri="{FF2B5EF4-FFF2-40B4-BE49-F238E27FC236}">
                <a16:creationId xmlns:a16="http://schemas.microsoft.com/office/drawing/2014/main" id="{885DFAEB-42D1-82B7-DAA2-657077EE496A}"/>
              </a:ext>
            </a:extLst>
          </p:cNvPr>
          <p:cNvGraphicFramePr>
            <a:graphicFrameLocks/>
          </p:cNvGraphicFramePr>
          <p:nvPr>
            <p:extLst>
              <p:ext uri="{D42A27DB-BD31-4B8C-83A1-F6EECF244321}">
                <p14:modId xmlns:p14="http://schemas.microsoft.com/office/powerpoint/2010/main" val="3254268612"/>
              </p:ext>
            </p:extLst>
          </p:nvPr>
        </p:nvGraphicFramePr>
        <p:xfrm>
          <a:off x="4712832" y="1667809"/>
          <a:ext cx="2170928" cy="1721946"/>
        </p:xfrm>
        <a:graphic>
          <a:graphicData uri="http://schemas.openxmlformats.org/drawingml/2006/table">
            <a:tbl>
              <a:tblPr firstRow="1" bandRow="1">
                <a:tableStyleId>{5C22544A-7EE6-4342-B048-85BDC9FD1C3A}</a:tableStyleId>
              </a:tblPr>
              <a:tblGrid>
                <a:gridCol w="1085464">
                  <a:extLst>
                    <a:ext uri="{9D8B030D-6E8A-4147-A177-3AD203B41FA5}">
                      <a16:colId xmlns:a16="http://schemas.microsoft.com/office/drawing/2014/main" val="2921207216"/>
                    </a:ext>
                  </a:extLst>
                </a:gridCol>
                <a:gridCol w="1085464">
                  <a:extLst>
                    <a:ext uri="{9D8B030D-6E8A-4147-A177-3AD203B41FA5}">
                      <a16:colId xmlns:a16="http://schemas.microsoft.com/office/drawing/2014/main" val="110706955"/>
                    </a:ext>
                  </a:extLst>
                </a:gridCol>
              </a:tblGrid>
              <a:tr h="282768">
                <a:tc>
                  <a:txBody>
                    <a:bodyPr/>
                    <a:lstStyle/>
                    <a:p>
                      <a:endParaRPr lang="en-GB" sz="1000" dirty="0"/>
                    </a:p>
                  </a:txBody>
                  <a:tcPr/>
                </a:tc>
                <a:tc>
                  <a:txBody>
                    <a:bodyPr/>
                    <a:lstStyle/>
                    <a:p>
                      <a:r>
                        <a:rPr lang="de-CH" sz="1000" dirty="0"/>
                        <a:t>Output</a:t>
                      </a:r>
                      <a:endParaRPr lang="en-GB" sz="1000" dirty="0"/>
                    </a:p>
                  </a:txBody>
                  <a:tcPr/>
                </a:tc>
                <a:extLst>
                  <a:ext uri="{0D108BD9-81ED-4DB2-BD59-A6C34878D82A}">
                    <a16:rowId xmlns:a16="http://schemas.microsoft.com/office/drawing/2014/main" val="3743587103"/>
                  </a:ext>
                </a:extLst>
              </a:tr>
              <a:tr h="398446">
                <a:tc>
                  <a:txBody>
                    <a:bodyPr/>
                    <a:lstStyle/>
                    <a:p>
                      <a:r>
                        <a:rPr lang="de-CH" sz="1000" dirty="0"/>
                        <a:t>Observation 1</a:t>
                      </a:r>
                      <a:endParaRPr lang="en-GB" sz="1000" dirty="0"/>
                    </a:p>
                  </a:txBody>
                  <a:tcPr/>
                </a:tc>
                <a:tc>
                  <a:txBody>
                    <a:bodyPr/>
                    <a:lstStyle/>
                    <a:p>
                      <a:r>
                        <a:rPr lang="de-CH" sz="1000" i="1" dirty="0"/>
                        <a:t>Regression</a:t>
                      </a:r>
                      <a:r>
                        <a:rPr lang="de-CH" sz="1000" dirty="0"/>
                        <a:t>:</a:t>
                      </a:r>
                    </a:p>
                    <a:p>
                      <a:r>
                        <a:rPr lang="de-CH" sz="1000" dirty="0" err="1"/>
                        <a:t>Number</a:t>
                      </a:r>
                      <a:endParaRPr lang="en-GB" sz="1000" dirty="0"/>
                    </a:p>
                  </a:txBody>
                  <a:tcPr/>
                </a:tc>
                <a:extLst>
                  <a:ext uri="{0D108BD9-81ED-4DB2-BD59-A6C34878D82A}">
                    <a16:rowId xmlns:a16="http://schemas.microsoft.com/office/drawing/2014/main" val="2208903484"/>
                  </a:ext>
                </a:extLst>
              </a:tr>
              <a:tr h="398446">
                <a:tc>
                  <a:txBody>
                    <a:bodyPr/>
                    <a:lstStyle/>
                    <a:p>
                      <a:r>
                        <a:rPr lang="de-CH" sz="1000" dirty="0"/>
                        <a:t>Observation 2</a:t>
                      </a:r>
                      <a:endParaRPr lang="en-GB" sz="1000" dirty="0"/>
                    </a:p>
                  </a:txBody>
                  <a:tcPr/>
                </a:tc>
                <a:tc>
                  <a:txBody>
                    <a:bodyPr/>
                    <a:lstStyle/>
                    <a:p>
                      <a:r>
                        <a:rPr lang="de-CH" sz="1000" i="1" dirty="0"/>
                        <a:t>Classification</a:t>
                      </a:r>
                      <a:r>
                        <a:rPr lang="de-CH" sz="1000" dirty="0"/>
                        <a:t>:</a:t>
                      </a:r>
                    </a:p>
                    <a:p>
                      <a:r>
                        <a:rPr lang="de-CH" sz="1000" dirty="0" err="1"/>
                        <a:t>Category</a:t>
                      </a:r>
                      <a:r>
                        <a:rPr lang="de-CH" sz="1000" dirty="0"/>
                        <a:t> e.g. 0,1</a:t>
                      </a:r>
                      <a:endParaRPr lang="en-GB" sz="1000" dirty="0"/>
                    </a:p>
                  </a:txBody>
                  <a:tcPr/>
                </a:tc>
                <a:extLst>
                  <a:ext uri="{0D108BD9-81ED-4DB2-BD59-A6C34878D82A}">
                    <a16:rowId xmlns:a16="http://schemas.microsoft.com/office/drawing/2014/main" val="3671061582"/>
                  </a:ext>
                </a:extLst>
              </a:tr>
              <a:tr h="398446">
                <a:tc>
                  <a:txBody>
                    <a:bodyPr/>
                    <a:lstStyle/>
                    <a:p>
                      <a:r>
                        <a:rPr lang="de-CH" sz="1000" dirty="0"/>
                        <a:t>Observation 3</a:t>
                      </a:r>
                      <a:endParaRPr lang="en-GB" sz="1000" dirty="0"/>
                    </a:p>
                  </a:txBody>
                  <a:tcPr/>
                </a:tc>
                <a:tc>
                  <a:txBody>
                    <a:bodyPr/>
                    <a:lstStyle/>
                    <a:p>
                      <a:endParaRPr lang="en-GB" sz="1000"/>
                    </a:p>
                  </a:txBody>
                  <a:tcPr/>
                </a:tc>
                <a:extLst>
                  <a:ext uri="{0D108BD9-81ED-4DB2-BD59-A6C34878D82A}">
                    <a16:rowId xmlns:a16="http://schemas.microsoft.com/office/drawing/2014/main" val="1004131809"/>
                  </a:ext>
                </a:extLst>
              </a:tr>
              <a:tr h="232361">
                <a:tc>
                  <a:txBody>
                    <a:bodyPr/>
                    <a:lstStyle/>
                    <a:p>
                      <a:r>
                        <a:rPr lang="de-CH" sz="1000" dirty="0"/>
                        <a:t>…</a:t>
                      </a:r>
                      <a:endParaRPr lang="en-GB" sz="1000" dirty="0"/>
                    </a:p>
                  </a:txBody>
                  <a:tcPr/>
                </a:tc>
                <a:tc>
                  <a:txBody>
                    <a:bodyPr/>
                    <a:lstStyle/>
                    <a:p>
                      <a:endParaRPr lang="en-GB" sz="1000" dirty="0"/>
                    </a:p>
                  </a:txBody>
                  <a:tcPr/>
                </a:tc>
                <a:extLst>
                  <a:ext uri="{0D108BD9-81ED-4DB2-BD59-A6C34878D82A}">
                    <a16:rowId xmlns:a16="http://schemas.microsoft.com/office/drawing/2014/main" val="1009971695"/>
                  </a:ext>
                </a:extLst>
              </a:tr>
            </a:tbl>
          </a:graphicData>
        </a:graphic>
      </p:graphicFrame>
      <p:pic>
        <p:nvPicPr>
          <p:cNvPr id="17" name="Picture 16" descr="A comparison of a temperature and a temperature&#10;&#10;AI-generated content may be incorrect.">
            <a:extLst>
              <a:ext uri="{FF2B5EF4-FFF2-40B4-BE49-F238E27FC236}">
                <a16:creationId xmlns:a16="http://schemas.microsoft.com/office/drawing/2014/main" id="{0567C212-B9AD-24F0-32BA-F32AF9A54177}"/>
              </a:ext>
            </a:extLst>
          </p:cNvPr>
          <p:cNvPicPr>
            <a:picLocks noChangeAspect="1"/>
          </p:cNvPicPr>
          <p:nvPr/>
        </p:nvPicPr>
        <p:blipFill>
          <a:blip r:embed="rId3">
            <a:extLst>
              <a:ext uri="{28A0092B-C50C-407E-A947-70E740481C1C}">
                <a14:useLocalDpi xmlns:a14="http://schemas.microsoft.com/office/drawing/2010/main" val="0"/>
              </a:ext>
            </a:extLst>
          </a:blip>
          <a:srcRect l="50882" t="15021" b="18962"/>
          <a:stretch/>
        </p:blipFill>
        <p:spPr>
          <a:xfrm>
            <a:off x="6883760" y="2982321"/>
            <a:ext cx="2170927" cy="1641273"/>
          </a:xfrm>
          <a:prstGeom prst="rect">
            <a:avLst/>
          </a:prstGeom>
        </p:spPr>
      </p:pic>
      <p:sp>
        <p:nvSpPr>
          <p:cNvPr id="19" name="Content Placeholder 6">
            <a:extLst>
              <a:ext uri="{FF2B5EF4-FFF2-40B4-BE49-F238E27FC236}">
                <a16:creationId xmlns:a16="http://schemas.microsoft.com/office/drawing/2014/main" id="{E4100E3A-8E9B-E1D1-DF3E-A4E64299AA89}"/>
              </a:ext>
            </a:extLst>
          </p:cNvPr>
          <p:cNvSpPr txBox="1">
            <a:spLocks/>
          </p:cNvSpPr>
          <p:nvPr/>
        </p:nvSpPr>
        <p:spPr>
          <a:xfrm>
            <a:off x="358777" y="1276350"/>
            <a:ext cx="4122737" cy="2621958"/>
          </a:xfrm>
          <a:prstGeom prst="rect">
            <a:avLst/>
          </a:prstGeom>
          <a:ln w="12700" cap="flat" cmpd="sng" algn="ctr">
            <a:solidFill>
              <a:schemeClr val="accent1"/>
            </a:solidFill>
            <a:prstDash val="solid"/>
            <a:round/>
            <a:headEnd type="none" w="med" len="med"/>
            <a:tailEnd type="none" w="med" len="med"/>
          </a:ln>
        </p:spPr>
        <p:txBody>
          <a:bodyPr vert="horz" lIns="90000" tIns="144000" rIns="54000" bIns="54000" rtlCol="0">
            <a:normAutofit/>
          </a:bodyPr>
          <a:lstStyle>
            <a:lvl1pPr marL="180000" indent="-180000" algn="l" defTabSz="685800" rtl="0" eaLnBrk="1" latinLnBrk="0" hangingPunct="1">
              <a:lnSpc>
                <a:spcPct val="100000"/>
              </a:lnSpc>
              <a:spcBef>
                <a:spcPts val="0"/>
              </a:spcBef>
              <a:buFont typeface="Arial" panose="020B0604020202020204" pitchFamily="34" charset="0"/>
              <a:buNone/>
              <a:defRPr lang="de-DE" sz="1400" kern="1200">
                <a:solidFill>
                  <a:schemeClr val="tx1"/>
                </a:solidFill>
                <a:latin typeface="+mn-lt"/>
                <a:ea typeface="+mn-ea"/>
                <a:cs typeface="+mn-cs"/>
              </a:defRPr>
            </a:lvl1pPr>
            <a:lvl2pPr marL="358775" indent="-179388" algn="l" defTabSz="685800" rtl="0" eaLnBrk="1" latinLnBrk="0" hangingPunct="1">
              <a:lnSpc>
                <a:spcPct val="100000"/>
              </a:lnSpc>
              <a:spcBef>
                <a:spcPts val="0"/>
              </a:spcBef>
              <a:spcAft>
                <a:spcPts val="400"/>
              </a:spcAft>
              <a:buFont typeface="Arial" panose="020B0604020202020204" pitchFamily="34" charset="0"/>
              <a:buChar char="‒"/>
              <a:defRPr lang="de-DE" sz="1400" kern="1200">
                <a:solidFill>
                  <a:schemeClr val="tx1"/>
                </a:solidFill>
                <a:latin typeface="+mn-lt"/>
                <a:ea typeface="+mn-ea"/>
                <a:cs typeface="+mn-cs"/>
              </a:defRPr>
            </a:lvl2pPr>
            <a:lvl3pPr marL="539750" indent="-179388" algn="l" defTabSz="685800" rtl="0" eaLnBrk="1" latinLnBrk="0" hangingPunct="1">
              <a:lnSpc>
                <a:spcPct val="100000"/>
              </a:lnSpc>
              <a:spcBef>
                <a:spcPts val="0"/>
              </a:spcBef>
              <a:spcAft>
                <a:spcPts val="400"/>
              </a:spcAft>
              <a:buFont typeface="Arial" panose="020B0604020202020204" pitchFamily="34" charset="0"/>
              <a:buChar char="•"/>
              <a:defRPr lang="de-DE" sz="1400" kern="1200">
                <a:solidFill>
                  <a:schemeClr val="tx1"/>
                </a:solidFill>
                <a:latin typeface="+mn-lt"/>
                <a:ea typeface="+mn-ea"/>
                <a:cs typeface="+mn-cs"/>
              </a:defRPr>
            </a:lvl3pPr>
            <a:lvl4pPr marL="717550" indent="-179388" algn="l" defTabSz="685800" rtl="0" eaLnBrk="1" latinLnBrk="0" hangingPunct="1">
              <a:lnSpc>
                <a:spcPct val="100000"/>
              </a:lnSpc>
              <a:spcBef>
                <a:spcPts val="0"/>
              </a:spcBef>
              <a:spcAft>
                <a:spcPts val="400"/>
              </a:spcAft>
              <a:buSzPct val="110000"/>
              <a:buFont typeface="Arial" panose="020B0604020202020204" pitchFamily="34" charset="0"/>
              <a:buChar char="◦"/>
              <a:defRPr lang="de-DE" sz="1400" kern="1200">
                <a:solidFill>
                  <a:schemeClr val="tx1"/>
                </a:solidFill>
                <a:latin typeface="+mn-lt"/>
                <a:ea typeface="+mn-ea"/>
                <a:cs typeface="+mn-cs"/>
              </a:defRPr>
            </a:lvl4pPr>
            <a:lvl5pPr marL="898525" indent="-179388" algn="l" defTabSz="685800" rtl="0" eaLnBrk="1" latinLnBrk="0" hangingPunct="1">
              <a:lnSpc>
                <a:spcPct val="100000"/>
              </a:lnSpc>
              <a:spcBef>
                <a:spcPts val="0"/>
              </a:spcBef>
              <a:spcAft>
                <a:spcPts val="400"/>
              </a:spcAft>
              <a:buSzPct val="110000"/>
              <a:buFont typeface="Arial" panose="020B0604020202020204" pitchFamily="34" charset="0"/>
              <a:buChar char="◦"/>
              <a:defRPr lang="en-GB" sz="1400" kern="1200" dirty="0">
                <a:solidFill>
                  <a:schemeClr val="tx1"/>
                </a:solidFill>
                <a:latin typeface="+mn-lt"/>
                <a:ea typeface="+mn-ea"/>
                <a:cs typeface="+mn-cs"/>
              </a:defRPr>
            </a:lvl5pPr>
            <a:lvl6pPr marL="1260000" indent="-180000" algn="l" defTabSz="685800" rtl="0" eaLnBrk="1" latinLnBrk="0" hangingPunct="1">
              <a:lnSpc>
                <a:spcPct val="100000"/>
              </a:lnSpc>
              <a:spcBef>
                <a:spcPts val="0"/>
              </a:spcBef>
              <a:spcAft>
                <a:spcPts val="400"/>
              </a:spcAft>
              <a:buSzPct val="110000"/>
              <a:buFont typeface="Arial" panose="020B0604020202020204" pitchFamily="34" charset="0"/>
              <a:buChar char="◦"/>
              <a:defRPr sz="1400" kern="1200">
                <a:solidFill>
                  <a:schemeClr val="tx1"/>
                </a:solidFill>
                <a:latin typeface="+mn-lt"/>
                <a:ea typeface="+mn-ea"/>
                <a:cs typeface="+mn-cs"/>
              </a:defRPr>
            </a:lvl6pPr>
            <a:lvl7pPr marL="1260000" indent="-180000" algn="l" defTabSz="685800" rtl="0" eaLnBrk="1" latinLnBrk="0" hangingPunct="1">
              <a:lnSpc>
                <a:spcPct val="100000"/>
              </a:lnSpc>
              <a:spcBef>
                <a:spcPts val="0"/>
              </a:spcBef>
              <a:spcAft>
                <a:spcPts val="400"/>
              </a:spcAft>
              <a:buSzPct val="110000"/>
              <a:buFont typeface="Arial" panose="020B0604020202020204" pitchFamily="34" charset="0"/>
              <a:buChar char="◦"/>
              <a:defRPr sz="1400" kern="1200">
                <a:solidFill>
                  <a:schemeClr val="tx1"/>
                </a:solidFill>
                <a:latin typeface="+mn-lt"/>
                <a:ea typeface="+mn-ea"/>
                <a:cs typeface="+mn-cs"/>
              </a:defRPr>
            </a:lvl7pPr>
            <a:lvl8pPr marL="1260000" indent="-180000" algn="l" defTabSz="685800" rtl="0" eaLnBrk="1" latinLnBrk="0" hangingPunct="1">
              <a:lnSpc>
                <a:spcPct val="100000"/>
              </a:lnSpc>
              <a:spcBef>
                <a:spcPts val="0"/>
              </a:spcBef>
              <a:spcAft>
                <a:spcPts val="400"/>
              </a:spcAft>
              <a:buSzPct val="110000"/>
              <a:buFont typeface="Arial" panose="020B0604020202020204" pitchFamily="34" charset="0"/>
              <a:buChar char="◦"/>
              <a:defRPr sz="1400" kern="1200">
                <a:solidFill>
                  <a:schemeClr val="tx1"/>
                </a:solidFill>
                <a:latin typeface="+mn-lt"/>
                <a:ea typeface="+mn-ea"/>
                <a:cs typeface="+mn-cs"/>
              </a:defRPr>
            </a:lvl8pPr>
            <a:lvl9pPr marL="1260000" indent="-180000" algn="l" defTabSz="685800" rtl="0" eaLnBrk="1" latinLnBrk="0" hangingPunct="1">
              <a:lnSpc>
                <a:spcPct val="100000"/>
              </a:lnSpc>
              <a:spcBef>
                <a:spcPts val="0"/>
              </a:spcBef>
              <a:spcAft>
                <a:spcPts val="400"/>
              </a:spcAft>
              <a:buSzPct val="110000"/>
              <a:buFont typeface="Arial" panose="020B0604020202020204" pitchFamily="34" charset="0"/>
              <a:buChar char="◦"/>
              <a:defRPr sz="1400" kern="1200">
                <a:solidFill>
                  <a:schemeClr val="tx1"/>
                </a:solidFill>
                <a:latin typeface="+mn-lt"/>
                <a:ea typeface="+mn-ea"/>
                <a:cs typeface="+mn-cs"/>
              </a:defRPr>
            </a:lvl9pPr>
          </a:lstStyle>
          <a:p>
            <a:endParaRPr lang="en-GB" dirty="0"/>
          </a:p>
        </p:txBody>
      </p:sp>
      <p:sp>
        <p:nvSpPr>
          <p:cNvPr id="21" name="Text Placeholder 20">
            <a:extLst>
              <a:ext uri="{FF2B5EF4-FFF2-40B4-BE49-F238E27FC236}">
                <a16:creationId xmlns:a16="http://schemas.microsoft.com/office/drawing/2014/main" id="{35720CC7-39A2-ACCE-1227-E27D83510679}"/>
              </a:ext>
            </a:extLst>
          </p:cNvPr>
          <p:cNvSpPr>
            <a:spLocks noGrp="1"/>
          </p:cNvSpPr>
          <p:nvPr>
            <p:ph type="body" sz="quarter" idx="18"/>
          </p:nvPr>
        </p:nvSpPr>
        <p:spPr/>
        <p:txBody>
          <a:bodyPr/>
          <a:lstStyle/>
          <a:p>
            <a:endParaRPr lang="en-GB"/>
          </a:p>
        </p:txBody>
      </p:sp>
      <mc:AlternateContent xmlns:mc="http://schemas.openxmlformats.org/markup-compatibility/2006" xmlns:a14="http://schemas.microsoft.com/office/drawing/2010/main">
        <mc:Choice Requires="a14">
          <p:sp>
            <p:nvSpPr>
              <p:cNvPr id="22" name="Text Placeholder 8">
                <a:extLst>
                  <a:ext uri="{FF2B5EF4-FFF2-40B4-BE49-F238E27FC236}">
                    <a16:creationId xmlns:a16="http://schemas.microsoft.com/office/drawing/2014/main" id="{AC6CAF05-015E-1774-4FEB-1581E42BA1E5}"/>
                  </a:ext>
                </a:extLst>
              </p:cNvPr>
              <p:cNvSpPr txBox="1">
                <a:spLocks/>
              </p:cNvSpPr>
              <p:nvPr/>
            </p:nvSpPr>
            <p:spPr>
              <a:xfrm>
                <a:off x="412001" y="1161915"/>
                <a:ext cx="1438987" cy="215444"/>
              </a:xfrm>
              <a:prstGeom prst="rect">
                <a:avLst/>
              </a:prstGeom>
              <a:solidFill>
                <a:schemeClr val="bg1"/>
              </a:solidFill>
            </p:spPr>
            <p:txBody>
              <a:bodyPr vert="horz" wrap="square" lIns="36000" tIns="0" rIns="36000" bIns="0" rtlCol="0" anchor="ctr">
                <a:spAutoFit/>
              </a:bodyPr>
              <a:lstStyle>
                <a:lvl1pPr marL="180000" indent="-180000">
                  <a:lnSpc>
                    <a:spcPct val="100000"/>
                  </a:lnSpc>
                  <a:spcBef>
                    <a:spcPts val="0"/>
                  </a:spcBef>
                  <a:buFont typeface="Arial" panose="020B0604020202020204" pitchFamily="34" charset="0"/>
                  <a:buNone/>
                  <a:defRPr sz="1400" b="1">
                    <a:solidFill>
                      <a:srgbClr val="646464"/>
                    </a:solidFill>
                  </a:defRPr>
                </a:lvl1pPr>
                <a:lvl2pPr marL="358775" indent="-179388">
                  <a:lnSpc>
                    <a:spcPct val="100000"/>
                  </a:lnSpc>
                  <a:spcBef>
                    <a:spcPts val="0"/>
                  </a:spcBef>
                  <a:spcAft>
                    <a:spcPts val="400"/>
                  </a:spcAft>
                  <a:buFont typeface="Arial" panose="020B0604020202020204" pitchFamily="34" charset="0"/>
                  <a:buChar char="‒"/>
                  <a:defRPr lang="de-DE" sz="1400" dirty="0" smtClean="0"/>
                </a:lvl2pPr>
                <a:lvl3pPr marL="539750" indent="-179388">
                  <a:lnSpc>
                    <a:spcPct val="100000"/>
                  </a:lnSpc>
                  <a:spcBef>
                    <a:spcPts val="0"/>
                  </a:spcBef>
                  <a:spcAft>
                    <a:spcPts val="400"/>
                  </a:spcAft>
                  <a:buFont typeface="Arial" panose="020B0604020202020204" pitchFamily="34" charset="0"/>
                  <a:buChar char="•"/>
                  <a:defRPr lang="de-DE" sz="1400" dirty="0" smtClean="0"/>
                </a:lvl3pPr>
                <a:lvl4pPr marL="717550" indent="-179388">
                  <a:lnSpc>
                    <a:spcPct val="100000"/>
                  </a:lnSpc>
                  <a:spcBef>
                    <a:spcPts val="0"/>
                  </a:spcBef>
                  <a:spcAft>
                    <a:spcPts val="400"/>
                  </a:spcAft>
                  <a:buSzPct val="110000"/>
                  <a:buFont typeface="Arial" panose="020B0604020202020204" pitchFamily="34" charset="0"/>
                  <a:buChar char="◦"/>
                  <a:defRPr lang="de-DE" sz="1400" dirty="0" smtClean="0"/>
                </a:lvl4pPr>
                <a:lvl5pPr marL="898525" indent="-179388">
                  <a:lnSpc>
                    <a:spcPct val="100000"/>
                  </a:lnSpc>
                  <a:spcBef>
                    <a:spcPts val="0"/>
                  </a:spcBef>
                  <a:spcAft>
                    <a:spcPts val="400"/>
                  </a:spcAft>
                  <a:buSzPct val="110000"/>
                  <a:buFont typeface="Arial" panose="020B0604020202020204" pitchFamily="34" charset="0"/>
                  <a:buChar char="◦"/>
                  <a:defRPr lang="de-DE" sz="1400" dirty="0" smtClean="0"/>
                </a:lvl5pPr>
                <a:lvl6pPr marL="1260000" indent="-180000">
                  <a:lnSpc>
                    <a:spcPct val="100000"/>
                  </a:lnSpc>
                  <a:spcBef>
                    <a:spcPts val="0"/>
                  </a:spcBef>
                  <a:spcAft>
                    <a:spcPts val="400"/>
                  </a:spcAft>
                  <a:buSzPct val="110000"/>
                  <a:buFont typeface="Arial" panose="020B0604020202020204" pitchFamily="34" charset="0"/>
                  <a:buChar char="◦"/>
                  <a:defRPr sz="1400"/>
                </a:lvl6pPr>
                <a:lvl7pPr marL="1260000" indent="-180000">
                  <a:lnSpc>
                    <a:spcPct val="100000"/>
                  </a:lnSpc>
                  <a:spcBef>
                    <a:spcPts val="0"/>
                  </a:spcBef>
                  <a:spcAft>
                    <a:spcPts val="400"/>
                  </a:spcAft>
                  <a:buSzPct val="110000"/>
                  <a:buFont typeface="Arial" panose="020B0604020202020204" pitchFamily="34" charset="0"/>
                  <a:buChar char="◦"/>
                  <a:defRPr sz="1400"/>
                </a:lvl7pPr>
                <a:lvl8pPr marL="1260000" indent="-180000">
                  <a:lnSpc>
                    <a:spcPct val="100000"/>
                  </a:lnSpc>
                  <a:spcBef>
                    <a:spcPts val="0"/>
                  </a:spcBef>
                  <a:spcAft>
                    <a:spcPts val="400"/>
                  </a:spcAft>
                  <a:buSzPct val="110000"/>
                  <a:buFont typeface="Arial" panose="020B0604020202020204" pitchFamily="34" charset="0"/>
                  <a:buChar char="◦"/>
                  <a:defRPr sz="1400"/>
                </a:lvl8pPr>
                <a:lvl9pPr marL="1260000" indent="-180000">
                  <a:lnSpc>
                    <a:spcPct val="100000"/>
                  </a:lnSpc>
                  <a:spcBef>
                    <a:spcPts val="0"/>
                  </a:spcBef>
                  <a:spcAft>
                    <a:spcPts val="400"/>
                  </a:spcAft>
                  <a:buSzPct val="110000"/>
                  <a:buFont typeface="Arial" panose="020B0604020202020204" pitchFamily="34" charset="0"/>
                  <a:buChar char="◦"/>
                  <a:defRPr sz="1400"/>
                </a:lvl9pPr>
              </a:lstStyle>
              <a:p>
                <a:r>
                  <a:rPr lang="de-CH" dirty="0">
                    <a:solidFill>
                      <a:srgbClr val="0A5F2D"/>
                    </a:solidFill>
                  </a:rPr>
                  <a:t>Input (</a:t>
                </a:r>
                <a14:m>
                  <m:oMath xmlns:m="http://schemas.openxmlformats.org/officeDocument/2006/math">
                    <m:r>
                      <a:rPr lang="de-CH">
                        <a:solidFill>
                          <a:srgbClr val="0A5F2D"/>
                        </a:solidFill>
                        <a:latin typeface="Cambria Math" panose="02040503050406030204" pitchFamily="18" charset="0"/>
                      </a:rPr>
                      <m:t>𝑿</m:t>
                    </m:r>
                  </m:oMath>
                </a14:m>
                <a:r>
                  <a:rPr lang="en-GB" dirty="0">
                    <a:solidFill>
                      <a:srgbClr val="0A5F2D"/>
                    </a:solidFill>
                  </a:rPr>
                  <a:t>)</a:t>
                </a:r>
              </a:p>
            </p:txBody>
          </p:sp>
        </mc:Choice>
        <mc:Fallback xmlns="">
          <p:sp>
            <p:nvSpPr>
              <p:cNvPr id="22" name="Text Placeholder 8">
                <a:extLst>
                  <a:ext uri="{FF2B5EF4-FFF2-40B4-BE49-F238E27FC236}">
                    <a16:creationId xmlns:a16="http://schemas.microsoft.com/office/drawing/2014/main" id="{AC6CAF05-015E-1774-4FEB-1581E42BA1E5}"/>
                  </a:ext>
                </a:extLst>
              </p:cNvPr>
              <p:cNvSpPr txBox="1">
                <a:spLocks noRot="1" noChangeAspect="1" noMove="1" noResize="1" noEditPoints="1" noAdjustHandles="1" noChangeArrowheads="1" noChangeShapeType="1" noTextEdit="1"/>
              </p:cNvSpPr>
              <p:nvPr/>
            </p:nvSpPr>
            <p:spPr>
              <a:xfrm>
                <a:off x="412001" y="1161915"/>
                <a:ext cx="1438987" cy="215444"/>
              </a:xfrm>
              <a:prstGeom prst="rect">
                <a:avLst/>
              </a:prstGeom>
              <a:blipFill>
                <a:blip r:embed="rId4"/>
                <a:stretch>
                  <a:fillRect l="-5508" t="-25714" b="-51429"/>
                </a:stretch>
              </a:blipFill>
            </p:spPr>
            <p:txBody>
              <a:bodyPr/>
              <a:lstStyle/>
              <a:p>
                <a:r>
                  <a:rPr lang="en-GB">
                    <a:noFill/>
                  </a:rPr>
                  <a:t> </a:t>
                </a:r>
              </a:p>
            </p:txBody>
          </p:sp>
        </mc:Fallback>
      </mc:AlternateContent>
      <p:sp>
        <p:nvSpPr>
          <p:cNvPr id="24" name="TextBox 23">
            <a:extLst>
              <a:ext uri="{FF2B5EF4-FFF2-40B4-BE49-F238E27FC236}">
                <a16:creationId xmlns:a16="http://schemas.microsoft.com/office/drawing/2014/main" id="{F8D8D3A3-605F-9552-0A48-4B3D7BEB18AB}"/>
              </a:ext>
            </a:extLst>
          </p:cNvPr>
          <p:cNvSpPr txBox="1"/>
          <p:nvPr/>
        </p:nvSpPr>
        <p:spPr>
          <a:xfrm>
            <a:off x="492796" y="3423765"/>
            <a:ext cx="3854698" cy="461665"/>
          </a:xfrm>
          <a:prstGeom prst="rect">
            <a:avLst/>
          </a:prstGeom>
          <a:noFill/>
        </p:spPr>
        <p:txBody>
          <a:bodyPr wrap="square">
            <a:spAutoFit/>
          </a:bodyPr>
          <a:lstStyle/>
          <a:p>
            <a:pPr algn="ctr"/>
            <a:r>
              <a:rPr lang="de-CH" sz="1200" dirty="0"/>
              <a:t>You </a:t>
            </a:r>
            <a:r>
              <a:rPr lang="de-CH" sz="1200" dirty="0" err="1"/>
              <a:t>need</a:t>
            </a:r>
            <a:r>
              <a:rPr lang="de-CH" sz="1200" dirty="0"/>
              <a:t> to find </a:t>
            </a:r>
            <a:r>
              <a:rPr lang="de-CH" sz="1200" dirty="0" err="1"/>
              <a:t>data</a:t>
            </a:r>
            <a:r>
              <a:rPr lang="de-CH" sz="1200" dirty="0"/>
              <a:t> that </a:t>
            </a:r>
            <a:r>
              <a:rPr lang="de-CH" sz="1200" dirty="0" err="1"/>
              <a:t>has</a:t>
            </a:r>
            <a:r>
              <a:rPr lang="de-CH" sz="1200" dirty="0"/>
              <a:t> </a:t>
            </a:r>
            <a:r>
              <a:rPr lang="de-CH" sz="1200" b="1" dirty="0"/>
              <a:t>a </a:t>
            </a:r>
            <a:r>
              <a:rPr lang="de-CH" sz="1200" b="1" dirty="0" err="1"/>
              <a:t>number</a:t>
            </a:r>
            <a:r>
              <a:rPr lang="de-CH" sz="1200" b="1" dirty="0"/>
              <a:t> of </a:t>
            </a:r>
            <a:r>
              <a:rPr lang="de-CH" sz="1200" b="1" dirty="0" err="1"/>
              <a:t>features</a:t>
            </a:r>
            <a:r>
              <a:rPr lang="de-CH" sz="1200" b="1" dirty="0"/>
              <a:t> </a:t>
            </a:r>
            <a:r>
              <a:rPr lang="de-CH" sz="1200" dirty="0"/>
              <a:t>for a </a:t>
            </a:r>
            <a:r>
              <a:rPr lang="de-CH" sz="1200" b="1" dirty="0" err="1"/>
              <a:t>number</a:t>
            </a:r>
            <a:r>
              <a:rPr lang="de-CH" sz="1200" b="1" dirty="0"/>
              <a:t> of </a:t>
            </a:r>
            <a:r>
              <a:rPr lang="de-CH" sz="1200" b="1" dirty="0" err="1"/>
              <a:t>observations</a:t>
            </a:r>
            <a:r>
              <a:rPr lang="de-CH" sz="1200" b="1" dirty="0"/>
              <a:t> </a:t>
            </a:r>
            <a:r>
              <a:rPr lang="de-CH" sz="1200" i="1" dirty="0"/>
              <a:t>(</a:t>
            </a:r>
            <a:r>
              <a:rPr lang="de-CH" sz="1200" i="1" dirty="0" err="1"/>
              <a:t>think</a:t>
            </a:r>
            <a:r>
              <a:rPr lang="de-CH" sz="1200" i="1" dirty="0"/>
              <a:t> </a:t>
            </a:r>
            <a:r>
              <a:rPr lang="de-CH" sz="1200" i="1" dirty="0" err="1"/>
              <a:t>about</a:t>
            </a:r>
            <a:r>
              <a:rPr lang="de-CH" sz="1200" i="1" dirty="0"/>
              <a:t> </a:t>
            </a:r>
            <a:r>
              <a:rPr lang="de-CH" sz="1200" i="1" dirty="0" err="1"/>
              <a:t>it</a:t>
            </a:r>
            <a:r>
              <a:rPr lang="de-CH" sz="1200" i="1" dirty="0"/>
              <a:t> </a:t>
            </a:r>
            <a:r>
              <a:rPr lang="de-CH" sz="1200" i="1" dirty="0" err="1"/>
              <a:t>as</a:t>
            </a:r>
            <a:r>
              <a:rPr lang="de-CH" sz="1200" i="1" dirty="0"/>
              <a:t> a «</a:t>
            </a:r>
            <a:r>
              <a:rPr lang="de-CH" sz="1200" i="1" dirty="0" err="1"/>
              <a:t>table</a:t>
            </a:r>
            <a:r>
              <a:rPr lang="de-CH" sz="1200" i="1" dirty="0"/>
              <a:t>»).</a:t>
            </a:r>
            <a:r>
              <a:rPr lang="de-CH" sz="1200" dirty="0"/>
              <a:t> </a:t>
            </a:r>
            <a:endParaRPr lang="en-GB" sz="1200" dirty="0"/>
          </a:p>
        </p:txBody>
      </p:sp>
      <p:sp>
        <p:nvSpPr>
          <p:cNvPr id="3" name="Rectangle: Rounded Corners 2">
            <a:extLst>
              <a:ext uri="{FF2B5EF4-FFF2-40B4-BE49-F238E27FC236}">
                <a16:creationId xmlns:a16="http://schemas.microsoft.com/office/drawing/2014/main" id="{0528C57A-AE39-5701-56DE-6F2004AFE2F6}"/>
              </a:ext>
            </a:extLst>
          </p:cNvPr>
          <p:cNvSpPr/>
          <p:nvPr/>
        </p:nvSpPr>
        <p:spPr>
          <a:xfrm>
            <a:off x="2479823" y="708503"/>
            <a:ext cx="2001691" cy="845244"/>
          </a:xfrm>
          <a:prstGeom prst="roundRect">
            <a:avLst/>
          </a:prstGeom>
          <a:solidFill>
            <a:srgbClr val="0A5F2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CH" dirty="0" err="1"/>
              <a:t>Regardless</a:t>
            </a:r>
            <a:r>
              <a:rPr lang="de-CH" dirty="0"/>
              <a:t> of your </a:t>
            </a:r>
            <a:r>
              <a:rPr lang="de-CH" dirty="0" err="1"/>
              <a:t>project</a:t>
            </a:r>
            <a:r>
              <a:rPr lang="de-CH" dirty="0"/>
              <a:t>, you </a:t>
            </a:r>
            <a:r>
              <a:rPr lang="de-CH" dirty="0" err="1"/>
              <a:t>need</a:t>
            </a:r>
            <a:r>
              <a:rPr lang="de-CH" dirty="0"/>
              <a:t> Input </a:t>
            </a:r>
            <a:r>
              <a:rPr lang="de-CH" dirty="0" err="1"/>
              <a:t>data</a:t>
            </a:r>
            <a:r>
              <a:rPr lang="de-CH" dirty="0"/>
              <a:t> for your </a:t>
            </a:r>
            <a:r>
              <a:rPr lang="de-CH" dirty="0" err="1"/>
              <a:t>model</a:t>
            </a:r>
            <a:r>
              <a:rPr lang="de-CH" dirty="0"/>
              <a:t>.</a:t>
            </a:r>
            <a:endParaRPr lang="en-GB" dirty="0"/>
          </a:p>
        </p:txBody>
      </p:sp>
    </p:spTree>
    <p:extLst>
      <p:ext uri="{BB962C8B-B14F-4D97-AF65-F5344CB8AC3E}">
        <p14:creationId xmlns:p14="http://schemas.microsoft.com/office/powerpoint/2010/main" val="40902378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1DE1EFB-AB1D-04B0-6210-E1B4CC2FA52A}"/>
              </a:ext>
            </a:extLst>
          </p:cNvPr>
          <p:cNvSpPr>
            <a:spLocks noGrp="1"/>
          </p:cNvSpPr>
          <p:nvPr>
            <p:ph type="title"/>
          </p:nvPr>
        </p:nvSpPr>
        <p:spPr/>
        <p:txBody>
          <a:bodyPr/>
          <a:lstStyle/>
          <a:p>
            <a:r>
              <a:rPr lang="en-GB" dirty="0"/>
              <a:t>How do we implement ML in this course?</a:t>
            </a:r>
            <a:endParaRPr lang="en-US" dirty="0"/>
          </a:p>
        </p:txBody>
      </p:sp>
      <p:sp>
        <p:nvSpPr>
          <p:cNvPr id="3" name="Inhaltsplatzhalter 2">
            <a:extLst>
              <a:ext uri="{FF2B5EF4-FFF2-40B4-BE49-F238E27FC236}">
                <a16:creationId xmlns:a16="http://schemas.microsoft.com/office/drawing/2014/main" id="{5B8D7FB7-B350-A7B6-57D4-5790F8591541}"/>
              </a:ext>
            </a:extLst>
          </p:cNvPr>
          <p:cNvSpPr>
            <a:spLocks noGrp="1"/>
          </p:cNvSpPr>
          <p:nvPr>
            <p:ph idx="1"/>
          </p:nvPr>
        </p:nvSpPr>
        <p:spPr>
          <a:xfrm>
            <a:off x="358775" y="985900"/>
            <a:ext cx="8426450" cy="2847371"/>
          </a:xfrm>
        </p:spPr>
        <p:txBody>
          <a:bodyPr>
            <a:normAutofit/>
          </a:bodyPr>
          <a:lstStyle/>
          <a:p>
            <a:pPr marL="0" indent="0"/>
            <a:r>
              <a:rPr lang="en-GB" dirty="0"/>
              <a:t>We will use </a:t>
            </a:r>
            <a:r>
              <a:rPr lang="en-GB" dirty="0">
                <a:hlinkClick r:id="rId2"/>
              </a:rPr>
              <a:t>scikit-learn</a:t>
            </a:r>
            <a:r>
              <a:rPr lang="en-GB" dirty="0"/>
              <a:t> (a Python library) to instruct the computer to do the learning and to make the inferences for us. What we need to do, is:</a:t>
            </a:r>
          </a:p>
          <a:p>
            <a:pPr marL="342900" indent="-342900">
              <a:buFont typeface="+mj-lt"/>
              <a:buAutoNum type="arabicParenR"/>
            </a:pPr>
            <a:r>
              <a:rPr lang="en-GB" dirty="0"/>
              <a:t>Prepare the data (gather and clean the data),</a:t>
            </a:r>
          </a:p>
          <a:p>
            <a:pPr marL="342900" indent="-342900">
              <a:buFont typeface="+mj-lt"/>
              <a:buAutoNum type="arabicParenR"/>
            </a:pPr>
            <a:r>
              <a:rPr lang="en-GB" dirty="0"/>
              <a:t>Specify learning strategy (see below)</a:t>
            </a:r>
          </a:p>
          <a:p>
            <a:pPr marL="342900" indent="-342900">
              <a:buFont typeface="+mj-lt"/>
              <a:buAutoNum type="arabicParenR"/>
            </a:pPr>
            <a:r>
              <a:rPr lang="en-GB" dirty="0"/>
              <a:t>Train the model (let the computer find patterns in the data)</a:t>
            </a:r>
          </a:p>
          <a:p>
            <a:pPr marL="342900" indent="-342900">
              <a:buFont typeface="+mj-lt"/>
              <a:buAutoNum type="arabicParenR"/>
            </a:pPr>
            <a:endParaRPr lang="en-GB" dirty="0"/>
          </a:p>
          <a:p>
            <a:pPr marL="0" indent="0"/>
            <a:r>
              <a:rPr lang="en-GB" dirty="0"/>
              <a:t>There are various </a:t>
            </a:r>
            <a:r>
              <a:rPr lang="en-GB" b="1" dirty="0"/>
              <a:t>learning strategies</a:t>
            </a:r>
            <a:r>
              <a:rPr lang="en-GB" dirty="0"/>
              <a:t>, e.g.:</a:t>
            </a:r>
          </a:p>
          <a:p>
            <a:pPr marL="285750" indent="-285750">
              <a:buFont typeface="Wingdings" panose="05000000000000000000" pitchFamily="2" charset="2"/>
              <a:buChar char="§"/>
            </a:pPr>
            <a:r>
              <a:rPr lang="en-GB" dirty="0"/>
              <a:t>Classification: Identify which class a new entry belongs to, based on data that is labelled (i.e., has output classes).</a:t>
            </a:r>
          </a:p>
          <a:p>
            <a:pPr marL="285750" indent="-285750">
              <a:buFont typeface="Wingdings" panose="05000000000000000000" pitchFamily="2" charset="2"/>
              <a:buChar char="§"/>
            </a:pPr>
            <a:r>
              <a:rPr lang="en-GB" dirty="0"/>
              <a:t>Clustering: Identify which group a new entry belongs to, based on unlabelled data (i.e., we don’t know the classes for the data we gave the computer, and the computer identifies similar entries as ‘clusters’.)</a:t>
            </a:r>
          </a:p>
          <a:p>
            <a:pPr marL="285750" indent="-285750">
              <a:buFont typeface="Wingdings" panose="05000000000000000000" pitchFamily="2" charset="2"/>
              <a:buChar char="§"/>
            </a:pPr>
            <a:r>
              <a:rPr lang="en-GB" dirty="0"/>
              <a:t>Regression: Find an error-minimizing value (i.e., has output numbers)</a:t>
            </a:r>
          </a:p>
          <a:p>
            <a:pPr marL="285750" indent="-285750">
              <a:buFont typeface="Wingdings" panose="05000000000000000000" pitchFamily="2" charset="2"/>
              <a:buChar char="§"/>
            </a:pPr>
            <a:r>
              <a:rPr lang="en-GB" dirty="0"/>
              <a:t>Dimensionality reduction: Identification of relevant parameters compared to irrelevant ones</a:t>
            </a:r>
          </a:p>
        </p:txBody>
      </p:sp>
      <p:sp>
        <p:nvSpPr>
          <p:cNvPr id="4" name="Foliennummernplatzhalter 3">
            <a:extLst>
              <a:ext uri="{FF2B5EF4-FFF2-40B4-BE49-F238E27FC236}">
                <a16:creationId xmlns:a16="http://schemas.microsoft.com/office/drawing/2014/main" id="{FE3532F0-4E72-EF78-0AD0-F15188DBCA5E}"/>
              </a:ext>
            </a:extLst>
          </p:cNvPr>
          <p:cNvSpPr>
            <a:spLocks noGrp="1"/>
          </p:cNvSpPr>
          <p:nvPr>
            <p:ph type="sldNum" sz="quarter" idx="12"/>
          </p:nvPr>
        </p:nvSpPr>
        <p:spPr/>
        <p:txBody>
          <a:bodyPr/>
          <a:lstStyle/>
          <a:p>
            <a:fld id="{7559FC98-AF75-4A00-A03C-DF9FEBF6BCB9}" type="slidenum">
              <a:rPr lang="en-GB" smtClean="0"/>
              <a:pPr/>
              <a:t>11</a:t>
            </a:fld>
            <a:endParaRPr lang="en-GB"/>
          </a:p>
        </p:txBody>
      </p:sp>
      <p:sp>
        <p:nvSpPr>
          <p:cNvPr id="5" name="Textplatzhalter 4">
            <a:extLst>
              <a:ext uri="{FF2B5EF4-FFF2-40B4-BE49-F238E27FC236}">
                <a16:creationId xmlns:a16="http://schemas.microsoft.com/office/drawing/2014/main" id="{CED61715-1619-EBE8-5CE2-773E735C8AD7}"/>
              </a:ext>
            </a:extLst>
          </p:cNvPr>
          <p:cNvSpPr>
            <a:spLocks noGrp="1"/>
          </p:cNvSpPr>
          <p:nvPr>
            <p:ph type="body" sz="quarter" idx="10"/>
          </p:nvPr>
        </p:nvSpPr>
        <p:spPr/>
        <p:txBody>
          <a:bodyPr/>
          <a:lstStyle/>
          <a:p>
            <a:r>
              <a:rPr lang="de-CH" dirty="0"/>
              <a:t>Group Project</a:t>
            </a:r>
            <a:endParaRPr lang="en-GB" dirty="0"/>
          </a:p>
        </p:txBody>
      </p:sp>
      <p:sp>
        <p:nvSpPr>
          <p:cNvPr id="6" name="Text Placeholder 5">
            <a:extLst>
              <a:ext uri="{FF2B5EF4-FFF2-40B4-BE49-F238E27FC236}">
                <a16:creationId xmlns:a16="http://schemas.microsoft.com/office/drawing/2014/main" id="{52E8C7EA-59DF-891C-2DFA-B82418BC20B6}"/>
              </a:ext>
            </a:extLst>
          </p:cNvPr>
          <p:cNvSpPr>
            <a:spLocks noGrp="1"/>
          </p:cNvSpPr>
          <p:nvPr>
            <p:ph type="body" sz="quarter" idx="15"/>
          </p:nvPr>
        </p:nvSpPr>
        <p:spPr/>
        <p:txBody>
          <a:bodyPr/>
          <a:lstStyle/>
          <a:p>
            <a:r>
              <a:rPr lang="en-GB" dirty="0"/>
              <a:t>Check out the website of scikit-learn for more information.</a:t>
            </a:r>
          </a:p>
        </p:txBody>
      </p:sp>
      <p:sp>
        <p:nvSpPr>
          <p:cNvPr id="7" name="Content Placeholder 6">
            <a:extLst>
              <a:ext uri="{FF2B5EF4-FFF2-40B4-BE49-F238E27FC236}">
                <a16:creationId xmlns:a16="http://schemas.microsoft.com/office/drawing/2014/main" id="{D917E557-EFB5-12A4-E960-32540E48509F}"/>
              </a:ext>
            </a:extLst>
          </p:cNvPr>
          <p:cNvSpPr>
            <a:spLocks noGrp="1"/>
          </p:cNvSpPr>
          <p:nvPr>
            <p:ph sz="quarter" idx="17"/>
          </p:nvPr>
        </p:nvSpPr>
        <p:spPr/>
        <p:txBody>
          <a:bodyPr/>
          <a:lstStyle/>
          <a:p>
            <a:endParaRPr lang="en-GB"/>
          </a:p>
        </p:txBody>
      </p:sp>
    </p:spTree>
    <p:extLst>
      <p:ext uri="{BB962C8B-B14F-4D97-AF65-F5344CB8AC3E}">
        <p14:creationId xmlns:p14="http://schemas.microsoft.com/office/powerpoint/2010/main" val="10024437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A5F2D"/>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36256A2-67B2-CA01-7417-6A9C17C6B307}"/>
              </a:ext>
            </a:extLst>
          </p:cNvPr>
          <p:cNvSpPr>
            <a:spLocks noGrp="1"/>
          </p:cNvSpPr>
          <p:nvPr>
            <p:ph type="title"/>
          </p:nvPr>
        </p:nvSpPr>
        <p:spPr/>
        <p:txBody>
          <a:bodyPr/>
          <a:lstStyle/>
          <a:p>
            <a:r>
              <a:rPr lang="en-US"/>
              <a:t>Discussion of assignment 4 and the respective quiz</a:t>
            </a:r>
          </a:p>
        </p:txBody>
      </p:sp>
    </p:spTree>
    <p:extLst>
      <p:ext uri="{BB962C8B-B14F-4D97-AF65-F5344CB8AC3E}">
        <p14:creationId xmlns:p14="http://schemas.microsoft.com/office/powerpoint/2010/main" val="8609055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think-cell data - do not delete" hidden="1">
            <a:extLst>
              <a:ext uri="{FF2B5EF4-FFF2-40B4-BE49-F238E27FC236}">
                <a16:creationId xmlns:a16="http://schemas.microsoft.com/office/drawing/2014/main" id="{8CB5AB8C-15DE-7F53-A92B-8D6A4BAB615C}"/>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3" imgW="416" imgH="416" progId="TCLayout.ActiveDocument.1">
                  <p:embed/>
                </p:oleObj>
              </mc:Choice>
              <mc:Fallback>
                <p:oleObj name="think-cell Slide" r:id="rId3" imgW="416" imgH="416" progId="TCLayout.ActiveDocument.1">
                  <p:embed/>
                  <p:pic>
                    <p:nvPicPr>
                      <p:cNvPr id="12" name="think-cell data - do not delete" hidden="1">
                        <a:extLst>
                          <a:ext uri="{FF2B5EF4-FFF2-40B4-BE49-F238E27FC236}">
                            <a16:creationId xmlns:a16="http://schemas.microsoft.com/office/drawing/2014/main" id="{8CB5AB8C-15DE-7F53-A92B-8D6A4BAB615C}"/>
                          </a:ext>
                        </a:extLst>
                      </p:cNvPr>
                      <p:cNvPicPr/>
                      <p:nvPr/>
                    </p:nvPicPr>
                    <p:blipFill>
                      <a:blip r:embed="rId4"/>
                      <a:stretch>
                        <a:fillRect/>
                      </a:stretch>
                    </p:blipFill>
                    <p:spPr>
                      <a:xfrm>
                        <a:off x="1589" y="1589"/>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811F6EC9-ECF3-006B-D232-CFD08585C842}"/>
              </a:ext>
            </a:extLst>
          </p:cNvPr>
          <p:cNvSpPr>
            <a:spLocks noGrp="1"/>
          </p:cNvSpPr>
          <p:nvPr>
            <p:ph type="title"/>
          </p:nvPr>
        </p:nvSpPr>
        <p:spPr/>
        <p:txBody>
          <a:bodyPr vert="horz" anchor="t">
            <a:normAutofit/>
          </a:bodyPr>
          <a:lstStyle/>
          <a:p>
            <a:r>
              <a:rPr lang="en-US"/>
              <a:t>Question 1</a:t>
            </a:r>
            <a:endParaRPr lang="de-DE"/>
          </a:p>
        </p:txBody>
      </p:sp>
      <p:sp>
        <p:nvSpPr>
          <p:cNvPr id="4" name="Slide Number Placeholder 3">
            <a:extLst>
              <a:ext uri="{FF2B5EF4-FFF2-40B4-BE49-F238E27FC236}">
                <a16:creationId xmlns:a16="http://schemas.microsoft.com/office/drawing/2014/main" id="{D336C16C-9A9D-4995-BD64-AA815FD60689}"/>
              </a:ext>
            </a:extLst>
          </p:cNvPr>
          <p:cNvSpPr>
            <a:spLocks noGrp="1"/>
          </p:cNvSpPr>
          <p:nvPr>
            <p:ph type="sldNum" sz="quarter" idx="16"/>
          </p:nvPr>
        </p:nvSpPr>
        <p:spPr/>
        <p:txBody>
          <a:bodyPr anchor="t">
            <a:normAutofit/>
          </a:bodyPr>
          <a:lstStyle/>
          <a:p>
            <a:pPr>
              <a:spcAft>
                <a:spcPts val="600"/>
              </a:spcAft>
            </a:pPr>
            <a:fld id="{E5FDA4BF-9F52-4648-A04F-CE46871DE89F}" type="slidenum">
              <a:rPr lang="en-US" smtClean="0"/>
              <a:pPr>
                <a:spcAft>
                  <a:spcPts val="600"/>
                </a:spcAft>
              </a:pPr>
              <a:t>13</a:t>
            </a:fld>
            <a:endParaRPr lang="en-US"/>
          </a:p>
        </p:txBody>
      </p:sp>
      <p:sp>
        <p:nvSpPr>
          <p:cNvPr id="2" name="Textplatzhalter 4">
            <a:extLst>
              <a:ext uri="{FF2B5EF4-FFF2-40B4-BE49-F238E27FC236}">
                <a16:creationId xmlns:a16="http://schemas.microsoft.com/office/drawing/2014/main" id="{FB8D3EDC-DFB2-2ED0-E428-2E78F355589C}"/>
              </a:ext>
            </a:extLst>
          </p:cNvPr>
          <p:cNvSpPr>
            <a:spLocks noGrp="1"/>
          </p:cNvSpPr>
          <p:nvPr>
            <p:ph type="body" sz="quarter" idx="10"/>
          </p:nvPr>
        </p:nvSpPr>
        <p:spPr>
          <a:xfrm>
            <a:off x="359569" y="85789"/>
            <a:ext cx="8425656" cy="290450"/>
          </a:xfrm>
        </p:spPr>
        <p:txBody>
          <a:bodyPr/>
          <a:lstStyle/>
          <a:p>
            <a:r>
              <a:rPr lang="en-US"/>
              <a:t>Discussion Quiz 4</a:t>
            </a:r>
          </a:p>
        </p:txBody>
      </p:sp>
      <p:sp>
        <p:nvSpPr>
          <p:cNvPr id="8" name="Rectangle 7">
            <a:extLst>
              <a:ext uri="{FF2B5EF4-FFF2-40B4-BE49-F238E27FC236}">
                <a16:creationId xmlns:a16="http://schemas.microsoft.com/office/drawing/2014/main" id="{0AD2E7AD-D0A1-2B1B-3918-0ED88ECEA1DF}"/>
              </a:ext>
            </a:extLst>
          </p:cNvPr>
          <p:cNvSpPr/>
          <p:nvPr/>
        </p:nvSpPr>
        <p:spPr>
          <a:xfrm>
            <a:off x="2902591" y="2030136"/>
            <a:ext cx="285226" cy="286903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CH"/>
          </a:p>
        </p:txBody>
      </p:sp>
      <p:sp>
        <p:nvSpPr>
          <p:cNvPr id="5" name="Rectangle 4">
            <a:extLst>
              <a:ext uri="{FF2B5EF4-FFF2-40B4-BE49-F238E27FC236}">
                <a16:creationId xmlns:a16="http://schemas.microsoft.com/office/drawing/2014/main" id="{D3641DD9-4E0E-E2AE-F6F4-D279F8B3D315}"/>
              </a:ext>
            </a:extLst>
          </p:cNvPr>
          <p:cNvSpPr/>
          <p:nvPr/>
        </p:nvSpPr>
        <p:spPr>
          <a:xfrm>
            <a:off x="2299777" y="2889304"/>
            <a:ext cx="330926" cy="215180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CH"/>
          </a:p>
        </p:txBody>
      </p:sp>
      <p:pic>
        <p:nvPicPr>
          <p:cNvPr id="7" name="Picture 6">
            <a:extLst>
              <a:ext uri="{FF2B5EF4-FFF2-40B4-BE49-F238E27FC236}">
                <a16:creationId xmlns:a16="http://schemas.microsoft.com/office/drawing/2014/main" id="{D1B41E26-3529-60BA-F8C3-09A17500474F}"/>
              </a:ext>
            </a:extLst>
          </p:cNvPr>
          <p:cNvPicPr>
            <a:picLocks noChangeAspect="1"/>
          </p:cNvPicPr>
          <p:nvPr/>
        </p:nvPicPr>
        <p:blipFill>
          <a:blip r:embed="rId5"/>
          <a:stretch>
            <a:fillRect/>
          </a:stretch>
        </p:blipFill>
        <p:spPr>
          <a:xfrm>
            <a:off x="825022" y="985900"/>
            <a:ext cx="6160168" cy="2294038"/>
          </a:xfrm>
          <a:prstGeom prst="rect">
            <a:avLst/>
          </a:prstGeom>
        </p:spPr>
      </p:pic>
    </p:spTree>
    <p:extLst>
      <p:ext uri="{BB962C8B-B14F-4D97-AF65-F5344CB8AC3E}">
        <p14:creationId xmlns:p14="http://schemas.microsoft.com/office/powerpoint/2010/main" val="11722545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think-cell data - do not delete" hidden="1">
            <a:extLst>
              <a:ext uri="{FF2B5EF4-FFF2-40B4-BE49-F238E27FC236}">
                <a16:creationId xmlns:a16="http://schemas.microsoft.com/office/drawing/2014/main" id="{8CB5AB8C-15DE-7F53-A92B-8D6A4BAB615C}"/>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3" imgW="416" imgH="416" progId="TCLayout.ActiveDocument.1">
                  <p:embed/>
                </p:oleObj>
              </mc:Choice>
              <mc:Fallback>
                <p:oleObj name="think-cell Slide" r:id="rId3" imgW="416" imgH="416" progId="TCLayout.ActiveDocument.1">
                  <p:embed/>
                  <p:pic>
                    <p:nvPicPr>
                      <p:cNvPr id="12" name="think-cell data - do not delete" hidden="1">
                        <a:extLst>
                          <a:ext uri="{FF2B5EF4-FFF2-40B4-BE49-F238E27FC236}">
                            <a16:creationId xmlns:a16="http://schemas.microsoft.com/office/drawing/2014/main" id="{8CB5AB8C-15DE-7F53-A92B-8D6A4BAB615C}"/>
                          </a:ext>
                        </a:extLst>
                      </p:cNvPr>
                      <p:cNvPicPr/>
                      <p:nvPr/>
                    </p:nvPicPr>
                    <p:blipFill>
                      <a:blip r:embed="rId4"/>
                      <a:stretch>
                        <a:fillRect/>
                      </a:stretch>
                    </p:blipFill>
                    <p:spPr>
                      <a:xfrm>
                        <a:off x="1589" y="1589"/>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811F6EC9-ECF3-006B-D232-CFD08585C842}"/>
              </a:ext>
            </a:extLst>
          </p:cNvPr>
          <p:cNvSpPr>
            <a:spLocks noGrp="1"/>
          </p:cNvSpPr>
          <p:nvPr>
            <p:ph type="title"/>
          </p:nvPr>
        </p:nvSpPr>
        <p:spPr/>
        <p:txBody>
          <a:bodyPr vert="horz" anchor="t">
            <a:normAutofit/>
          </a:bodyPr>
          <a:lstStyle/>
          <a:p>
            <a:r>
              <a:rPr lang="en-US"/>
              <a:t>Question 2</a:t>
            </a:r>
            <a:endParaRPr lang="de-DE"/>
          </a:p>
        </p:txBody>
      </p:sp>
      <p:sp>
        <p:nvSpPr>
          <p:cNvPr id="4" name="Slide Number Placeholder 3">
            <a:extLst>
              <a:ext uri="{FF2B5EF4-FFF2-40B4-BE49-F238E27FC236}">
                <a16:creationId xmlns:a16="http://schemas.microsoft.com/office/drawing/2014/main" id="{D336C16C-9A9D-4995-BD64-AA815FD60689}"/>
              </a:ext>
            </a:extLst>
          </p:cNvPr>
          <p:cNvSpPr>
            <a:spLocks noGrp="1"/>
          </p:cNvSpPr>
          <p:nvPr>
            <p:ph type="sldNum" sz="quarter" idx="16"/>
          </p:nvPr>
        </p:nvSpPr>
        <p:spPr/>
        <p:txBody>
          <a:bodyPr anchor="t">
            <a:normAutofit/>
          </a:bodyPr>
          <a:lstStyle/>
          <a:p>
            <a:pPr>
              <a:spcAft>
                <a:spcPts val="600"/>
              </a:spcAft>
            </a:pPr>
            <a:fld id="{E5FDA4BF-9F52-4648-A04F-CE46871DE89F}" type="slidenum">
              <a:rPr lang="en-US" smtClean="0"/>
              <a:pPr>
                <a:spcAft>
                  <a:spcPts val="600"/>
                </a:spcAft>
              </a:pPr>
              <a:t>14</a:t>
            </a:fld>
            <a:endParaRPr lang="en-US"/>
          </a:p>
        </p:txBody>
      </p:sp>
      <p:sp>
        <p:nvSpPr>
          <p:cNvPr id="2" name="Textplatzhalter 4">
            <a:extLst>
              <a:ext uri="{FF2B5EF4-FFF2-40B4-BE49-F238E27FC236}">
                <a16:creationId xmlns:a16="http://schemas.microsoft.com/office/drawing/2014/main" id="{FB8D3EDC-DFB2-2ED0-E428-2E78F355589C}"/>
              </a:ext>
            </a:extLst>
          </p:cNvPr>
          <p:cNvSpPr>
            <a:spLocks noGrp="1"/>
          </p:cNvSpPr>
          <p:nvPr>
            <p:ph type="body" sz="quarter" idx="10"/>
          </p:nvPr>
        </p:nvSpPr>
        <p:spPr>
          <a:xfrm>
            <a:off x="359569" y="85789"/>
            <a:ext cx="8425656" cy="290450"/>
          </a:xfrm>
        </p:spPr>
        <p:txBody>
          <a:bodyPr/>
          <a:lstStyle/>
          <a:p>
            <a:r>
              <a:rPr lang="en-US"/>
              <a:t>Discussion Quiz 4</a:t>
            </a:r>
          </a:p>
        </p:txBody>
      </p:sp>
      <p:sp>
        <p:nvSpPr>
          <p:cNvPr id="8" name="Rectangle 7">
            <a:extLst>
              <a:ext uri="{FF2B5EF4-FFF2-40B4-BE49-F238E27FC236}">
                <a16:creationId xmlns:a16="http://schemas.microsoft.com/office/drawing/2014/main" id="{0AD2E7AD-D0A1-2B1B-3918-0ED88ECEA1DF}"/>
              </a:ext>
            </a:extLst>
          </p:cNvPr>
          <p:cNvSpPr/>
          <p:nvPr/>
        </p:nvSpPr>
        <p:spPr>
          <a:xfrm>
            <a:off x="2902591" y="2030136"/>
            <a:ext cx="285226" cy="286903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CH"/>
          </a:p>
        </p:txBody>
      </p:sp>
      <p:sp>
        <p:nvSpPr>
          <p:cNvPr id="5" name="Rectangle 4">
            <a:extLst>
              <a:ext uri="{FF2B5EF4-FFF2-40B4-BE49-F238E27FC236}">
                <a16:creationId xmlns:a16="http://schemas.microsoft.com/office/drawing/2014/main" id="{D3641DD9-4E0E-E2AE-F6F4-D279F8B3D315}"/>
              </a:ext>
            </a:extLst>
          </p:cNvPr>
          <p:cNvSpPr/>
          <p:nvPr/>
        </p:nvSpPr>
        <p:spPr>
          <a:xfrm>
            <a:off x="2299777" y="2889304"/>
            <a:ext cx="330926" cy="215180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CH"/>
          </a:p>
        </p:txBody>
      </p:sp>
      <p:pic>
        <p:nvPicPr>
          <p:cNvPr id="6" name="Grafik 5">
            <a:extLst>
              <a:ext uri="{FF2B5EF4-FFF2-40B4-BE49-F238E27FC236}">
                <a16:creationId xmlns:a16="http://schemas.microsoft.com/office/drawing/2014/main" id="{4A623C45-3C54-887F-D62F-019BFBC5B791}"/>
              </a:ext>
            </a:extLst>
          </p:cNvPr>
          <p:cNvPicPr>
            <a:picLocks noChangeAspect="1"/>
          </p:cNvPicPr>
          <p:nvPr/>
        </p:nvPicPr>
        <p:blipFill>
          <a:blip r:embed="rId5"/>
          <a:stretch>
            <a:fillRect/>
          </a:stretch>
        </p:blipFill>
        <p:spPr>
          <a:xfrm>
            <a:off x="658640" y="922532"/>
            <a:ext cx="6416643" cy="3524712"/>
          </a:xfrm>
          <a:prstGeom prst="rect">
            <a:avLst/>
          </a:prstGeom>
        </p:spPr>
      </p:pic>
    </p:spTree>
    <p:extLst>
      <p:ext uri="{BB962C8B-B14F-4D97-AF65-F5344CB8AC3E}">
        <p14:creationId xmlns:p14="http://schemas.microsoft.com/office/powerpoint/2010/main" val="8728740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think-cell data - do not delete" hidden="1">
            <a:extLst>
              <a:ext uri="{FF2B5EF4-FFF2-40B4-BE49-F238E27FC236}">
                <a16:creationId xmlns:a16="http://schemas.microsoft.com/office/drawing/2014/main" id="{8CB5AB8C-15DE-7F53-A92B-8D6A4BAB615C}"/>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3" imgW="416" imgH="416" progId="TCLayout.ActiveDocument.1">
                  <p:embed/>
                </p:oleObj>
              </mc:Choice>
              <mc:Fallback>
                <p:oleObj name="think-cell Slide" r:id="rId3" imgW="416" imgH="416" progId="TCLayout.ActiveDocument.1">
                  <p:embed/>
                  <p:pic>
                    <p:nvPicPr>
                      <p:cNvPr id="12" name="think-cell data - do not delete" hidden="1">
                        <a:extLst>
                          <a:ext uri="{FF2B5EF4-FFF2-40B4-BE49-F238E27FC236}">
                            <a16:creationId xmlns:a16="http://schemas.microsoft.com/office/drawing/2014/main" id="{8CB5AB8C-15DE-7F53-A92B-8D6A4BAB615C}"/>
                          </a:ext>
                        </a:extLst>
                      </p:cNvPr>
                      <p:cNvPicPr/>
                      <p:nvPr/>
                    </p:nvPicPr>
                    <p:blipFill>
                      <a:blip r:embed="rId4"/>
                      <a:stretch>
                        <a:fillRect/>
                      </a:stretch>
                    </p:blipFill>
                    <p:spPr>
                      <a:xfrm>
                        <a:off x="1589" y="1589"/>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811F6EC9-ECF3-006B-D232-CFD08585C842}"/>
              </a:ext>
            </a:extLst>
          </p:cNvPr>
          <p:cNvSpPr>
            <a:spLocks noGrp="1"/>
          </p:cNvSpPr>
          <p:nvPr>
            <p:ph type="title"/>
          </p:nvPr>
        </p:nvSpPr>
        <p:spPr/>
        <p:txBody>
          <a:bodyPr vert="horz" anchor="t">
            <a:normAutofit/>
          </a:bodyPr>
          <a:lstStyle/>
          <a:p>
            <a:r>
              <a:rPr lang="en-US"/>
              <a:t>Question 3</a:t>
            </a:r>
            <a:endParaRPr lang="de-DE"/>
          </a:p>
        </p:txBody>
      </p:sp>
      <p:sp>
        <p:nvSpPr>
          <p:cNvPr id="4" name="Slide Number Placeholder 3">
            <a:extLst>
              <a:ext uri="{FF2B5EF4-FFF2-40B4-BE49-F238E27FC236}">
                <a16:creationId xmlns:a16="http://schemas.microsoft.com/office/drawing/2014/main" id="{D336C16C-9A9D-4995-BD64-AA815FD60689}"/>
              </a:ext>
            </a:extLst>
          </p:cNvPr>
          <p:cNvSpPr>
            <a:spLocks noGrp="1"/>
          </p:cNvSpPr>
          <p:nvPr>
            <p:ph type="sldNum" sz="quarter" idx="16"/>
          </p:nvPr>
        </p:nvSpPr>
        <p:spPr/>
        <p:txBody>
          <a:bodyPr anchor="t">
            <a:normAutofit/>
          </a:bodyPr>
          <a:lstStyle/>
          <a:p>
            <a:pPr>
              <a:spcAft>
                <a:spcPts val="600"/>
              </a:spcAft>
            </a:pPr>
            <a:fld id="{E5FDA4BF-9F52-4648-A04F-CE46871DE89F}" type="slidenum">
              <a:rPr lang="en-US" smtClean="0"/>
              <a:pPr>
                <a:spcAft>
                  <a:spcPts val="600"/>
                </a:spcAft>
              </a:pPr>
              <a:t>15</a:t>
            </a:fld>
            <a:endParaRPr lang="en-US"/>
          </a:p>
        </p:txBody>
      </p:sp>
      <p:sp>
        <p:nvSpPr>
          <p:cNvPr id="2" name="Textplatzhalter 4">
            <a:extLst>
              <a:ext uri="{FF2B5EF4-FFF2-40B4-BE49-F238E27FC236}">
                <a16:creationId xmlns:a16="http://schemas.microsoft.com/office/drawing/2014/main" id="{FB8D3EDC-DFB2-2ED0-E428-2E78F355589C}"/>
              </a:ext>
            </a:extLst>
          </p:cNvPr>
          <p:cNvSpPr>
            <a:spLocks noGrp="1"/>
          </p:cNvSpPr>
          <p:nvPr>
            <p:ph type="body" sz="quarter" idx="10"/>
          </p:nvPr>
        </p:nvSpPr>
        <p:spPr>
          <a:xfrm>
            <a:off x="359569" y="85789"/>
            <a:ext cx="8425656" cy="290450"/>
          </a:xfrm>
        </p:spPr>
        <p:txBody>
          <a:bodyPr/>
          <a:lstStyle/>
          <a:p>
            <a:r>
              <a:rPr lang="en-US"/>
              <a:t>Discussion Quiz 4</a:t>
            </a:r>
          </a:p>
        </p:txBody>
      </p:sp>
      <p:sp>
        <p:nvSpPr>
          <p:cNvPr id="8" name="Rectangle 7">
            <a:extLst>
              <a:ext uri="{FF2B5EF4-FFF2-40B4-BE49-F238E27FC236}">
                <a16:creationId xmlns:a16="http://schemas.microsoft.com/office/drawing/2014/main" id="{0AD2E7AD-D0A1-2B1B-3918-0ED88ECEA1DF}"/>
              </a:ext>
            </a:extLst>
          </p:cNvPr>
          <p:cNvSpPr/>
          <p:nvPr/>
        </p:nvSpPr>
        <p:spPr>
          <a:xfrm>
            <a:off x="2902591" y="2030136"/>
            <a:ext cx="285226" cy="286903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CH"/>
          </a:p>
        </p:txBody>
      </p:sp>
      <p:sp>
        <p:nvSpPr>
          <p:cNvPr id="5" name="Rectangle 4">
            <a:extLst>
              <a:ext uri="{FF2B5EF4-FFF2-40B4-BE49-F238E27FC236}">
                <a16:creationId xmlns:a16="http://schemas.microsoft.com/office/drawing/2014/main" id="{D3641DD9-4E0E-E2AE-F6F4-D279F8B3D315}"/>
              </a:ext>
            </a:extLst>
          </p:cNvPr>
          <p:cNvSpPr/>
          <p:nvPr/>
        </p:nvSpPr>
        <p:spPr>
          <a:xfrm>
            <a:off x="2299777" y="2889304"/>
            <a:ext cx="330926" cy="215180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CH"/>
          </a:p>
        </p:txBody>
      </p:sp>
      <p:pic>
        <p:nvPicPr>
          <p:cNvPr id="9" name="Picture 8">
            <a:extLst>
              <a:ext uri="{FF2B5EF4-FFF2-40B4-BE49-F238E27FC236}">
                <a16:creationId xmlns:a16="http://schemas.microsoft.com/office/drawing/2014/main" id="{DA99A6F9-0CAB-BD0B-C8D4-F3837AA80704}"/>
              </a:ext>
            </a:extLst>
          </p:cNvPr>
          <p:cNvPicPr>
            <a:picLocks noChangeAspect="1"/>
          </p:cNvPicPr>
          <p:nvPr/>
        </p:nvPicPr>
        <p:blipFill>
          <a:blip r:embed="rId5"/>
          <a:stretch>
            <a:fillRect/>
          </a:stretch>
        </p:blipFill>
        <p:spPr>
          <a:xfrm>
            <a:off x="907525" y="895290"/>
            <a:ext cx="7452704" cy="3225868"/>
          </a:xfrm>
          <a:prstGeom prst="rect">
            <a:avLst/>
          </a:prstGeom>
        </p:spPr>
      </p:pic>
    </p:spTree>
    <p:extLst>
      <p:ext uri="{BB962C8B-B14F-4D97-AF65-F5344CB8AC3E}">
        <p14:creationId xmlns:p14="http://schemas.microsoft.com/office/powerpoint/2010/main" val="25071918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think-cell data - do not delete" hidden="1">
            <a:extLst>
              <a:ext uri="{FF2B5EF4-FFF2-40B4-BE49-F238E27FC236}">
                <a16:creationId xmlns:a16="http://schemas.microsoft.com/office/drawing/2014/main" id="{8CB5AB8C-15DE-7F53-A92B-8D6A4BAB615C}"/>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3" imgW="416" imgH="416" progId="TCLayout.ActiveDocument.1">
                  <p:embed/>
                </p:oleObj>
              </mc:Choice>
              <mc:Fallback>
                <p:oleObj name="think-cell Slide" r:id="rId3" imgW="416" imgH="416" progId="TCLayout.ActiveDocument.1">
                  <p:embed/>
                  <p:pic>
                    <p:nvPicPr>
                      <p:cNvPr id="12" name="think-cell data - do not delete" hidden="1">
                        <a:extLst>
                          <a:ext uri="{FF2B5EF4-FFF2-40B4-BE49-F238E27FC236}">
                            <a16:creationId xmlns:a16="http://schemas.microsoft.com/office/drawing/2014/main" id="{8CB5AB8C-15DE-7F53-A92B-8D6A4BAB615C}"/>
                          </a:ext>
                        </a:extLst>
                      </p:cNvPr>
                      <p:cNvPicPr/>
                      <p:nvPr/>
                    </p:nvPicPr>
                    <p:blipFill>
                      <a:blip r:embed="rId4"/>
                      <a:stretch>
                        <a:fillRect/>
                      </a:stretch>
                    </p:blipFill>
                    <p:spPr>
                      <a:xfrm>
                        <a:off x="1589" y="1589"/>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811F6EC9-ECF3-006B-D232-CFD08585C842}"/>
              </a:ext>
            </a:extLst>
          </p:cNvPr>
          <p:cNvSpPr>
            <a:spLocks noGrp="1"/>
          </p:cNvSpPr>
          <p:nvPr>
            <p:ph type="title"/>
          </p:nvPr>
        </p:nvSpPr>
        <p:spPr/>
        <p:txBody>
          <a:bodyPr vert="horz" anchor="t">
            <a:normAutofit/>
          </a:bodyPr>
          <a:lstStyle/>
          <a:p>
            <a:r>
              <a:rPr lang="en-US"/>
              <a:t>Question 4</a:t>
            </a:r>
            <a:endParaRPr lang="de-DE"/>
          </a:p>
        </p:txBody>
      </p:sp>
      <p:sp>
        <p:nvSpPr>
          <p:cNvPr id="4" name="Slide Number Placeholder 3">
            <a:extLst>
              <a:ext uri="{FF2B5EF4-FFF2-40B4-BE49-F238E27FC236}">
                <a16:creationId xmlns:a16="http://schemas.microsoft.com/office/drawing/2014/main" id="{D336C16C-9A9D-4995-BD64-AA815FD60689}"/>
              </a:ext>
            </a:extLst>
          </p:cNvPr>
          <p:cNvSpPr>
            <a:spLocks noGrp="1"/>
          </p:cNvSpPr>
          <p:nvPr>
            <p:ph type="sldNum" sz="quarter" idx="16"/>
          </p:nvPr>
        </p:nvSpPr>
        <p:spPr/>
        <p:txBody>
          <a:bodyPr anchor="t">
            <a:normAutofit/>
          </a:bodyPr>
          <a:lstStyle/>
          <a:p>
            <a:pPr>
              <a:spcAft>
                <a:spcPts val="600"/>
              </a:spcAft>
            </a:pPr>
            <a:fld id="{E5FDA4BF-9F52-4648-A04F-CE46871DE89F}" type="slidenum">
              <a:rPr lang="en-US" smtClean="0"/>
              <a:pPr>
                <a:spcAft>
                  <a:spcPts val="600"/>
                </a:spcAft>
              </a:pPr>
              <a:t>16</a:t>
            </a:fld>
            <a:endParaRPr lang="en-US"/>
          </a:p>
        </p:txBody>
      </p:sp>
      <p:sp>
        <p:nvSpPr>
          <p:cNvPr id="2" name="Textplatzhalter 4">
            <a:extLst>
              <a:ext uri="{FF2B5EF4-FFF2-40B4-BE49-F238E27FC236}">
                <a16:creationId xmlns:a16="http://schemas.microsoft.com/office/drawing/2014/main" id="{FB8D3EDC-DFB2-2ED0-E428-2E78F355589C}"/>
              </a:ext>
            </a:extLst>
          </p:cNvPr>
          <p:cNvSpPr>
            <a:spLocks noGrp="1"/>
          </p:cNvSpPr>
          <p:nvPr>
            <p:ph type="body" sz="quarter" idx="10"/>
          </p:nvPr>
        </p:nvSpPr>
        <p:spPr>
          <a:xfrm>
            <a:off x="359569" y="85789"/>
            <a:ext cx="8425656" cy="290450"/>
          </a:xfrm>
        </p:spPr>
        <p:txBody>
          <a:bodyPr/>
          <a:lstStyle/>
          <a:p>
            <a:r>
              <a:rPr lang="en-US" dirty="0"/>
              <a:t>Discussion Quiz 4</a:t>
            </a:r>
          </a:p>
        </p:txBody>
      </p:sp>
      <p:sp>
        <p:nvSpPr>
          <p:cNvPr id="8" name="Rectangle 7">
            <a:extLst>
              <a:ext uri="{FF2B5EF4-FFF2-40B4-BE49-F238E27FC236}">
                <a16:creationId xmlns:a16="http://schemas.microsoft.com/office/drawing/2014/main" id="{0AD2E7AD-D0A1-2B1B-3918-0ED88ECEA1DF}"/>
              </a:ext>
            </a:extLst>
          </p:cNvPr>
          <p:cNvSpPr/>
          <p:nvPr/>
        </p:nvSpPr>
        <p:spPr>
          <a:xfrm>
            <a:off x="2902591" y="2030136"/>
            <a:ext cx="285226" cy="286903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CH"/>
          </a:p>
        </p:txBody>
      </p:sp>
      <p:sp>
        <p:nvSpPr>
          <p:cNvPr id="5" name="Rectangle 4">
            <a:extLst>
              <a:ext uri="{FF2B5EF4-FFF2-40B4-BE49-F238E27FC236}">
                <a16:creationId xmlns:a16="http://schemas.microsoft.com/office/drawing/2014/main" id="{D3641DD9-4E0E-E2AE-F6F4-D279F8B3D315}"/>
              </a:ext>
            </a:extLst>
          </p:cNvPr>
          <p:cNvSpPr/>
          <p:nvPr/>
        </p:nvSpPr>
        <p:spPr>
          <a:xfrm>
            <a:off x="2299777" y="2889304"/>
            <a:ext cx="330926" cy="215180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CH"/>
          </a:p>
        </p:txBody>
      </p:sp>
      <p:pic>
        <p:nvPicPr>
          <p:cNvPr id="6" name="Grafik 5">
            <a:extLst>
              <a:ext uri="{FF2B5EF4-FFF2-40B4-BE49-F238E27FC236}">
                <a16:creationId xmlns:a16="http://schemas.microsoft.com/office/drawing/2014/main" id="{4080011D-4D01-E75A-21FC-05172C589196}"/>
              </a:ext>
            </a:extLst>
          </p:cNvPr>
          <p:cNvPicPr>
            <a:picLocks noChangeAspect="1"/>
          </p:cNvPicPr>
          <p:nvPr/>
        </p:nvPicPr>
        <p:blipFill>
          <a:blip r:embed="rId5"/>
          <a:stretch>
            <a:fillRect/>
          </a:stretch>
        </p:blipFill>
        <p:spPr>
          <a:xfrm>
            <a:off x="758227" y="884784"/>
            <a:ext cx="6950798" cy="3561667"/>
          </a:xfrm>
          <a:prstGeom prst="rect">
            <a:avLst/>
          </a:prstGeom>
        </p:spPr>
      </p:pic>
    </p:spTree>
    <p:extLst>
      <p:ext uri="{BB962C8B-B14F-4D97-AF65-F5344CB8AC3E}">
        <p14:creationId xmlns:p14="http://schemas.microsoft.com/office/powerpoint/2010/main" val="9939332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think-cell data - do not delete" hidden="1">
            <a:extLst>
              <a:ext uri="{FF2B5EF4-FFF2-40B4-BE49-F238E27FC236}">
                <a16:creationId xmlns:a16="http://schemas.microsoft.com/office/drawing/2014/main" id="{8CB5AB8C-15DE-7F53-A92B-8D6A4BAB615C}"/>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3" imgW="416" imgH="416" progId="TCLayout.ActiveDocument.1">
                  <p:embed/>
                </p:oleObj>
              </mc:Choice>
              <mc:Fallback>
                <p:oleObj name="think-cell Slide" r:id="rId3" imgW="416" imgH="416" progId="TCLayout.ActiveDocument.1">
                  <p:embed/>
                  <p:pic>
                    <p:nvPicPr>
                      <p:cNvPr id="12" name="think-cell data - do not delete" hidden="1">
                        <a:extLst>
                          <a:ext uri="{FF2B5EF4-FFF2-40B4-BE49-F238E27FC236}">
                            <a16:creationId xmlns:a16="http://schemas.microsoft.com/office/drawing/2014/main" id="{8CB5AB8C-15DE-7F53-A92B-8D6A4BAB615C}"/>
                          </a:ext>
                        </a:extLst>
                      </p:cNvPr>
                      <p:cNvPicPr/>
                      <p:nvPr/>
                    </p:nvPicPr>
                    <p:blipFill>
                      <a:blip r:embed="rId4"/>
                      <a:stretch>
                        <a:fillRect/>
                      </a:stretch>
                    </p:blipFill>
                    <p:spPr>
                      <a:xfrm>
                        <a:off x="1589" y="1589"/>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811F6EC9-ECF3-006B-D232-CFD08585C842}"/>
              </a:ext>
            </a:extLst>
          </p:cNvPr>
          <p:cNvSpPr>
            <a:spLocks noGrp="1"/>
          </p:cNvSpPr>
          <p:nvPr>
            <p:ph type="title"/>
          </p:nvPr>
        </p:nvSpPr>
        <p:spPr/>
        <p:txBody>
          <a:bodyPr vert="horz" anchor="t">
            <a:normAutofit/>
          </a:bodyPr>
          <a:lstStyle/>
          <a:p>
            <a:r>
              <a:rPr lang="en-US"/>
              <a:t>Question 5</a:t>
            </a:r>
            <a:endParaRPr lang="de-DE"/>
          </a:p>
        </p:txBody>
      </p:sp>
      <p:sp>
        <p:nvSpPr>
          <p:cNvPr id="4" name="Slide Number Placeholder 3">
            <a:extLst>
              <a:ext uri="{FF2B5EF4-FFF2-40B4-BE49-F238E27FC236}">
                <a16:creationId xmlns:a16="http://schemas.microsoft.com/office/drawing/2014/main" id="{D336C16C-9A9D-4995-BD64-AA815FD60689}"/>
              </a:ext>
            </a:extLst>
          </p:cNvPr>
          <p:cNvSpPr>
            <a:spLocks noGrp="1"/>
          </p:cNvSpPr>
          <p:nvPr>
            <p:ph type="sldNum" sz="quarter" idx="16"/>
          </p:nvPr>
        </p:nvSpPr>
        <p:spPr/>
        <p:txBody>
          <a:bodyPr anchor="t">
            <a:normAutofit/>
          </a:bodyPr>
          <a:lstStyle/>
          <a:p>
            <a:pPr>
              <a:spcAft>
                <a:spcPts val="600"/>
              </a:spcAft>
            </a:pPr>
            <a:fld id="{E5FDA4BF-9F52-4648-A04F-CE46871DE89F}" type="slidenum">
              <a:rPr lang="en-US" smtClean="0"/>
              <a:pPr>
                <a:spcAft>
                  <a:spcPts val="600"/>
                </a:spcAft>
              </a:pPr>
              <a:t>17</a:t>
            </a:fld>
            <a:endParaRPr lang="en-US"/>
          </a:p>
        </p:txBody>
      </p:sp>
      <p:sp>
        <p:nvSpPr>
          <p:cNvPr id="2" name="Textplatzhalter 4">
            <a:extLst>
              <a:ext uri="{FF2B5EF4-FFF2-40B4-BE49-F238E27FC236}">
                <a16:creationId xmlns:a16="http://schemas.microsoft.com/office/drawing/2014/main" id="{FB8D3EDC-DFB2-2ED0-E428-2E78F355589C}"/>
              </a:ext>
            </a:extLst>
          </p:cNvPr>
          <p:cNvSpPr>
            <a:spLocks noGrp="1"/>
          </p:cNvSpPr>
          <p:nvPr>
            <p:ph type="body" sz="quarter" idx="10"/>
          </p:nvPr>
        </p:nvSpPr>
        <p:spPr>
          <a:xfrm>
            <a:off x="359569" y="85789"/>
            <a:ext cx="8425656" cy="290450"/>
          </a:xfrm>
        </p:spPr>
        <p:txBody>
          <a:bodyPr/>
          <a:lstStyle/>
          <a:p>
            <a:r>
              <a:rPr lang="en-US"/>
              <a:t>Discussion Quiz 4</a:t>
            </a:r>
          </a:p>
        </p:txBody>
      </p:sp>
      <p:sp>
        <p:nvSpPr>
          <p:cNvPr id="8" name="Rectangle 7">
            <a:extLst>
              <a:ext uri="{FF2B5EF4-FFF2-40B4-BE49-F238E27FC236}">
                <a16:creationId xmlns:a16="http://schemas.microsoft.com/office/drawing/2014/main" id="{0AD2E7AD-D0A1-2B1B-3918-0ED88ECEA1DF}"/>
              </a:ext>
            </a:extLst>
          </p:cNvPr>
          <p:cNvSpPr/>
          <p:nvPr/>
        </p:nvSpPr>
        <p:spPr>
          <a:xfrm>
            <a:off x="2902591" y="2030136"/>
            <a:ext cx="285226" cy="286903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CH"/>
          </a:p>
        </p:txBody>
      </p:sp>
      <p:sp>
        <p:nvSpPr>
          <p:cNvPr id="5" name="Rectangle 4">
            <a:extLst>
              <a:ext uri="{FF2B5EF4-FFF2-40B4-BE49-F238E27FC236}">
                <a16:creationId xmlns:a16="http://schemas.microsoft.com/office/drawing/2014/main" id="{D3641DD9-4E0E-E2AE-F6F4-D279F8B3D315}"/>
              </a:ext>
            </a:extLst>
          </p:cNvPr>
          <p:cNvSpPr/>
          <p:nvPr/>
        </p:nvSpPr>
        <p:spPr>
          <a:xfrm>
            <a:off x="2299777" y="2889304"/>
            <a:ext cx="330926" cy="215180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CH"/>
          </a:p>
        </p:txBody>
      </p:sp>
      <p:pic>
        <p:nvPicPr>
          <p:cNvPr id="9" name="Grafik 8">
            <a:extLst>
              <a:ext uri="{FF2B5EF4-FFF2-40B4-BE49-F238E27FC236}">
                <a16:creationId xmlns:a16="http://schemas.microsoft.com/office/drawing/2014/main" id="{83585F89-AFEE-517C-F2FD-21E9F040445F}"/>
              </a:ext>
            </a:extLst>
          </p:cNvPr>
          <p:cNvPicPr>
            <a:picLocks noChangeAspect="1"/>
          </p:cNvPicPr>
          <p:nvPr/>
        </p:nvPicPr>
        <p:blipFill>
          <a:blip r:embed="rId5"/>
          <a:stretch>
            <a:fillRect/>
          </a:stretch>
        </p:blipFill>
        <p:spPr>
          <a:xfrm>
            <a:off x="685800" y="1578724"/>
            <a:ext cx="7772400" cy="1986051"/>
          </a:xfrm>
          <a:prstGeom prst="rect">
            <a:avLst/>
          </a:prstGeom>
        </p:spPr>
      </p:pic>
    </p:spTree>
    <p:extLst>
      <p:ext uri="{BB962C8B-B14F-4D97-AF65-F5344CB8AC3E}">
        <p14:creationId xmlns:p14="http://schemas.microsoft.com/office/powerpoint/2010/main" val="27151126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think-cell data - do not delete" hidden="1">
            <a:extLst>
              <a:ext uri="{FF2B5EF4-FFF2-40B4-BE49-F238E27FC236}">
                <a16:creationId xmlns:a16="http://schemas.microsoft.com/office/drawing/2014/main" id="{8CB5AB8C-15DE-7F53-A92B-8D6A4BAB615C}"/>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Slide" r:id="rId3" imgW="416" imgH="416" progId="TCLayout.ActiveDocument.1">
                  <p:embed/>
                </p:oleObj>
              </mc:Choice>
              <mc:Fallback>
                <p:oleObj name="think-cell Slide" r:id="rId3" imgW="416" imgH="416" progId="TCLayout.ActiveDocument.1">
                  <p:embed/>
                  <p:pic>
                    <p:nvPicPr>
                      <p:cNvPr id="12" name="think-cell data - do not delete" hidden="1">
                        <a:extLst>
                          <a:ext uri="{FF2B5EF4-FFF2-40B4-BE49-F238E27FC236}">
                            <a16:creationId xmlns:a16="http://schemas.microsoft.com/office/drawing/2014/main" id="{8CB5AB8C-15DE-7F53-A92B-8D6A4BAB615C}"/>
                          </a:ext>
                        </a:extLst>
                      </p:cNvPr>
                      <p:cNvPicPr/>
                      <p:nvPr/>
                    </p:nvPicPr>
                    <p:blipFill>
                      <a:blip r:embed="rId4"/>
                      <a:stretch>
                        <a:fillRect/>
                      </a:stretch>
                    </p:blipFill>
                    <p:spPr>
                      <a:xfrm>
                        <a:off x="1589" y="1589"/>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811F6EC9-ECF3-006B-D232-CFD08585C842}"/>
              </a:ext>
            </a:extLst>
          </p:cNvPr>
          <p:cNvSpPr>
            <a:spLocks noGrp="1"/>
          </p:cNvSpPr>
          <p:nvPr>
            <p:ph type="title"/>
          </p:nvPr>
        </p:nvSpPr>
        <p:spPr/>
        <p:txBody>
          <a:bodyPr vert="horz" anchor="t">
            <a:normAutofit/>
          </a:bodyPr>
          <a:lstStyle/>
          <a:p>
            <a:r>
              <a:rPr lang="en-US"/>
              <a:t>Question 6</a:t>
            </a:r>
            <a:endParaRPr lang="de-DE"/>
          </a:p>
        </p:txBody>
      </p:sp>
      <p:sp>
        <p:nvSpPr>
          <p:cNvPr id="4" name="Slide Number Placeholder 3">
            <a:extLst>
              <a:ext uri="{FF2B5EF4-FFF2-40B4-BE49-F238E27FC236}">
                <a16:creationId xmlns:a16="http://schemas.microsoft.com/office/drawing/2014/main" id="{D336C16C-9A9D-4995-BD64-AA815FD60689}"/>
              </a:ext>
            </a:extLst>
          </p:cNvPr>
          <p:cNvSpPr>
            <a:spLocks noGrp="1"/>
          </p:cNvSpPr>
          <p:nvPr>
            <p:ph type="sldNum" sz="quarter" idx="16"/>
          </p:nvPr>
        </p:nvSpPr>
        <p:spPr/>
        <p:txBody>
          <a:bodyPr anchor="t">
            <a:normAutofit/>
          </a:bodyPr>
          <a:lstStyle/>
          <a:p>
            <a:pPr>
              <a:spcAft>
                <a:spcPts val="600"/>
              </a:spcAft>
            </a:pPr>
            <a:fld id="{E5FDA4BF-9F52-4648-A04F-CE46871DE89F}" type="slidenum">
              <a:rPr lang="en-US" smtClean="0"/>
              <a:pPr>
                <a:spcAft>
                  <a:spcPts val="600"/>
                </a:spcAft>
              </a:pPr>
              <a:t>18</a:t>
            </a:fld>
            <a:endParaRPr lang="en-US"/>
          </a:p>
        </p:txBody>
      </p:sp>
      <p:sp>
        <p:nvSpPr>
          <p:cNvPr id="2" name="Textplatzhalter 4">
            <a:extLst>
              <a:ext uri="{FF2B5EF4-FFF2-40B4-BE49-F238E27FC236}">
                <a16:creationId xmlns:a16="http://schemas.microsoft.com/office/drawing/2014/main" id="{FB8D3EDC-DFB2-2ED0-E428-2E78F355589C}"/>
              </a:ext>
            </a:extLst>
          </p:cNvPr>
          <p:cNvSpPr>
            <a:spLocks noGrp="1"/>
          </p:cNvSpPr>
          <p:nvPr>
            <p:ph type="body" sz="quarter" idx="10"/>
          </p:nvPr>
        </p:nvSpPr>
        <p:spPr>
          <a:xfrm>
            <a:off x="359569" y="85789"/>
            <a:ext cx="8425656" cy="290450"/>
          </a:xfrm>
        </p:spPr>
        <p:txBody>
          <a:bodyPr/>
          <a:lstStyle/>
          <a:p>
            <a:r>
              <a:rPr lang="en-US"/>
              <a:t>Discussion Quiz 4</a:t>
            </a:r>
          </a:p>
        </p:txBody>
      </p:sp>
      <p:sp>
        <p:nvSpPr>
          <p:cNvPr id="8" name="Rectangle 7">
            <a:extLst>
              <a:ext uri="{FF2B5EF4-FFF2-40B4-BE49-F238E27FC236}">
                <a16:creationId xmlns:a16="http://schemas.microsoft.com/office/drawing/2014/main" id="{0AD2E7AD-D0A1-2B1B-3918-0ED88ECEA1DF}"/>
              </a:ext>
            </a:extLst>
          </p:cNvPr>
          <p:cNvSpPr/>
          <p:nvPr/>
        </p:nvSpPr>
        <p:spPr>
          <a:xfrm>
            <a:off x="2902591" y="2030136"/>
            <a:ext cx="285226" cy="286903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CH"/>
          </a:p>
        </p:txBody>
      </p:sp>
      <p:sp>
        <p:nvSpPr>
          <p:cNvPr id="5" name="Rectangle 4">
            <a:extLst>
              <a:ext uri="{FF2B5EF4-FFF2-40B4-BE49-F238E27FC236}">
                <a16:creationId xmlns:a16="http://schemas.microsoft.com/office/drawing/2014/main" id="{D3641DD9-4E0E-E2AE-F6F4-D279F8B3D315}"/>
              </a:ext>
            </a:extLst>
          </p:cNvPr>
          <p:cNvSpPr/>
          <p:nvPr/>
        </p:nvSpPr>
        <p:spPr>
          <a:xfrm>
            <a:off x="2299777" y="2889304"/>
            <a:ext cx="330926" cy="215180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CH"/>
          </a:p>
        </p:txBody>
      </p:sp>
      <p:pic>
        <p:nvPicPr>
          <p:cNvPr id="9" name="Picture 8">
            <a:extLst>
              <a:ext uri="{FF2B5EF4-FFF2-40B4-BE49-F238E27FC236}">
                <a16:creationId xmlns:a16="http://schemas.microsoft.com/office/drawing/2014/main" id="{5FD274DB-A6A3-1BB7-0C66-0731046B5263}"/>
              </a:ext>
            </a:extLst>
          </p:cNvPr>
          <p:cNvPicPr>
            <a:picLocks noChangeAspect="1"/>
          </p:cNvPicPr>
          <p:nvPr/>
        </p:nvPicPr>
        <p:blipFill>
          <a:blip r:embed="rId5"/>
          <a:stretch>
            <a:fillRect/>
          </a:stretch>
        </p:blipFill>
        <p:spPr>
          <a:xfrm>
            <a:off x="833013" y="846932"/>
            <a:ext cx="7128823" cy="3361223"/>
          </a:xfrm>
          <a:prstGeom prst="rect">
            <a:avLst/>
          </a:prstGeom>
        </p:spPr>
      </p:pic>
    </p:spTree>
    <p:extLst>
      <p:ext uri="{BB962C8B-B14F-4D97-AF65-F5344CB8AC3E}">
        <p14:creationId xmlns:p14="http://schemas.microsoft.com/office/powerpoint/2010/main" val="18973952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36256A2-67B2-CA01-7417-6A9C17C6B307}"/>
              </a:ext>
            </a:extLst>
          </p:cNvPr>
          <p:cNvSpPr>
            <a:spLocks noGrp="1"/>
          </p:cNvSpPr>
          <p:nvPr>
            <p:ph type="title"/>
          </p:nvPr>
        </p:nvSpPr>
        <p:spPr>
          <a:xfrm>
            <a:off x="1525697" y="922648"/>
            <a:ext cx="7237225" cy="2496171"/>
          </a:xfrm>
        </p:spPr>
        <p:txBody>
          <a:bodyPr/>
          <a:lstStyle/>
          <a:p>
            <a:r>
              <a:rPr lang="en-US"/>
              <a:t>Brief summary of skills necessary to solve assignment 5</a:t>
            </a:r>
          </a:p>
        </p:txBody>
      </p:sp>
    </p:spTree>
    <p:extLst>
      <p:ext uri="{BB962C8B-B14F-4D97-AF65-F5344CB8AC3E}">
        <p14:creationId xmlns:p14="http://schemas.microsoft.com/office/powerpoint/2010/main" val="17007665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1A85B15-9183-0D0E-EBD7-657EFF56A16B}"/>
              </a:ext>
            </a:extLst>
          </p:cNvPr>
          <p:cNvSpPr>
            <a:spLocks noGrp="1"/>
          </p:cNvSpPr>
          <p:nvPr>
            <p:ph type="title"/>
          </p:nvPr>
        </p:nvSpPr>
        <p:spPr/>
        <p:txBody>
          <a:bodyPr/>
          <a:lstStyle/>
          <a:p>
            <a:r>
              <a:rPr lang="en-US"/>
              <a:t>Getting the right intuition about Object Oriented Programming</a:t>
            </a:r>
          </a:p>
        </p:txBody>
      </p:sp>
      <p:sp>
        <p:nvSpPr>
          <p:cNvPr id="7" name="Inhaltsplatzhalter 6">
            <a:extLst>
              <a:ext uri="{FF2B5EF4-FFF2-40B4-BE49-F238E27FC236}">
                <a16:creationId xmlns:a16="http://schemas.microsoft.com/office/drawing/2014/main" id="{ED4D7467-C72F-879F-7B91-049C6223089E}"/>
              </a:ext>
            </a:extLst>
          </p:cNvPr>
          <p:cNvSpPr>
            <a:spLocks noGrp="1"/>
          </p:cNvSpPr>
          <p:nvPr>
            <p:ph sz="half" idx="1"/>
          </p:nvPr>
        </p:nvSpPr>
        <p:spPr/>
        <p:txBody>
          <a:bodyPr>
            <a:normAutofit/>
          </a:bodyPr>
          <a:lstStyle/>
          <a:p>
            <a:pPr marL="0" indent="0"/>
            <a:r>
              <a:rPr lang="en-US"/>
              <a:t>Imagine you want to re-create Mario Kart 8. You start with creating the kart options. For this, you will need:</a:t>
            </a:r>
          </a:p>
          <a:p>
            <a:endParaRPr lang="en-US"/>
          </a:p>
          <a:p>
            <a:pPr marL="342900" indent="-342900">
              <a:buFont typeface="+mj-lt"/>
              <a:buAutoNum type="arabicPeriod"/>
            </a:pPr>
            <a:r>
              <a:rPr lang="en-US"/>
              <a:t>The 3d models of the kart parts, consisting of:</a:t>
            </a:r>
          </a:p>
          <a:p>
            <a:pPr marL="714375" lvl="1" indent="-266700">
              <a:buFont typeface="Symbol" panose="05050102010706020507" pitchFamily="18" charset="2"/>
              <a:buChar char="-"/>
            </a:pPr>
            <a:r>
              <a:rPr lang="en-US"/>
              <a:t>Main bodies of different karts</a:t>
            </a:r>
          </a:p>
          <a:p>
            <a:pPr marL="714375" lvl="1" indent="-266700">
              <a:buFont typeface="Symbol" panose="05050102010706020507" pitchFamily="18" charset="2"/>
              <a:buChar char="-"/>
            </a:pPr>
            <a:r>
              <a:rPr lang="en-US"/>
              <a:t>Different wheelsets</a:t>
            </a:r>
          </a:p>
          <a:p>
            <a:pPr marL="714375" lvl="1" indent="-266700">
              <a:buFont typeface="Symbol" panose="05050102010706020507" pitchFamily="18" charset="2"/>
              <a:buChar char="-"/>
            </a:pPr>
            <a:r>
              <a:rPr lang="en-US"/>
              <a:t>Different wings</a:t>
            </a:r>
          </a:p>
          <a:p>
            <a:pPr marL="342900" indent="-342900">
              <a:buFont typeface="+mj-lt"/>
              <a:buAutoNum type="arabicPeriod"/>
            </a:pPr>
            <a:r>
              <a:rPr lang="en-US"/>
              <a:t>The functionality of karts, consisting of:</a:t>
            </a:r>
          </a:p>
          <a:p>
            <a:pPr marL="714375" lvl="1" indent="-266700">
              <a:buFont typeface="Symbol" panose="05050102010706020507" pitchFamily="18" charset="2"/>
              <a:buChar char="-"/>
            </a:pPr>
            <a:r>
              <a:rPr lang="en-US"/>
              <a:t>Acceleration/deceleration of the kart’s body</a:t>
            </a:r>
          </a:p>
          <a:p>
            <a:pPr marL="714375" lvl="1" indent="-266700">
              <a:buFont typeface="Symbol" panose="05050102010706020507" pitchFamily="18" charset="2"/>
              <a:buChar char="-"/>
            </a:pPr>
            <a:r>
              <a:rPr lang="en-US"/>
              <a:t>Left and right turning</a:t>
            </a:r>
          </a:p>
          <a:p>
            <a:pPr marL="714375" lvl="1" indent="-266700">
              <a:buFont typeface="Symbol" panose="05050102010706020507" pitchFamily="18" charset="2"/>
              <a:buChar char="-"/>
            </a:pPr>
            <a:r>
              <a:rPr lang="en-US"/>
              <a:t>Drifting animation</a:t>
            </a:r>
          </a:p>
          <a:p>
            <a:pPr marL="714375" lvl="1" indent="-266700">
              <a:buFont typeface="Symbol" panose="05050102010706020507" pitchFamily="18" charset="2"/>
              <a:buChar char="-"/>
            </a:pPr>
            <a:r>
              <a:rPr lang="en-US"/>
              <a:t>Wheel spin</a:t>
            </a:r>
          </a:p>
          <a:p>
            <a:pPr marL="714375" lvl="1" indent="-266700">
              <a:buFont typeface="Symbol" panose="05050102010706020507" pitchFamily="18" charset="2"/>
              <a:buChar char="-"/>
            </a:pPr>
            <a:r>
              <a:rPr lang="en-US"/>
              <a:t>Turning of front wheels</a:t>
            </a:r>
          </a:p>
          <a:p>
            <a:pPr marL="342900" indent="-342900">
              <a:buFont typeface="+mj-lt"/>
              <a:buAutoNum type="arabicPeriod"/>
            </a:pPr>
            <a:endParaRPr lang="en-US"/>
          </a:p>
          <a:p>
            <a:pPr marL="342900" indent="-342900">
              <a:buFont typeface="+mj-lt"/>
              <a:buAutoNum type="arabicPeriod"/>
            </a:pPr>
            <a:endParaRPr lang="en-US"/>
          </a:p>
        </p:txBody>
      </p:sp>
      <p:sp>
        <p:nvSpPr>
          <p:cNvPr id="4" name="Foliennummernplatzhalter 3">
            <a:extLst>
              <a:ext uri="{FF2B5EF4-FFF2-40B4-BE49-F238E27FC236}">
                <a16:creationId xmlns:a16="http://schemas.microsoft.com/office/drawing/2014/main" id="{B81C8E32-48D6-D75F-8B19-CE0F34A4D0AD}"/>
              </a:ext>
            </a:extLst>
          </p:cNvPr>
          <p:cNvSpPr>
            <a:spLocks noGrp="1"/>
          </p:cNvSpPr>
          <p:nvPr>
            <p:ph type="sldNum" sz="quarter" idx="16"/>
          </p:nvPr>
        </p:nvSpPr>
        <p:spPr/>
        <p:txBody>
          <a:bodyPr/>
          <a:lstStyle/>
          <a:p>
            <a:fld id="{7559FC98-AF75-4A00-A03C-DF9FEBF6BCB9}" type="slidenum">
              <a:rPr lang="en-GB" smtClean="0"/>
              <a:pPr/>
              <a:t>20</a:t>
            </a:fld>
            <a:endParaRPr lang="en-GB"/>
          </a:p>
        </p:txBody>
      </p:sp>
      <p:sp>
        <p:nvSpPr>
          <p:cNvPr id="5" name="Textplatzhalter 4">
            <a:extLst>
              <a:ext uri="{FF2B5EF4-FFF2-40B4-BE49-F238E27FC236}">
                <a16:creationId xmlns:a16="http://schemas.microsoft.com/office/drawing/2014/main" id="{BFDA8721-7A3B-6B2B-01A9-5C5E9E519B7F}"/>
              </a:ext>
            </a:extLst>
          </p:cNvPr>
          <p:cNvSpPr>
            <a:spLocks noGrp="1"/>
          </p:cNvSpPr>
          <p:nvPr>
            <p:ph type="body" sz="quarter" idx="10"/>
          </p:nvPr>
        </p:nvSpPr>
        <p:spPr/>
        <p:txBody>
          <a:bodyPr/>
          <a:lstStyle/>
          <a:p>
            <a:r>
              <a:rPr lang="en-US"/>
              <a:t>Brief summary of skills necessary to solve assignment 5</a:t>
            </a:r>
          </a:p>
        </p:txBody>
      </p:sp>
      <p:pic>
        <p:nvPicPr>
          <p:cNvPr id="1042" name="Picture 18" descr="r/mariokart - What's the best Standard kart from the MK series (totaly original concept I know)">
            <a:extLst>
              <a:ext uri="{FF2B5EF4-FFF2-40B4-BE49-F238E27FC236}">
                <a16:creationId xmlns:a16="http://schemas.microsoft.com/office/drawing/2014/main" id="{7D1F7BA7-FD8B-DAFA-DAD2-1CEA8503D9C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3061" t="63812" r="3496" b="5436"/>
          <a:stretch/>
        </p:blipFill>
        <p:spPr bwMode="auto">
          <a:xfrm>
            <a:off x="4879838" y="1327441"/>
            <a:ext cx="1270231" cy="899160"/>
          </a:xfrm>
          <a:prstGeom prst="rect">
            <a:avLst/>
          </a:prstGeom>
          <a:noFill/>
          <a:extLst>
            <a:ext uri="{909E8E84-426E-40DD-AFC4-6F175D3DCCD1}">
              <a14:hiddenFill xmlns:a14="http://schemas.microsoft.com/office/drawing/2010/main">
                <a:solidFill>
                  <a:srgbClr val="FFFFFF"/>
                </a:solidFill>
              </a14:hiddenFill>
            </a:ext>
          </a:extLst>
        </p:spPr>
      </p:pic>
      <p:grpSp>
        <p:nvGrpSpPr>
          <p:cNvPr id="17" name="Gruppieren 16">
            <a:extLst>
              <a:ext uri="{FF2B5EF4-FFF2-40B4-BE49-F238E27FC236}">
                <a16:creationId xmlns:a16="http://schemas.microsoft.com/office/drawing/2014/main" id="{B23F2170-65A2-6840-16A7-9817E3E1A6AD}"/>
              </a:ext>
            </a:extLst>
          </p:cNvPr>
          <p:cNvGrpSpPr/>
          <p:nvPr/>
        </p:nvGrpSpPr>
        <p:grpSpPr>
          <a:xfrm>
            <a:off x="6098521" y="1385200"/>
            <a:ext cx="1041692" cy="783642"/>
            <a:chOff x="6817319" y="1053151"/>
            <a:chExt cx="1893396" cy="1424360"/>
          </a:xfrm>
        </p:grpSpPr>
        <p:pic>
          <p:nvPicPr>
            <p:cNvPr id="1044" name="Picture 20" descr="Standard (wheel) | Mario Kart Racing Wiki | Fandom">
              <a:extLst>
                <a:ext uri="{FF2B5EF4-FFF2-40B4-BE49-F238E27FC236}">
                  <a16:creationId xmlns:a16="http://schemas.microsoft.com/office/drawing/2014/main" id="{C08ECC61-0B2D-F7ED-1FA6-8E5B2A5C97C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17319" y="1751946"/>
              <a:ext cx="1135666" cy="725565"/>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20" descr="Standard (wheel) | Mario Kart Racing Wiki | Fandom">
              <a:extLst>
                <a:ext uri="{FF2B5EF4-FFF2-40B4-BE49-F238E27FC236}">
                  <a16:creationId xmlns:a16="http://schemas.microsoft.com/office/drawing/2014/main" id="{11A8DC41-71D2-3EB2-6A24-FB109DC3385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17319" y="1053151"/>
              <a:ext cx="1135666" cy="725565"/>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20" descr="Standard (wheel) | Mario Kart Racing Wiki | Fandom">
              <a:extLst>
                <a:ext uri="{FF2B5EF4-FFF2-40B4-BE49-F238E27FC236}">
                  <a16:creationId xmlns:a16="http://schemas.microsoft.com/office/drawing/2014/main" id="{84819360-C2E5-0FD2-F1D4-7CB169C916E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75049" y="1053151"/>
              <a:ext cx="1135666" cy="725565"/>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20" descr="Standard (wheel) | Mario Kart Racing Wiki | Fandom">
              <a:extLst>
                <a:ext uri="{FF2B5EF4-FFF2-40B4-BE49-F238E27FC236}">
                  <a16:creationId xmlns:a16="http://schemas.microsoft.com/office/drawing/2014/main" id="{066B967E-212C-97D8-E9DA-8A131A86A2E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75049" y="1751946"/>
              <a:ext cx="1135666" cy="725565"/>
            </a:xfrm>
            <a:prstGeom prst="rect">
              <a:avLst/>
            </a:prstGeom>
            <a:noFill/>
            <a:extLst>
              <a:ext uri="{909E8E84-426E-40DD-AFC4-6F175D3DCCD1}">
                <a14:hiddenFill xmlns:a14="http://schemas.microsoft.com/office/drawing/2010/main">
                  <a:solidFill>
                    <a:srgbClr val="FFFFFF"/>
                  </a:solidFill>
                </a14:hiddenFill>
              </a:ext>
            </a:extLst>
          </p:spPr>
        </p:pic>
      </p:grpSp>
      <p:pic>
        <p:nvPicPr>
          <p:cNvPr id="1046" name="Picture 22" descr="Wii U - Mario Kart 8 - Waddle Wing - The Models Resource">
            <a:extLst>
              <a:ext uri="{FF2B5EF4-FFF2-40B4-BE49-F238E27FC236}">
                <a16:creationId xmlns:a16="http://schemas.microsoft.com/office/drawing/2014/main" id="{8F2FEB4E-8597-ADED-2118-46A5D975B43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98918" y="1089537"/>
            <a:ext cx="1586306" cy="1374968"/>
          </a:xfrm>
          <a:prstGeom prst="rect">
            <a:avLst/>
          </a:prstGeom>
          <a:noFill/>
          <a:extLst>
            <a:ext uri="{909E8E84-426E-40DD-AFC4-6F175D3DCCD1}">
              <a14:hiddenFill xmlns:a14="http://schemas.microsoft.com/office/drawing/2010/main">
                <a:solidFill>
                  <a:srgbClr val="FFFFFF"/>
                </a:solidFill>
              </a14:hiddenFill>
            </a:ext>
          </a:extLst>
        </p:spPr>
      </p:pic>
      <p:pic>
        <p:nvPicPr>
          <p:cNvPr id="1048" name="Picture 24">
            <a:extLst>
              <a:ext uri="{FF2B5EF4-FFF2-40B4-BE49-F238E27FC236}">
                <a16:creationId xmlns:a16="http://schemas.microsoft.com/office/drawing/2014/main" id="{7D435485-CB66-075D-C49F-F17613A1BFA0}"/>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2267" t="3344" r="2464"/>
          <a:stretch/>
        </p:blipFill>
        <p:spPr bwMode="auto">
          <a:xfrm>
            <a:off x="5600607" y="2589631"/>
            <a:ext cx="2245449" cy="1627968"/>
          </a:xfrm>
          <a:prstGeom prst="rect">
            <a:avLst/>
          </a:prstGeom>
          <a:noFill/>
          <a:extLst>
            <a:ext uri="{909E8E84-426E-40DD-AFC4-6F175D3DCCD1}">
              <a14:hiddenFill xmlns:a14="http://schemas.microsoft.com/office/drawing/2010/main">
                <a:solidFill>
                  <a:srgbClr val="FFFFFF"/>
                </a:solidFill>
              </a14:hiddenFill>
            </a:ext>
          </a:extLst>
        </p:spPr>
      </p:pic>
      <p:sp>
        <p:nvSpPr>
          <p:cNvPr id="19" name="Textfeld 18">
            <a:extLst>
              <a:ext uri="{FF2B5EF4-FFF2-40B4-BE49-F238E27FC236}">
                <a16:creationId xmlns:a16="http://schemas.microsoft.com/office/drawing/2014/main" id="{0823A2C1-6522-9581-3C8B-4B9CD77065D4}"/>
              </a:ext>
            </a:extLst>
          </p:cNvPr>
          <p:cNvSpPr txBox="1"/>
          <p:nvPr/>
        </p:nvSpPr>
        <p:spPr>
          <a:xfrm>
            <a:off x="4923227" y="4367726"/>
            <a:ext cx="2922830" cy="738664"/>
          </a:xfrm>
          <a:prstGeom prst="rect">
            <a:avLst/>
          </a:prstGeom>
          <a:noFill/>
        </p:spPr>
        <p:txBody>
          <a:bodyPr wrap="square">
            <a:spAutoFit/>
          </a:bodyPr>
          <a:lstStyle/>
          <a:p>
            <a:r>
              <a:rPr lang="en-US" sz="700"/>
              <a:t>Image sources:</a:t>
            </a:r>
          </a:p>
          <a:p>
            <a:pPr marL="285750" indent="-285750">
              <a:buFontTx/>
              <a:buChar char="-"/>
            </a:pPr>
            <a:r>
              <a:rPr lang="en-US" sz="700">
                <a:hlinkClick r:id="rId6"/>
              </a:rPr>
              <a:t>https://mariokart.fandom.com/wiki/Standard_(wheel)</a:t>
            </a:r>
            <a:r>
              <a:rPr lang="en-US" sz="700"/>
              <a:t> </a:t>
            </a:r>
          </a:p>
          <a:p>
            <a:pPr marL="285750" indent="-285750">
              <a:buFontTx/>
              <a:buChar char="-"/>
            </a:pPr>
            <a:r>
              <a:rPr lang="en-US" sz="700">
                <a:hlinkClick r:id="rId7"/>
              </a:rPr>
              <a:t>https://wovenlearning.org/lessons/3-introduction-to-mario-kart/</a:t>
            </a:r>
          </a:p>
          <a:p>
            <a:pPr marL="285750" indent="-285750">
              <a:buFontTx/>
              <a:buChar char="-"/>
            </a:pPr>
            <a:r>
              <a:rPr lang="en-US" sz="700">
                <a:hlinkClick r:id="rId8"/>
              </a:rPr>
              <a:t>https://www.models-resource.com/wii_u/mariokart8/model/47932/</a:t>
            </a:r>
            <a:r>
              <a:rPr lang="en-US" sz="700"/>
              <a:t> </a:t>
            </a:r>
          </a:p>
          <a:p>
            <a:pPr marL="285750" indent="-285750">
              <a:buFontTx/>
              <a:buChar char="-"/>
            </a:pPr>
            <a:r>
              <a:rPr lang="en-US" sz="700">
                <a:hlinkClick r:id="rId9"/>
              </a:rPr>
              <a:t>https://www.reddit.com/r/mariokart/comments/13coepp/whats_the_best_standard_kart_from_the_mk_series/</a:t>
            </a:r>
            <a:endParaRPr lang="en-US" sz="700"/>
          </a:p>
        </p:txBody>
      </p:sp>
    </p:spTree>
    <p:extLst>
      <p:ext uri="{BB962C8B-B14F-4D97-AF65-F5344CB8AC3E}">
        <p14:creationId xmlns:p14="http://schemas.microsoft.com/office/powerpoint/2010/main" val="15548347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1A85B15-9183-0D0E-EBD7-657EFF56A16B}"/>
              </a:ext>
            </a:extLst>
          </p:cNvPr>
          <p:cNvSpPr>
            <a:spLocks noGrp="1"/>
          </p:cNvSpPr>
          <p:nvPr>
            <p:ph type="title"/>
          </p:nvPr>
        </p:nvSpPr>
        <p:spPr/>
        <p:txBody>
          <a:bodyPr/>
          <a:lstStyle/>
          <a:p>
            <a:r>
              <a:rPr lang="en-US"/>
              <a:t>Getting the right intuition about Object Oriented Programming</a:t>
            </a:r>
          </a:p>
        </p:txBody>
      </p:sp>
      <p:sp>
        <p:nvSpPr>
          <p:cNvPr id="7" name="Inhaltsplatzhalter 6">
            <a:extLst>
              <a:ext uri="{FF2B5EF4-FFF2-40B4-BE49-F238E27FC236}">
                <a16:creationId xmlns:a16="http://schemas.microsoft.com/office/drawing/2014/main" id="{ED4D7467-C72F-879F-7B91-049C6223089E}"/>
              </a:ext>
            </a:extLst>
          </p:cNvPr>
          <p:cNvSpPr>
            <a:spLocks noGrp="1"/>
          </p:cNvSpPr>
          <p:nvPr>
            <p:ph sz="half" idx="1"/>
          </p:nvPr>
        </p:nvSpPr>
        <p:spPr>
          <a:xfrm>
            <a:off x="358776" y="1276349"/>
            <a:ext cx="4213224" cy="3203576"/>
          </a:xfrm>
        </p:spPr>
        <p:txBody>
          <a:bodyPr>
            <a:normAutofit/>
          </a:bodyPr>
          <a:lstStyle/>
          <a:p>
            <a:pPr marL="0" indent="0"/>
            <a:r>
              <a:rPr lang="en-US"/>
              <a:t>In terms of Object Oriented Programming, each kart a player has compiled becomes a specific ‘</a:t>
            </a:r>
            <a:r>
              <a:rPr lang="en-US" b="1"/>
              <a:t>object</a:t>
            </a:r>
            <a:r>
              <a:rPr lang="en-US"/>
              <a:t>’. Notice that you let players choose parts (body, wheels, wing) and then a kart is created based on an underlying template. That template (dictating that a kart has the required parts and functionality) is a ‘</a:t>
            </a:r>
            <a:r>
              <a:rPr lang="en-US" b="1"/>
              <a:t>class</a:t>
            </a:r>
            <a:r>
              <a:rPr lang="en-US"/>
              <a:t>’.</a:t>
            </a:r>
          </a:p>
          <a:p>
            <a:pPr marL="0" indent="0"/>
            <a:endParaRPr lang="en-US"/>
          </a:p>
          <a:p>
            <a:pPr marL="0" indent="0"/>
            <a:r>
              <a:rPr lang="en-US"/>
              <a:t>A class defines what characteristics objects of that class may have. We call these characteristics ‘</a:t>
            </a:r>
            <a:r>
              <a:rPr lang="en-US" b="1"/>
              <a:t>attributes</a:t>
            </a:r>
            <a:r>
              <a:rPr lang="en-US"/>
              <a:t>’. </a:t>
            </a:r>
          </a:p>
          <a:p>
            <a:pPr marL="0" indent="0"/>
            <a:endParaRPr lang="en-US"/>
          </a:p>
          <a:p>
            <a:pPr marL="0" indent="0"/>
            <a:r>
              <a:rPr lang="en-US"/>
              <a:t>It also dictates the functionality that is built into its objects. We call the functions that are defined in the class definition ‘</a:t>
            </a:r>
            <a:r>
              <a:rPr lang="en-US" b="1"/>
              <a:t>methods</a:t>
            </a:r>
            <a:r>
              <a:rPr lang="en-US"/>
              <a:t>.’</a:t>
            </a:r>
          </a:p>
          <a:p>
            <a:pPr marL="0" indent="0"/>
            <a:r>
              <a:rPr lang="en-US" sz="1100"/>
              <a:t>(to call a method, we use this syntax:</a:t>
            </a:r>
          </a:p>
          <a:p>
            <a:pPr marL="0" indent="0"/>
            <a:r>
              <a:rPr lang="en-US" sz="1100" err="1">
                <a:solidFill>
                  <a:schemeClr val="accent1"/>
                </a:solidFill>
              </a:rPr>
              <a:t>object_var_name</a:t>
            </a:r>
            <a:r>
              <a:rPr lang="en-US" sz="1100" err="1"/>
              <a:t>.</a:t>
            </a:r>
            <a:r>
              <a:rPr lang="en-US" sz="1100" err="1">
                <a:solidFill>
                  <a:schemeClr val="accent3"/>
                </a:solidFill>
              </a:rPr>
              <a:t>method_name</a:t>
            </a:r>
            <a:r>
              <a:rPr lang="en-US" sz="1100"/>
              <a:t>(parameters) </a:t>
            </a:r>
            <a:r>
              <a:rPr lang="en-US" sz="1100">
                <a:sym typeface="Wingdings" panose="05000000000000000000" pitchFamily="2" charset="2"/>
              </a:rPr>
              <a:t> </a:t>
            </a:r>
            <a:r>
              <a:rPr lang="en-US" sz="1100" err="1">
                <a:solidFill>
                  <a:schemeClr val="accent1"/>
                </a:solidFill>
              </a:rPr>
              <a:t>my_cart</a:t>
            </a:r>
            <a:r>
              <a:rPr lang="en-US" sz="1100" err="1"/>
              <a:t>.</a:t>
            </a:r>
            <a:r>
              <a:rPr lang="en-US" sz="1100" err="1">
                <a:solidFill>
                  <a:schemeClr val="accent3"/>
                </a:solidFill>
              </a:rPr>
              <a:t>accelerate</a:t>
            </a:r>
            <a:r>
              <a:rPr lang="en-US" sz="1100"/>
              <a:t>(</a:t>
            </a:r>
            <a:r>
              <a:rPr lang="en-US" sz="1100">
                <a:solidFill>
                  <a:schemeClr val="accent4"/>
                </a:solidFill>
              </a:rPr>
              <a:t>5</a:t>
            </a:r>
            <a:r>
              <a:rPr lang="en-US" sz="1100"/>
              <a:t>))</a:t>
            </a:r>
          </a:p>
        </p:txBody>
      </p:sp>
      <p:pic>
        <p:nvPicPr>
          <p:cNvPr id="6" name="Inhaltsplatzhalter 5">
            <a:extLst>
              <a:ext uri="{FF2B5EF4-FFF2-40B4-BE49-F238E27FC236}">
                <a16:creationId xmlns:a16="http://schemas.microsoft.com/office/drawing/2014/main" id="{B80B87E5-1AB6-A340-F89A-4B8DB874CCF3}"/>
              </a:ext>
            </a:extLst>
          </p:cNvPr>
          <p:cNvPicPr>
            <a:picLocks noGrp="1" noChangeAspect="1"/>
          </p:cNvPicPr>
          <p:nvPr>
            <p:ph sz="half" idx="2"/>
          </p:nvPr>
        </p:nvPicPr>
        <p:blipFill>
          <a:blip r:embed="rId2"/>
          <a:stretch>
            <a:fillRect/>
          </a:stretch>
        </p:blipFill>
        <p:spPr>
          <a:xfrm>
            <a:off x="5505439" y="1426311"/>
            <a:ext cx="2071616" cy="1347167"/>
          </a:xfrm>
          <a:effectLst>
            <a:outerShdw blurRad="50800" dist="38100" dir="2700000" algn="tl" rotWithShape="0">
              <a:prstClr val="black">
                <a:alpha val="40000"/>
              </a:prstClr>
            </a:outerShdw>
          </a:effectLst>
        </p:spPr>
      </p:pic>
      <p:sp>
        <p:nvSpPr>
          <p:cNvPr id="4" name="Foliennummernplatzhalter 3">
            <a:extLst>
              <a:ext uri="{FF2B5EF4-FFF2-40B4-BE49-F238E27FC236}">
                <a16:creationId xmlns:a16="http://schemas.microsoft.com/office/drawing/2014/main" id="{B81C8E32-48D6-D75F-8B19-CE0F34A4D0AD}"/>
              </a:ext>
            </a:extLst>
          </p:cNvPr>
          <p:cNvSpPr>
            <a:spLocks noGrp="1"/>
          </p:cNvSpPr>
          <p:nvPr>
            <p:ph type="sldNum" sz="quarter" idx="16"/>
          </p:nvPr>
        </p:nvSpPr>
        <p:spPr/>
        <p:txBody>
          <a:bodyPr/>
          <a:lstStyle/>
          <a:p>
            <a:fld id="{7559FC98-AF75-4A00-A03C-DF9FEBF6BCB9}" type="slidenum">
              <a:rPr lang="en-GB" smtClean="0"/>
              <a:pPr/>
              <a:t>21</a:t>
            </a:fld>
            <a:endParaRPr lang="en-GB"/>
          </a:p>
        </p:txBody>
      </p:sp>
      <p:sp>
        <p:nvSpPr>
          <p:cNvPr id="5" name="Textplatzhalter 4">
            <a:extLst>
              <a:ext uri="{FF2B5EF4-FFF2-40B4-BE49-F238E27FC236}">
                <a16:creationId xmlns:a16="http://schemas.microsoft.com/office/drawing/2014/main" id="{BFDA8721-7A3B-6B2B-01A9-5C5E9E519B7F}"/>
              </a:ext>
            </a:extLst>
          </p:cNvPr>
          <p:cNvSpPr>
            <a:spLocks noGrp="1"/>
          </p:cNvSpPr>
          <p:nvPr>
            <p:ph type="body" sz="quarter" idx="10"/>
          </p:nvPr>
        </p:nvSpPr>
        <p:spPr/>
        <p:txBody>
          <a:bodyPr/>
          <a:lstStyle/>
          <a:p>
            <a:r>
              <a:rPr lang="en-US"/>
              <a:t>Brief summary of skills necessary to solve assignment 5</a:t>
            </a:r>
          </a:p>
        </p:txBody>
      </p:sp>
      <p:sp>
        <p:nvSpPr>
          <p:cNvPr id="9" name="Textfeld 8">
            <a:extLst>
              <a:ext uri="{FF2B5EF4-FFF2-40B4-BE49-F238E27FC236}">
                <a16:creationId xmlns:a16="http://schemas.microsoft.com/office/drawing/2014/main" id="{DD24F499-0DAC-EC78-4473-C71175D70B49}"/>
              </a:ext>
            </a:extLst>
          </p:cNvPr>
          <p:cNvSpPr txBox="1"/>
          <p:nvPr/>
        </p:nvSpPr>
        <p:spPr>
          <a:xfrm>
            <a:off x="5184838" y="1132403"/>
            <a:ext cx="3387662" cy="300082"/>
          </a:xfrm>
          <a:prstGeom prst="rect">
            <a:avLst/>
          </a:prstGeom>
          <a:noFill/>
        </p:spPr>
        <p:txBody>
          <a:bodyPr wrap="square" rtlCol="0">
            <a:spAutoFit/>
          </a:bodyPr>
          <a:lstStyle/>
          <a:p>
            <a:r>
              <a:rPr lang="en-US" b="1"/>
              <a:t>Class</a:t>
            </a:r>
            <a:r>
              <a:rPr lang="en-US"/>
              <a:t> dictates fundamentals of objects:</a:t>
            </a:r>
          </a:p>
        </p:txBody>
      </p:sp>
      <p:sp>
        <p:nvSpPr>
          <p:cNvPr id="10" name="Textfeld 9">
            <a:extLst>
              <a:ext uri="{FF2B5EF4-FFF2-40B4-BE49-F238E27FC236}">
                <a16:creationId xmlns:a16="http://schemas.microsoft.com/office/drawing/2014/main" id="{C513CDAB-8098-D5AD-0260-0D38FA5E5E80}"/>
              </a:ext>
            </a:extLst>
          </p:cNvPr>
          <p:cNvSpPr txBox="1"/>
          <p:nvPr/>
        </p:nvSpPr>
        <p:spPr>
          <a:xfrm>
            <a:off x="5184838" y="3028312"/>
            <a:ext cx="3590862" cy="300082"/>
          </a:xfrm>
          <a:prstGeom prst="rect">
            <a:avLst/>
          </a:prstGeom>
          <a:noFill/>
        </p:spPr>
        <p:txBody>
          <a:bodyPr wrap="square" rtlCol="0">
            <a:spAutoFit/>
          </a:bodyPr>
          <a:lstStyle/>
          <a:p>
            <a:r>
              <a:rPr lang="en-US" b="1"/>
              <a:t>Objects</a:t>
            </a:r>
            <a:r>
              <a:rPr lang="en-US"/>
              <a:t> are specific instantiations of a class:</a:t>
            </a:r>
          </a:p>
        </p:txBody>
      </p:sp>
      <p:pic>
        <p:nvPicPr>
          <p:cNvPr id="11" name="Picture 18" descr="r/mariokart - What's the best Standard kart from the MK series (totaly original concept I know)">
            <a:extLst>
              <a:ext uri="{FF2B5EF4-FFF2-40B4-BE49-F238E27FC236}">
                <a16:creationId xmlns:a16="http://schemas.microsoft.com/office/drawing/2014/main" id="{4760FE38-FE84-AADE-3DA1-C30D5E237AB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3061" t="63812" r="3496" b="5436"/>
          <a:stretch/>
        </p:blipFill>
        <p:spPr bwMode="auto">
          <a:xfrm>
            <a:off x="5966566" y="4056595"/>
            <a:ext cx="1270231" cy="899160"/>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22" descr="Wii U - Mario Kart 8 - Waddle Wing - The Models Resource">
            <a:extLst>
              <a:ext uri="{FF2B5EF4-FFF2-40B4-BE49-F238E27FC236}">
                <a16:creationId xmlns:a16="http://schemas.microsoft.com/office/drawing/2014/main" id="{B90B96E5-B8D1-275B-5ADA-7A3651059D0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74970" y="3104957"/>
            <a:ext cx="1586306" cy="1374968"/>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20" descr="Standard (wheel) | Mario Kart Racing Wiki | Fandom">
            <a:extLst>
              <a:ext uri="{FF2B5EF4-FFF2-40B4-BE49-F238E27FC236}">
                <a16:creationId xmlns:a16="http://schemas.microsoft.com/office/drawing/2014/main" id="{A0402AFA-9906-FB63-3CF8-3EC524C8AC6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81245" y="4556570"/>
            <a:ext cx="624811" cy="399185"/>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20" descr="Standard (wheel) | Mario Kart Racing Wiki | Fandom">
            <a:extLst>
              <a:ext uri="{FF2B5EF4-FFF2-40B4-BE49-F238E27FC236}">
                <a16:creationId xmlns:a16="http://schemas.microsoft.com/office/drawing/2014/main" id="{4C830547-A1DF-FC9D-5F5A-AEF64603215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93650" y="4326070"/>
            <a:ext cx="624811" cy="399185"/>
          </a:xfrm>
          <a:prstGeom prst="rect">
            <a:avLst/>
          </a:prstGeom>
          <a:noFill/>
          <a:extLst>
            <a:ext uri="{909E8E84-426E-40DD-AFC4-6F175D3DCCD1}">
              <a14:hiddenFill xmlns:a14="http://schemas.microsoft.com/office/drawing/2010/main">
                <a:solidFill>
                  <a:srgbClr val="FFFFFF"/>
                </a:solidFill>
              </a14:hiddenFill>
            </a:ext>
          </a:extLst>
        </p:spPr>
      </p:pic>
      <p:sp>
        <p:nvSpPr>
          <p:cNvPr id="20" name="Geschweifte Klammer rechts 19">
            <a:extLst>
              <a:ext uri="{FF2B5EF4-FFF2-40B4-BE49-F238E27FC236}">
                <a16:creationId xmlns:a16="http://schemas.microsoft.com/office/drawing/2014/main" id="{B94D677B-CED7-35BA-B156-39A38AE2720C}"/>
              </a:ext>
            </a:extLst>
          </p:cNvPr>
          <p:cNvSpPr/>
          <p:nvPr/>
        </p:nvSpPr>
        <p:spPr>
          <a:xfrm>
            <a:off x="7661276" y="2034691"/>
            <a:ext cx="145650" cy="738787"/>
          </a:xfrm>
          <a:prstGeom prst="rightBrace">
            <a:avLst>
              <a:gd name="adj1" fmla="val 46647"/>
              <a:gd name="adj2" fmla="val 50000"/>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1" name="Textfeld 20">
            <a:extLst>
              <a:ext uri="{FF2B5EF4-FFF2-40B4-BE49-F238E27FC236}">
                <a16:creationId xmlns:a16="http://schemas.microsoft.com/office/drawing/2014/main" id="{FD7D140C-6CB6-3AEE-53FC-1A8DF6192027}"/>
              </a:ext>
            </a:extLst>
          </p:cNvPr>
          <p:cNvSpPr txBox="1"/>
          <p:nvPr/>
        </p:nvSpPr>
        <p:spPr>
          <a:xfrm>
            <a:off x="7835900" y="2271668"/>
            <a:ext cx="1073150" cy="300082"/>
          </a:xfrm>
          <a:prstGeom prst="rect">
            <a:avLst/>
          </a:prstGeom>
          <a:noFill/>
        </p:spPr>
        <p:txBody>
          <a:bodyPr wrap="square" rtlCol="0">
            <a:spAutoFit/>
          </a:bodyPr>
          <a:lstStyle/>
          <a:p>
            <a:r>
              <a:rPr lang="en-US" b="1"/>
              <a:t>Methods</a:t>
            </a:r>
          </a:p>
        </p:txBody>
      </p:sp>
      <p:sp>
        <p:nvSpPr>
          <p:cNvPr id="22" name="Geschweifte Klammer rechts 21">
            <a:extLst>
              <a:ext uri="{FF2B5EF4-FFF2-40B4-BE49-F238E27FC236}">
                <a16:creationId xmlns:a16="http://schemas.microsoft.com/office/drawing/2014/main" id="{D157325D-C6AC-6EC1-906C-C1B6C893743E}"/>
              </a:ext>
            </a:extLst>
          </p:cNvPr>
          <p:cNvSpPr/>
          <p:nvPr/>
        </p:nvSpPr>
        <p:spPr>
          <a:xfrm>
            <a:off x="7661276" y="1477286"/>
            <a:ext cx="145650" cy="488039"/>
          </a:xfrm>
          <a:prstGeom prst="rightBrace">
            <a:avLst>
              <a:gd name="adj1" fmla="val 59726"/>
              <a:gd name="adj2" fmla="val 50000"/>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3" name="Textfeld 22">
            <a:extLst>
              <a:ext uri="{FF2B5EF4-FFF2-40B4-BE49-F238E27FC236}">
                <a16:creationId xmlns:a16="http://schemas.microsoft.com/office/drawing/2014/main" id="{775DB204-697D-B61F-1F81-0310A9F4EBA3}"/>
              </a:ext>
            </a:extLst>
          </p:cNvPr>
          <p:cNvSpPr txBox="1"/>
          <p:nvPr/>
        </p:nvSpPr>
        <p:spPr>
          <a:xfrm>
            <a:off x="7835899" y="1592976"/>
            <a:ext cx="1073151" cy="300082"/>
          </a:xfrm>
          <a:prstGeom prst="rect">
            <a:avLst/>
          </a:prstGeom>
          <a:noFill/>
        </p:spPr>
        <p:txBody>
          <a:bodyPr wrap="square" rtlCol="0">
            <a:spAutoFit/>
          </a:bodyPr>
          <a:lstStyle/>
          <a:p>
            <a:r>
              <a:rPr lang="en-US" b="1"/>
              <a:t>Attributes</a:t>
            </a:r>
          </a:p>
        </p:txBody>
      </p:sp>
    </p:spTree>
    <p:extLst>
      <p:ext uri="{BB962C8B-B14F-4D97-AF65-F5344CB8AC3E}">
        <p14:creationId xmlns:p14="http://schemas.microsoft.com/office/powerpoint/2010/main" val="22559810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uppieren 7">
            <a:extLst>
              <a:ext uri="{FF2B5EF4-FFF2-40B4-BE49-F238E27FC236}">
                <a16:creationId xmlns:a16="http://schemas.microsoft.com/office/drawing/2014/main" id="{78B27EFF-1990-BF78-042B-6FF8ECEBC362}"/>
              </a:ext>
            </a:extLst>
          </p:cNvPr>
          <p:cNvGrpSpPr/>
          <p:nvPr/>
        </p:nvGrpSpPr>
        <p:grpSpPr>
          <a:xfrm>
            <a:off x="5196774" y="1198802"/>
            <a:ext cx="3387422" cy="3568460"/>
            <a:chOff x="5196774" y="1198802"/>
            <a:chExt cx="3387422" cy="3568460"/>
          </a:xfrm>
        </p:grpSpPr>
        <p:pic>
          <p:nvPicPr>
            <p:cNvPr id="14" name="Grafik 13">
              <a:extLst>
                <a:ext uri="{FF2B5EF4-FFF2-40B4-BE49-F238E27FC236}">
                  <a16:creationId xmlns:a16="http://schemas.microsoft.com/office/drawing/2014/main" id="{9B3EE287-0AE2-46B1-0842-5DD0084D8EB2}"/>
                </a:ext>
              </a:extLst>
            </p:cNvPr>
            <p:cNvPicPr>
              <a:picLocks noChangeAspect="1"/>
            </p:cNvPicPr>
            <p:nvPr/>
          </p:nvPicPr>
          <p:blipFill>
            <a:blip r:embed="rId2"/>
            <a:stretch>
              <a:fillRect/>
            </a:stretch>
          </p:blipFill>
          <p:spPr>
            <a:xfrm>
              <a:off x="5196774" y="1198802"/>
              <a:ext cx="3387422" cy="3568460"/>
            </a:xfrm>
            <a:prstGeom prst="rect">
              <a:avLst/>
            </a:prstGeom>
          </p:spPr>
        </p:pic>
        <p:pic>
          <p:nvPicPr>
            <p:cNvPr id="6" name="Grafik 5">
              <a:extLst>
                <a:ext uri="{FF2B5EF4-FFF2-40B4-BE49-F238E27FC236}">
                  <a16:creationId xmlns:a16="http://schemas.microsoft.com/office/drawing/2014/main" id="{1BFA24D5-A030-9871-53F7-9DE368C8674D}"/>
                </a:ext>
              </a:extLst>
            </p:cNvPr>
            <p:cNvPicPr>
              <a:picLocks noChangeAspect="1"/>
            </p:cNvPicPr>
            <p:nvPr/>
          </p:nvPicPr>
          <p:blipFill>
            <a:blip r:embed="rId3"/>
            <a:stretch>
              <a:fillRect/>
            </a:stretch>
          </p:blipFill>
          <p:spPr>
            <a:xfrm>
              <a:off x="5395749" y="2561554"/>
              <a:ext cx="1260322" cy="105977"/>
            </a:xfrm>
            <a:prstGeom prst="rect">
              <a:avLst/>
            </a:prstGeom>
          </p:spPr>
        </p:pic>
      </p:grpSp>
      <p:sp>
        <p:nvSpPr>
          <p:cNvPr id="2" name="Titel 1">
            <a:extLst>
              <a:ext uri="{FF2B5EF4-FFF2-40B4-BE49-F238E27FC236}">
                <a16:creationId xmlns:a16="http://schemas.microsoft.com/office/drawing/2014/main" id="{91A85B15-9183-0D0E-EBD7-657EFF56A16B}"/>
              </a:ext>
            </a:extLst>
          </p:cNvPr>
          <p:cNvSpPr>
            <a:spLocks noGrp="1"/>
          </p:cNvSpPr>
          <p:nvPr>
            <p:ph type="title"/>
          </p:nvPr>
        </p:nvSpPr>
        <p:spPr/>
        <p:txBody>
          <a:bodyPr/>
          <a:lstStyle/>
          <a:p>
            <a:r>
              <a:rPr lang="en-US"/>
              <a:t>Getting the right intuition about Object Oriented Programming</a:t>
            </a:r>
          </a:p>
        </p:txBody>
      </p:sp>
      <p:sp>
        <p:nvSpPr>
          <p:cNvPr id="7" name="Inhaltsplatzhalter 6">
            <a:extLst>
              <a:ext uri="{FF2B5EF4-FFF2-40B4-BE49-F238E27FC236}">
                <a16:creationId xmlns:a16="http://schemas.microsoft.com/office/drawing/2014/main" id="{ED4D7467-C72F-879F-7B91-049C6223089E}"/>
              </a:ext>
            </a:extLst>
          </p:cNvPr>
          <p:cNvSpPr>
            <a:spLocks noGrp="1"/>
          </p:cNvSpPr>
          <p:nvPr>
            <p:ph sz="half" idx="1"/>
          </p:nvPr>
        </p:nvSpPr>
        <p:spPr/>
        <p:txBody>
          <a:bodyPr>
            <a:normAutofit/>
          </a:bodyPr>
          <a:lstStyle/>
          <a:p>
            <a:pPr marL="0" indent="0"/>
            <a:r>
              <a:rPr lang="en-US"/>
              <a:t>The benefit us using classes based on which we create objects is that we can re-use the template (</a:t>
            </a:r>
            <a:r>
              <a:rPr lang="en-US" b="1"/>
              <a:t>class</a:t>
            </a:r>
            <a:r>
              <a:rPr lang="en-US"/>
              <a:t>) to create many </a:t>
            </a:r>
            <a:r>
              <a:rPr lang="en-US" b="1"/>
              <a:t>objects</a:t>
            </a:r>
            <a:r>
              <a:rPr lang="en-US"/>
              <a:t>, without having to re-write them.</a:t>
            </a:r>
          </a:p>
          <a:p>
            <a:pPr marL="0" indent="0"/>
            <a:endParaRPr lang="en-US"/>
          </a:p>
          <a:p>
            <a:pPr marL="0" indent="0"/>
            <a:r>
              <a:rPr lang="en-US"/>
              <a:t>We can also create a ‘</a:t>
            </a:r>
            <a:r>
              <a:rPr lang="en-US" b="1"/>
              <a:t>sub </a:t>
            </a:r>
            <a:r>
              <a:rPr lang="en-US" b="1" err="1"/>
              <a:t>class</a:t>
            </a:r>
            <a:r>
              <a:rPr lang="en-US" err="1"/>
              <a:t>’</a:t>
            </a:r>
            <a:r>
              <a:rPr lang="en-US"/>
              <a:t> that re-uses the attributes and methods of the </a:t>
            </a:r>
            <a:r>
              <a:rPr lang="en-US" b="1"/>
              <a:t>class</a:t>
            </a:r>
            <a:r>
              <a:rPr lang="en-US"/>
              <a:t> but adds other attributes and methods that only apply for objects of that specific </a:t>
            </a:r>
            <a:r>
              <a:rPr lang="en-US" b="1"/>
              <a:t>sub class</a:t>
            </a:r>
            <a:r>
              <a:rPr lang="en-US"/>
              <a:t> (e.g., the number of wheels might not be defined in the base class (aka ‘</a:t>
            </a:r>
            <a:r>
              <a:rPr lang="en-US" b="1"/>
              <a:t>super </a:t>
            </a:r>
            <a:r>
              <a:rPr lang="en-US" b="1" err="1"/>
              <a:t>class</a:t>
            </a:r>
            <a:r>
              <a:rPr lang="en-US" err="1"/>
              <a:t>’</a:t>
            </a:r>
            <a:r>
              <a:rPr lang="en-US"/>
              <a:t>), but in a sub class (e.g., sub class ‘</a:t>
            </a:r>
            <a:r>
              <a:rPr lang="en-US" err="1"/>
              <a:t>Two_wheeler</a:t>
            </a:r>
            <a:r>
              <a:rPr lang="en-US"/>
              <a:t>’).</a:t>
            </a:r>
          </a:p>
          <a:p>
            <a:pPr marL="0" indent="0"/>
            <a:endParaRPr lang="en-US"/>
          </a:p>
          <a:p>
            <a:pPr marL="0" indent="0"/>
            <a:r>
              <a:rPr lang="en-US"/>
              <a:t>The sub class inherits all attributes and methods from the super class (‘</a:t>
            </a:r>
            <a:r>
              <a:rPr lang="en-US" b="1"/>
              <a:t>inheritance</a:t>
            </a:r>
            <a:r>
              <a:rPr lang="en-US"/>
              <a:t>’), but it can also overwrite them, by using the same attribute/method names (‘</a:t>
            </a:r>
            <a:r>
              <a:rPr lang="en-US" b="1"/>
              <a:t>polymorphism</a:t>
            </a:r>
            <a:r>
              <a:rPr lang="en-US"/>
              <a:t>’). </a:t>
            </a:r>
          </a:p>
        </p:txBody>
      </p:sp>
      <p:sp>
        <p:nvSpPr>
          <p:cNvPr id="4" name="Foliennummernplatzhalter 3">
            <a:extLst>
              <a:ext uri="{FF2B5EF4-FFF2-40B4-BE49-F238E27FC236}">
                <a16:creationId xmlns:a16="http://schemas.microsoft.com/office/drawing/2014/main" id="{B81C8E32-48D6-D75F-8B19-CE0F34A4D0AD}"/>
              </a:ext>
            </a:extLst>
          </p:cNvPr>
          <p:cNvSpPr>
            <a:spLocks noGrp="1"/>
          </p:cNvSpPr>
          <p:nvPr>
            <p:ph type="sldNum" sz="quarter" idx="16"/>
          </p:nvPr>
        </p:nvSpPr>
        <p:spPr/>
        <p:txBody>
          <a:bodyPr/>
          <a:lstStyle/>
          <a:p>
            <a:fld id="{7559FC98-AF75-4A00-A03C-DF9FEBF6BCB9}" type="slidenum">
              <a:rPr lang="en-GB" smtClean="0"/>
              <a:pPr/>
              <a:t>22</a:t>
            </a:fld>
            <a:endParaRPr lang="en-GB"/>
          </a:p>
        </p:txBody>
      </p:sp>
      <p:sp>
        <p:nvSpPr>
          <p:cNvPr id="5" name="Textplatzhalter 4">
            <a:extLst>
              <a:ext uri="{FF2B5EF4-FFF2-40B4-BE49-F238E27FC236}">
                <a16:creationId xmlns:a16="http://schemas.microsoft.com/office/drawing/2014/main" id="{BFDA8721-7A3B-6B2B-01A9-5C5E9E519B7F}"/>
              </a:ext>
            </a:extLst>
          </p:cNvPr>
          <p:cNvSpPr>
            <a:spLocks noGrp="1"/>
          </p:cNvSpPr>
          <p:nvPr>
            <p:ph type="body" sz="quarter" idx="10"/>
          </p:nvPr>
        </p:nvSpPr>
        <p:spPr/>
        <p:txBody>
          <a:bodyPr/>
          <a:lstStyle/>
          <a:p>
            <a:r>
              <a:rPr lang="en-US"/>
              <a:t>Brief summary of skills necessary to solve assignment 5</a:t>
            </a:r>
          </a:p>
        </p:txBody>
      </p:sp>
      <p:sp>
        <p:nvSpPr>
          <p:cNvPr id="15" name="Geschweifte Klammer rechts 14">
            <a:extLst>
              <a:ext uri="{FF2B5EF4-FFF2-40B4-BE49-F238E27FC236}">
                <a16:creationId xmlns:a16="http://schemas.microsoft.com/office/drawing/2014/main" id="{571C4510-4B83-1B6F-66DD-41ED48C44655}"/>
              </a:ext>
            </a:extLst>
          </p:cNvPr>
          <p:cNvSpPr/>
          <p:nvPr/>
        </p:nvSpPr>
        <p:spPr>
          <a:xfrm>
            <a:off x="8571600" y="1534861"/>
            <a:ext cx="145650" cy="738439"/>
          </a:xfrm>
          <a:prstGeom prst="rightBrace">
            <a:avLst>
              <a:gd name="adj1" fmla="val 59726"/>
              <a:gd name="adj2" fmla="val 50000"/>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 name="Textfeld 15">
            <a:extLst>
              <a:ext uri="{FF2B5EF4-FFF2-40B4-BE49-F238E27FC236}">
                <a16:creationId xmlns:a16="http://schemas.microsoft.com/office/drawing/2014/main" id="{F77F656A-7623-DDF7-E355-8C2CE4B744C7}"/>
              </a:ext>
            </a:extLst>
          </p:cNvPr>
          <p:cNvSpPr txBox="1"/>
          <p:nvPr/>
        </p:nvSpPr>
        <p:spPr>
          <a:xfrm rot="16200000">
            <a:off x="3892993" y="2043395"/>
            <a:ext cx="1950799" cy="261610"/>
          </a:xfrm>
          <a:prstGeom prst="rect">
            <a:avLst/>
          </a:prstGeom>
          <a:noFill/>
        </p:spPr>
        <p:txBody>
          <a:bodyPr wrap="square" rtlCol="0">
            <a:spAutoFit/>
          </a:bodyPr>
          <a:lstStyle/>
          <a:p>
            <a:pPr algn="ctr"/>
            <a:r>
              <a:rPr lang="en-US" sz="1050" b="1"/>
              <a:t>Class definition</a:t>
            </a:r>
          </a:p>
        </p:txBody>
      </p:sp>
      <p:sp>
        <p:nvSpPr>
          <p:cNvPr id="20" name="Geschweifte Klammer rechts 19">
            <a:extLst>
              <a:ext uri="{FF2B5EF4-FFF2-40B4-BE49-F238E27FC236}">
                <a16:creationId xmlns:a16="http://schemas.microsoft.com/office/drawing/2014/main" id="{9AB763CF-8207-E0AB-2E45-1D9466AAA117}"/>
              </a:ext>
            </a:extLst>
          </p:cNvPr>
          <p:cNvSpPr/>
          <p:nvPr/>
        </p:nvSpPr>
        <p:spPr>
          <a:xfrm rot="10800000">
            <a:off x="5034779" y="1198801"/>
            <a:ext cx="145650" cy="1950798"/>
          </a:xfrm>
          <a:prstGeom prst="rightBrace">
            <a:avLst>
              <a:gd name="adj1" fmla="val 59726"/>
              <a:gd name="adj2" fmla="val 50000"/>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1" name="Textfeld 20">
            <a:extLst>
              <a:ext uri="{FF2B5EF4-FFF2-40B4-BE49-F238E27FC236}">
                <a16:creationId xmlns:a16="http://schemas.microsoft.com/office/drawing/2014/main" id="{BC85142E-60FE-46AD-2EFC-1334C285E79B}"/>
              </a:ext>
            </a:extLst>
          </p:cNvPr>
          <p:cNvSpPr txBox="1"/>
          <p:nvPr/>
        </p:nvSpPr>
        <p:spPr>
          <a:xfrm rot="16200000">
            <a:off x="4459611" y="3366508"/>
            <a:ext cx="817563" cy="415498"/>
          </a:xfrm>
          <a:prstGeom prst="rect">
            <a:avLst/>
          </a:prstGeom>
          <a:noFill/>
        </p:spPr>
        <p:txBody>
          <a:bodyPr wrap="square" rtlCol="0">
            <a:spAutoFit/>
          </a:bodyPr>
          <a:lstStyle/>
          <a:p>
            <a:pPr algn="ctr"/>
            <a:r>
              <a:rPr lang="en-GB" sz="1050" b="1"/>
              <a:t>S</a:t>
            </a:r>
            <a:r>
              <a:rPr lang="en-US" sz="1050" b="1" err="1"/>
              <a:t>ub</a:t>
            </a:r>
            <a:r>
              <a:rPr lang="en-US" sz="1050" b="1"/>
              <a:t> class </a:t>
            </a:r>
          </a:p>
          <a:p>
            <a:pPr algn="ctr"/>
            <a:r>
              <a:rPr lang="en-US" sz="1050" b="1"/>
              <a:t>definition</a:t>
            </a:r>
          </a:p>
        </p:txBody>
      </p:sp>
      <p:sp>
        <p:nvSpPr>
          <p:cNvPr id="22" name="Geschweifte Klammer rechts 21">
            <a:extLst>
              <a:ext uri="{FF2B5EF4-FFF2-40B4-BE49-F238E27FC236}">
                <a16:creationId xmlns:a16="http://schemas.microsoft.com/office/drawing/2014/main" id="{C67202F6-F48F-18C9-3555-8D29EB039628}"/>
              </a:ext>
            </a:extLst>
          </p:cNvPr>
          <p:cNvSpPr/>
          <p:nvPr/>
        </p:nvSpPr>
        <p:spPr>
          <a:xfrm rot="10800000">
            <a:off x="5034779" y="3308350"/>
            <a:ext cx="145650" cy="550863"/>
          </a:xfrm>
          <a:prstGeom prst="rightBrace">
            <a:avLst>
              <a:gd name="adj1" fmla="val 53186"/>
              <a:gd name="adj2" fmla="val 50000"/>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3" name="Textfeld 22">
            <a:extLst>
              <a:ext uri="{FF2B5EF4-FFF2-40B4-BE49-F238E27FC236}">
                <a16:creationId xmlns:a16="http://schemas.microsoft.com/office/drawing/2014/main" id="{A406C61F-3CE6-6360-F92A-6693C27C597C}"/>
              </a:ext>
            </a:extLst>
          </p:cNvPr>
          <p:cNvSpPr txBox="1"/>
          <p:nvPr/>
        </p:nvSpPr>
        <p:spPr>
          <a:xfrm rot="16200000">
            <a:off x="8330424" y="1696330"/>
            <a:ext cx="1136651" cy="415498"/>
          </a:xfrm>
          <a:prstGeom prst="rect">
            <a:avLst/>
          </a:prstGeom>
          <a:noFill/>
        </p:spPr>
        <p:txBody>
          <a:bodyPr wrap="square" rtlCol="0">
            <a:spAutoFit/>
          </a:bodyPr>
          <a:lstStyle/>
          <a:p>
            <a:pPr algn="ctr"/>
            <a:r>
              <a:rPr lang="en-GB" sz="1050" b="1"/>
              <a:t>initialisation method</a:t>
            </a:r>
            <a:endParaRPr lang="en-US" sz="1050" b="1"/>
          </a:p>
        </p:txBody>
      </p:sp>
      <p:sp>
        <p:nvSpPr>
          <p:cNvPr id="24" name="Geschweifte Klammer rechts 23">
            <a:extLst>
              <a:ext uri="{FF2B5EF4-FFF2-40B4-BE49-F238E27FC236}">
                <a16:creationId xmlns:a16="http://schemas.microsoft.com/office/drawing/2014/main" id="{8B4646E2-0634-4E45-22DC-31717729C5BD}"/>
              </a:ext>
            </a:extLst>
          </p:cNvPr>
          <p:cNvSpPr/>
          <p:nvPr/>
        </p:nvSpPr>
        <p:spPr>
          <a:xfrm>
            <a:off x="6345925" y="1752343"/>
            <a:ext cx="145650" cy="495557"/>
          </a:xfrm>
          <a:prstGeom prst="rightBrace">
            <a:avLst>
              <a:gd name="adj1" fmla="val 44467"/>
              <a:gd name="adj2" fmla="val 50000"/>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5" name="Textfeld 24">
            <a:extLst>
              <a:ext uri="{FF2B5EF4-FFF2-40B4-BE49-F238E27FC236}">
                <a16:creationId xmlns:a16="http://schemas.microsoft.com/office/drawing/2014/main" id="{BFC0FC5F-2DFA-6F80-CB34-7E6E31F76194}"/>
              </a:ext>
            </a:extLst>
          </p:cNvPr>
          <p:cNvSpPr txBox="1"/>
          <p:nvPr/>
        </p:nvSpPr>
        <p:spPr>
          <a:xfrm rot="16200000">
            <a:off x="6244529" y="1900093"/>
            <a:ext cx="683286" cy="200055"/>
          </a:xfrm>
          <a:prstGeom prst="rect">
            <a:avLst/>
          </a:prstGeom>
          <a:noFill/>
        </p:spPr>
        <p:txBody>
          <a:bodyPr wrap="square" rtlCol="0">
            <a:spAutoFit/>
          </a:bodyPr>
          <a:lstStyle/>
          <a:p>
            <a:pPr algn="ctr"/>
            <a:r>
              <a:rPr lang="en-GB" sz="700" b="1"/>
              <a:t>attributes</a:t>
            </a:r>
            <a:endParaRPr lang="en-US" sz="700" b="1"/>
          </a:p>
        </p:txBody>
      </p:sp>
      <p:sp>
        <p:nvSpPr>
          <p:cNvPr id="30" name="Geschweifte Klammer rechts 29">
            <a:extLst>
              <a:ext uri="{FF2B5EF4-FFF2-40B4-BE49-F238E27FC236}">
                <a16:creationId xmlns:a16="http://schemas.microsoft.com/office/drawing/2014/main" id="{89284083-734D-E5EF-B276-D7B4EFAE038D}"/>
              </a:ext>
            </a:extLst>
          </p:cNvPr>
          <p:cNvSpPr/>
          <p:nvPr/>
        </p:nvSpPr>
        <p:spPr>
          <a:xfrm>
            <a:off x="6219825" y="2983033"/>
            <a:ext cx="94201" cy="166568"/>
          </a:xfrm>
          <a:prstGeom prst="rightBrace">
            <a:avLst>
              <a:gd name="adj1" fmla="val 44467"/>
              <a:gd name="adj2" fmla="val 50000"/>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1" name="Textfeld 30">
            <a:extLst>
              <a:ext uri="{FF2B5EF4-FFF2-40B4-BE49-F238E27FC236}">
                <a16:creationId xmlns:a16="http://schemas.microsoft.com/office/drawing/2014/main" id="{ABD09B48-5624-455E-C68C-D7791F9334AD}"/>
              </a:ext>
            </a:extLst>
          </p:cNvPr>
          <p:cNvSpPr txBox="1"/>
          <p:nvPr/>
        </p:nvSpPr>
        <p:spPr>
          <a:xfrm>
            <a:off x="6146873" y="2955567"/>
            <a:ext cx="1958901" cy="307777"/>
          </a:xfrm>
          <a:prstGeom prst="rect">
            <a:avLst/>
          </a:prstGeom>
          <a:noFill/>
        </p:spPr>
        <p:txBody>
          <a:bodyPr wrap="square" rtlCol="0">
            <a:spAutoFit/>
          </a:bodyPr>
          <a:lstStyle/>
          <a:p>
            <a:pPr algn="ctr"/>
            <a:r>
              <a:rPr lang="en-GB" sz="700" b="1"/>
              <a:t>method (note the ‘self’ reference, otherwise it’s like a function definition)</a:t>
            </a:r>
            <a:endParaRPr lang="en-US" sz="700" b="1"/>
          </a:p>
        </p:txBody>
      </p:sp>
      <p:sp>
        <p:nvSpPr>
          <p:cNvPr id="32" name="Geschweifte Klammer rechts 31">
            <a:extLst>
              <a:ext uri="{FF2B5EF4-FFF2-40B4-BE49-F238E27FC236}">
                <a16:creationId xmlns:a16="http://schemas.microsoft.com/office/drawing/2014/main" id="{28FF295A-34F6-1713-9B0E-AD82BF15FE39}"/>
              </a:ext>
            </a:extLst>
          </p:cNvPr>
          <p:cNvSpPr/>
          <p:nvPr/>
        </p:nvSpPr>
        <p:spPr>
          <a:xfrm rot="10800000">
            <a:off x="5034779" y="4462462"/>
            <a:ext cx="145650" cy="327025"/>
          </a:xfrm>
          <a:prstGeom prst="rightBrace">
            <a:avLst>
              <a:gd name="adj1" fmla="val 53186"/>
              <a:gd name="adj2" fmla="val 50000"/>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3" name="Textfeld 32">
            <a:extLst>
              <a:ext uri="{FF2B5EF4-FFF2-40B4-BE49-F238E27FC236}">
                <a16:creationId xmlns:a16="http://schemas.microsoft.com/office/drawing/2014/main" id="{4F0A234D-19D3-F6BA-2075-DE7CC7BF0833}"/>
              </a:ext>
            </a:extLst>
          </p:cNvPr>
          <p:cNvSpPr txBox="1"/>
          <p:nvPr/>
        </p:nvSpPr>
        <p:spPr>
          <a:xfrm rot="16200000">
            <a:off x="4354042" y="4418226"/>
            <a:ext cx="1028700" cy="415498"/>
          </a:xfrm>
          <a:prstGeom prst="rect">
            <a:avLst/>
          </a:prstGeom>
          <a:noFill/>
        </p:spPr>
        <p:txBody>
          <a:bodyPr wrap="square" rtlCol="0">
            <a:spAutoFit/>
          </a:bodyPr>
          <a:lstStyle/>
          <a:p>
            <a:pPr algn="ctr"/>
            <a:r>
              <a:rPr lang="en-GB" sz="1050" b="1"/>
              <a:t>Instantiation of an object</a:t>
            </a:r>
            <a:endParaRPr lang="en-US" sz="1050" b="1"/>
          </a:p>
        </p:txBody>
      </p:sp>
      <p:cxnSp>
        <p:nvCxnSpPr>
          <p:cNvPr id="37" name="Gerade Verbindung mit Pfeil 36">
            <a:extLst>
              <a:ext uri="{FF2B5EF4-FFF2-40B4-BE49-F238E27FC236}">
                <a16:creationId xmlns:a16="http://schemas.microsoft.com/office/drawing/2014/main" id="{A097E11A-CAB2-57B8-81E4-A1EC43E5A147}"/>
              </a:ext>
            </a:extLst>
          </p:cNvPr>
          <p:cNvCxnSpPr/>
          <p:nvPr/>
        </p:nvCxnSpPr>
        <p:spPr>
          <a:xfrm>
            <a:off x="6927640" y="3748434"/>
            <a:ext cx="387560"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38" name="Textfeld 37">
            <a:extLst>
              <a:ext uri="{FF2B5EF4-FFF2-40B4-BE49-F238E27FC236}">
                <a16:creationId xmlns:a16="http://schemas.microsoft.com/office/drawing/2014/main" id="{7A13356F-E5E7-5FEC-CC5C-071D39949F8B}"/>
              </a:ext>
            </a:extLst>
          </p:cNvPr>
          <p:cNvSpPr txBox="1"/>
          <p:nvPr/>
        </p:nvSpPr>
        <p:spPr>
          <a:xfrm>
            <a:off x="7213522" y="3648406"/>
            <a:ext cx="1477478" cy="307777"/>
          </a:xfrm>
          <a:prstGeom prst="rect">
            <a:avLst/>
          </a:prstGeom>
          <a:noFill/>
        </p:spPr>
        <p:txBody>
          <a:bodyPr wrap="square" rtlCol="0">
            <a:spAutoFit/>
          </a:bodyPr>
          <a:lstStyle/>
          <a:p>
            <a:pPr algn="ctr"/>
            <a:r>
              <a:rPr lang="en-GB" sz="700" b="1"/>
              <a:t>Object will inherit attribute definition from super class.</a:t>
            </a:r>
            <a:endParaRPr lang="en-US" sz="700" b="1"/>
          </a:p>
        </p:txBody>
      </p:sp>
      <p:cxnSp>
        <p:nvCxnSpPr>
          <p:cNvPr id="39" name="Gerade Verbindung mit Pfeil 38">
            <a:extLst>
              <a:ext uri="{FF2B5EF4-FFF2-40B4-BE49-F238E27FC236}">
                <a16:creationId xmlns:a16="http://schemas.microsoft.com/office/drawing/2014/main" id="{8DBE5A2B-2D40-B500-F004-7FC8C8121DE5}"/>
              </a:ext>
            </a:extLst>
          </p:cNvPr>
          <p:cNvCxnSpPr>
            <a:cxnSpLocks/>
          </p:cNvCxnSpPr>
          <p:nvPr/>
        </p:nvCxnSpPr>
        <p:spPr>
          <a:xfrm>
            <a:off x="6388689" y="3865269"/>
            <a:ext cx="704201" cy="319171"/>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41" name="Textfeld 40">
            <a:extLst>
              <a:ext uri="{FF2B5EF4-FFF2-40B4-BE49-F238E27FC236}">
                <a16:creationId xmlns:a16="http://schemas.microsoft.com/office/drawing/2014/main" id="{2EABCCBD-7083-6263-83D5-5D9E1E2D53A1}"/>
              </a:ext>
            </a:extLst>
          </p:cNvPr>
          <p:cNvSpPr txBox="1"/>
          <p:nvPr/>
        </p:nvSpPr>
        <p:spPr>
          <a:xfrm>
            <a:off x="7069411" y="4056211"/>
            <a:ext cx="1477478" cy="523220"/>
          </a:xfrm>
          <a:prstGeom prst="rect">
            <a:avLst/>
          </a:prstGeom>
          <a:noFill/>
        </p:spPr>
        <p:txBody>
          <a:bodyPr wrap="square" rtlCol="0">
            <a:spAutoFit/>
          </a:bodyPr>
          <a:lstStyle/>
          <a:p>
            <a:pPr algn="ctr"/>
            <a:r>
              <a:rPr lang="en-GB" sz="700" b="1"/>
              <a:t>We can extend (here) or even overwrite (polymorphism) attributes and methods for this sub-class only</a:t>
            </a:r>
            <a:endParaRPr lang="en-US" sz="700" b="1"/>
          </a:p>
        </p:txBody>
      </p:sp>
    </p:spTree>
    <p:extLst>
      <p:ext uri="{BB962C8B-B14F-4D97-AF65-F5344CB8AC3E}">
        <p14:creationId xmlns:p14="http://schemas.microsoft.com/office/powerpoint/2010/main" val="346302960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F1B61B-0C25-A347-8E82-9E36B55C7C82}"/>
              </a:ext>
            </a:extLst>
          </p:cNvPr>
          <p:cNvSpPr>
            <a:spLocks noGrp="1"/>
          </p:cNvSpPr>
          <p:nvPr>
            <p:ph type="title"/>
          </p:nvPr>
        </p:nvSpPr>
        <p:spPr>
          <a:xfrm>
            <a:off x="358775" y="376238"/>
            <a:ext cx="8426450" cy="609662"/>
          </a:xfrm>
        </p:spPr>
        <p:txBody>
          <a:bodyPr vert="horz" lIns="0" tIns="0" rIns="0" bIns="0" rtlCol="0" anchor="t">
            <a:normAutofit/>
          </a:bodyPr>
          <a:lstStyle/>
          <a:p>
            <a:r>
              <a:rPr lang="en-US"/>
              <a:t>Special Methods</a:t>
            </a:r>
          </a:p>
        </p:txBody>
      </p:sp>
      <p:sp>
        <p:nvSpPr>
          <p:cNvPr id="3" name="Content Placeholder 2">
            <a:extLst>
              <a:ext uri="{FF2B5EF4-FFF2-40B4-BE49-F238E27FC236}">
                <a16:creationId xmlns:a16="http://schemas.microsoft.com/office/drawing/2014/main" id="{C1C055D0-88FC-814E-85AF-F5DD6D247310}"/>
              </a:ext>
            </a:extLst>
          </p:cNvPr>
          <p:cNvSpPr>
            <a:spLocks noGrp="1"/>
          </p:cNvSpPr>
          <p:nvPr>
            <p:ph sz="half" idx="1"/>
          </p:nvPr>
        </p:nvSpPr>
        <p:spPr>
          <a:xfrm>
            <a:off x="358776" y="957387"/>
            <a:ext cx="4122738" cy="3670307"/>
          </a:xfrm>
        </p:spPr>
        <p:txBody>
          <a:bodyPr vert="horz" lIns="90000" tIns="144000" rIns="54000" bIns="54000" rtlCol="0">
            <a:normAutofit/>
          </a:bodyPr>
          <a:lstStyle/>
          <a:p>
            <a:pPr marL="0" indent="0">
              <a:spcAft>
                <a:spcPts val="600"/>
              </a:spcAft>
            </a:pPr>
            <a:endParaRPr lang="en-US"/>
          </a:p>
          <a:p>
            <a:pPr marL="0" indent="0">
              <a:spcAft>
                <a:spcPts val="600"/>
              </a:spcAft>
            </a:pPr>
            <a:endParaRPr lang="en-US"/>
          </a:p>
        </p:txBody>
      </p:sp>
      <p:sp>
        <p:nvSpPr>
          <p:cNvPr id="5" name="Content Placeholder 2">
            <a:extLst>
              <a:ext uri="{FF2B5EF4-FFF2-40B4-BE49-F238E27FC236}">
                <a16:creationId xmlns:a16="http://schemas.microsoft.com/office/drawing/2014/main" id="{DABB2ADA-E1DB-4B4A-B517-713666D358EF}"/>
              </a:ext>
            </a:extLst>
          </p:cNvPr>
          <p:cNvSpPr txBox="1">
            <a:spLocks/>
          </p:cNvSpPr>
          <p:nvPr/>
        </p:nvSpPr>
        <p:spPr>
          <a:xfrm>
            <a:off x="4662487" y="957389"/>
            <a:ext cx="4122737" cy="3670306"/>
          </a:xfrm>
          <a:prstGeom prst="rect">
            <a:avLst/>
          </a:prstGeom>
          <a:ln w="12700" cap="flat" cmpd="sng" algn="ctr">
            <a:solidFill>
              <a:srgbClr val="A0A0A0"/>
            </a:solidFill>
            <a:prstDash val="solid"/>
            <a:round/>
            <a:headEnd type="none" w="med" len="med"/>
            <a:tailEnd type="none" w="med" len="med"/>
          </a:ln>
        </p:spPr>
        <p:txBody>
          <a:bodyPr vert="horz" lIns="90000" tIns="144000" rIns="54000" bIns="54000" rtlCol="0">
            <a:normAutofit/>
          </a:bodyPr>
          <a:lstStyle>
            <a:lvl1pPr marL="180000" indent="-180000" algn="l" defTabSz="685800" rtl="0" eaLnBrk="1" latinLnBrk="0" hangingPunct="1">
              <a:lnSpc>
                <a:spcPct val="100000"/>
              </a:lnSpc>
              <a:spcBef>
                <a:spcPts val="0"/>
              </a:spcBef>
              <a:buFont typeface="Arial" panose="020B0604020202020204" pitchFamily="34" charset="0"/>
              <a:buNone/>
              <a:defRPr sz="1400" kern="1200">
                <a:solidFill>
                  <a:schemeClr val="tx1"/>
                </a:solidFill>
                <a:latin typeface="+mn-lt"/>
                <a:ea typeface="+mn-ea"/>
                <a:cs typeface="+mn-cs"/>
              </a:defRPr>
            </a:lvl1pPr>
            <a:lvl2pPr marL="358775" indent="-179388" algn="l" defTabSz="685800" rtl="0" eaLnBrk="1" latinLnBrk="0" hangingPunct="1">
              <a:lnSpc>
                <a:spcPct val="100000"/>
              </a:lnSpc>
              <a:spcBef>
                <a:spcPts val="0"/>
              </a:spcBef>
              <a:spcAft>
                <a:spcPts val="400"/>
              </a:spcAft>
              <a:buFont typeface="Arial" panose="020B0604020202020204" pitchFamily="34" charset="0"/>
              <a:buChar char="‒"/>
              <a:defRPr lang="de-DE" sz="1400" kern="1200" dirty="0" smtClean="0">
                <a:solidFill>
                  <a:schemeClr val="tx1"/>
                </a:solidFill>
                <a:latin typeface="+mn-lt"/>
                <a:ea typeface="+mn-ea"/>
                <a:cs typeface="+mn-cs"/>
              </a:defRPr>
            </a:lvl2pPr>
            <a:lvl3pPr marL="539750" indent="-179388" algn="l" defTabSz="685800" rtl="0" eaLnBrk="1" latinLnBrk="0" hangingPunct="1">
              <a:lnSpc>
                <a:spcPct val="100000"/>
              </a:lnSpc>
              <a:spcBef>
                <a:spcPts val="0"/>
              </a:spcBef>
              <a:spcAft>
                <a:spcPts val="400"/>
              </a:spcAft>
              <a:buFont typeface="Arial" panose="020B0604020202020204" pitchFamily="34" charset="0"/>
              <a:buChar char="•"/>
              <a:defRPr lang="de-DE" sz="1400" kern="1200" dirty="0" smtClean="0">
                <a:solidFill>
                  <a:schemeClr val="tx1"/>
                </a:solidFill>
                <a:latin typeface="+mn-lt"/>
                <a:ea typeface="+mn-ea"/>
                <a:cs typeface="+mn-cs"/>
              </a:defRPr>
            </a:lvl3pPr>
            <a:lvl4pPr marL="717550" indent="-179388" algn="l" defTabSz="685800" rtl="0" eaLnBrk="1" latinLnBrk="0" hangingPunct="1">
              <a:lnSpc>
                <a:spcPct val="100000"/>
              </a:lnSpc>
              <a:spcBef>
                <a:spcPts val="0"/>
              </a:spcBef>
              <a:spcAft>
                <a:spcPts val="400"/>
              </a:spcAft>
              <a:buSzPct val="110000"/>
              <a:buFont typeface="Arial" panose="020B0604020202020204" pitchFamily="34" charset="0"/>
              <a:buChar char="◦"/>
              <a:defRPr lang="de-DE" sz="1400" kern="1200" dirty="0" smtClean="0">
                <a:solidFill>
                  <a:schemeClr val="tx1"/>
                </a:solidFill>
                <a:latin typeface="+mn-lt"/>
                <a:ea typeface="+mn-ea"/>
                <a:cs typeface="+mn-cs"/>
              </a:defRPr>
            </a:lvl4pPr>
            <a:lvl5pPr marL="898525" indent="-179388" algn="l" defTabSz="685800" rtl="0" eaLnBrk="1" latinLnBrk="0" hangingPunct="1">
              <a:lnSpc>
                <a:spcPct val="100000"/>
              </a:lnSpc>
              <a:spcBef>
                <a:spcPts val="0"/>
              </a:spcBef>
              <a:spcAft>
                <a:spcPts val="400"/>
              </a:spcAft>
              <a:buSzPct val="110000"/>
              <a:buFont typeface="Arial" panose="020B0604020202020204" pitchFamily="34" charset="0"/>
              <a:buChar char="◦"/>
              <a:defRPr lang="de-DE" sz="1400" kern="1200" dirty="0" smtClean="0">
                <a:solidFill>
                  <a:schemeClr val="tx1"/>
                </a:solidFill>
                <a:latin typeface="+mn-lt"/>
                <a:ea typeface="+mn-ea"/>
                <a:cs typeface="+mn-cs"/>
              </a:defRPr>
            </a:lvl5pPr>
            <a:lvl6pPr marL="1260000" indent="-180000" algn="l" defTabSz="685800" rtl="0" eaLnBrk="1" latinLnBrk="0" hangingPunct="1">
              <a:lnSpc>
                <a:spcPct val="100000"/>
              </a:lnSpc>
              <a:spcBef>
                <a:spcPts val="0"/>
              </a:spcBef>
              <a:spcAft>
                <a:spcPts val="400"/>
              </a:spcAft>
              <a:buSzPct val="110000"/>
              <a:buFont typeface="Arial" panose="020B0604020202020204" pitchFamily="34" charset="0"/>
              <a:buChar char="◦"/>
              <a:defRPr sz="1400" kern="1200">
                <a:solidFill>
                  <a:schemeClr val="tx1"/>
                </a:solidFill>
                <a:latin typeface="+mn-lt"/>
                <a:ea typeface="+mn-ea"/>
                <a:cs typeface="+mn-cs"/>
              </a:defRPr>
            </a:lvl6pPr>
            <a:lvl7pPr marL="1260000" indent="-180000" algn="l" defTabSz="685800" rtl="0" eaLnBrk="1" latinLnBrk="0" hangingPunct="1">
              <a:lnSpc>
                <a:spcPct val="100000"/>
              </a:lnSpc>
              <a:spcBef>
                <a:spcPts val="0"/>
              </a:spcBef>
              <a:spcAft>
                <a:spcPts val="400"/>
              </a:spcAft>
              <a:buSzPct val="110000"/>
              <a:buFont typeface="Arial" panose="020B0604020202020204" pitchFamily="34" charset="0"/>
              <a:buChar char="◦"/>
              <a:defRPr sz="1400" kern="1200">
                <a:solidFill>
                  <a:schemeClr val="tx1"/>
                </a:solidFill>
                <a:latin typeface="+mn-lt"/>
                <a:ea typeface="+mn-ea"/>
                <a:cs typeface="+mn-cs"/>
              </a:defRPr>
            </a:lvl7pPr>
            <a:lvl8pPr marL="1260000" indent="-180000" algn="l" defTabSz="685800" rtl="0" eaLnBrk="1" latinLnBrk="0" hangingPunct="1">
              <a:lnSpc>
                <a:spcPct val="100000"/>
              </a:lnSpc>
              <a:spcBef>
                <a:spcPts val="0"/>
              </a:spcBef>
              <a:spcAft>
                <a:spcPts val="400"/>
              </a:spcAft>
              <a:buSzPct val="110000"/>
              <a:buFont typeface="Arial" panose="020B0604020202020204" pitchFamily="34" charset="0"/>
              <a:buChar char="◦"/>
              <a:defRPr sz="1400" kern="1200">
                <a:solidFill>
                  <a:schemeClr val="tx1"/>
                </a:solidFill>
                <a:latin typeface="+mn-lt"/>
                <a:ea typeface="+mn-ea"/>
                <a:cs typeface="+mn-cs"/>
              </a:defRPr>
            </a:lvl8pPr>
            <a:lvl9pPr marL="1260000" indent="-180000" algn="l" defTabSz="685800" rtl="0" eaLnBrk="1" latinLnBrk="0" hangingPunct="1">
              <a:lnSpc>
                <a:spcPct val="100000"/>
              </a:lnSpc>
              <a:spcBef>
                <a:spcPts val="0"/>
              </a:spcBef>
              <a:spcAft>
                <a:spcPts val="400"/>
              </a:spcAft>
              <a:buSzPct val="110000"/>
              <a:buFont typeface="Arial" panose="020B0604020202020204" pitchFamily="34" charset="0"/>
              <a:buChar char="◦"/>
              <a:defRPr sz="1400" kern="1200">
                <a:solidFill>
                  <a:schemeClr val="tx1"/>
                </a:solidFill>
                <a:latin typeface="+mn-lt"/>
                <a:ea typeface="+mn-ea"/>
                <a:cs typeface="+mn-cs"/>
              </a:defRPr>
            </a:lvl9pPr>
          </a:lstStyle>
          <a:p>
            <a:pPr marL="0" indent="0">
              <a:spcAft>
                <a:spcPts val="600"/>
              </a:spcAft>
            </a:pPr>
            <a:endParaRPr lang="en-US"/>
          </a:p>
        </p:txBody>
      </p:sp>
      <p:sp>
        <p:nvSpPr>
          <p:cNvPr id="4" name="Slide Number Placeholder 3">
            <a:extLst>
              <a:ext uri="{FF2B5EF4-FFF2-40B4-BE49-F238E27FC236}">
                <a16:creationId xmlns:a16="http://schemas.microsoft.com/office/drawing/2014/main" id="{CB801007-AFBB-3849-8474-8C3300EC3066}"/>
              </a:ext>
            </a:extLst>
          </p:cNvPr>
          <p:cNvSpPr>
            <a:spLocks noGrp="1"/>
          </p:cNvSpPr>
          <p:nvPr>
            <p:ph type="sldNum" sz="quarter" idx="16"/>
          </p:nvPr>
        </p:nvSpPr>
        <p:spPr>
          <a:xfrm>
            <a:off x="8571600" y="4767263"/>
            <a:ext cx="216000" cy="273844"/>
          </a:xfrm>
        </p:spPr>
        <p:txBody>
          <a:bodyPr vert="horz" lIns="0" tIns="0" rIns="0" bIns="0" rtlCol="0" anchor="t">
            <a:normAutofit/>
          </a:bodyPr>
          <a:lstStyle/>
          <a:p>
            <a:pPr>
              <a:spcAft>
                <a:spcPts val="600"/>
              </a:spcAft>
            </a:pPr>
            <a:fld id="{7559FC98-AF75-4A00-A03C-DF9FEBF6BCB9}" type="slidenum">
              <a:rPr lang="en-US" smtClean="0"/>
              <a:pPr>
                <a:spcAft>
                  <a:spcPts val="600"/>
                </a:spcAft>
              </a:pPr>
              <a:t>23</a:t>
            </a:fld>
            <a:endParaRPr lang="en-US"/>
          </a:p>
        </p:txBody>
      </p:sp>
      <p:sp>
        <p:nvSpPr>
          <p:cNvPr id="12" name="Text Placeholder 6">
            <a:extLst>
              <a:ext uri="{FF2B5EF4-FFF2-40B4-BE49-F238E27FC236}">
                <a16:creationId xmlns:a16="http://schemas.microsoft.com/office/drawing/2014/main" id="{48147645-F5CB-BEB3-601A-C12CBC4FBBAE}"/>
              </a:ext>
            </a:extLst>
          </p:cNvPr>
          <p:cNvSpPr>
            <a:spLocks noGrp="1"/>
          </p:cNvSpPr>
          <p:nvPr>
            <p:ph type="body" sz="quarter" idx="18"/>
          </p:nvPr>
        </p:nvSpPr>
        <p:spPr>
          <a:xfrm>
            <a:off x="412001" y="827529"/>
            <a:ext cx="759637" cy="215444"/>
          </a:xfrm>
        </p:spPr>
        <p:txBody>
          <a:bodyPr/>
          <a:lstStyle/>
          <a:p>
            <a:r>
              <a:rPr lang="en-US"/>
              <a:t>__</a:t>
            </a:r>
            <a:r>
              <a:rPr lang="en-US" err="1"/>
              <a:t>init</a:t>
            </a:r>
            <a:r>
              <a:rPr lang="en-US"/>
              <a:t>__</a:t>
            </a:r>
          </a:p>
        </p:txBody>
      </p:sp>
      <p:sp>
        <p:nvSpPr>
          <p:cNvPr id="14" name="Text Placeholder 7">
            <a:extLst>
              <a:ext uri="{FF2B5EF4-FFF2-40B4-BE49-F238E27FC236}">
                <a16:creationId xmlns:a16="http://schemas.microsoft.com/office/drawing/2014/main" id="{F26F8BED-3A62-F6B4-30DB-E1F7951ADF69}"/>
              </a:ext>
            </a:extLst>
          </p:cNvPr>
          <p:cNvSpPr>
            <a:spLocks noGrp="1"/>
          </p:cNvSpPr>
          <p:nvPr>
            <p:ph type="body" sz="quarter" idx="19"/>
          </p:nvPr>
        </p:nvSpPr>
        <p:spPr>
          <a:xfrm>
            <a:off x="4712834" y="827530"/>
            <a:ext cx="1804924" cy="215444"/>
          </a:xfrm>
        </p:spPr>
        <p:txBody>
          <a:bodyPr/>
          <a:lstStyle/>
          <a:p>
            <a:r>
              <a:rPr lang="en-US"/>
              <a:t>__str__ / __repr__</a:t>
            </a:r>
          </a:p>
        </p:txBody>
      </p:sp>
      <p:sp>
        <p:nvSpPr>
          <p:cNvPr id="42" name="TextBox 41">
            <a:extLst>
              <a:ext uri="{FF2B5EF4-FFF2-40B4-BE49-F238E27FC236}">
                <a16:creationId xmlns:a16="http://schemas.microsoft.com/office/drawing/2014/main" id="{4EC780FA-8826-4B47-9CC6-3C3ACC11BFD0}"/>
              </a:ext>
            </a:extLst>
          </p:cNvPr>
          <p:cNvSpPr txBox="1"/>
          <p:nvPr/>
        </p:nvSpPr>
        <p:spPr>
          <a:xfrm>
            <a:off x="7387182" y="1935452"/>
            <a:ext cx="492443" cy="246221"/>
          </a:xfrm>
          <a:prstGeom prst="rect">
            <a:avLst/>
          </a:prstGeom>
          <a:noFill/>
        </p:spPr>
        <p:txBody>
          <a:bodyPr wrap="none" rtlCol="0">
            <a:spAutoFit/>
          </a:bodyPr>
          <a:lstStyle/>
          <a:p>
            <a:r>
              <a:rPr lang="en-US" sz="1000">
                <a:solidFill>
                  <a:schemeClr val="bg1"/>
                </a:solidFill>
              </a:rPr>
              <a:t>&gt; “H”</a:t>
            </a:r>
          </a:p>
        </p:txBody>
      </p:sp>
      <p:sp>
        <p:nvSpPr>
          <p:cNvPr id="44" name="TextBox 43">
            <a:extLst>
              <a:ext uri="{FF2B5EF4-FFF2-40B4-BE49-F238E27FC236}">
                <a16:creationId xmlns:a16="http://schemas.microsoft.com/office/drawing/2014/main" id="{4C41F384-C23E-E548-BB2B-CE9595ECA059}"/>
              </a:ext>
            </a:extLst>
          </p:cNvPr>
          <p:cNvSpPr txBox="1"/>
          <p:nvPr/>
        </p:nvSpPr>
        <p:spPr>
          <a:xfrm>
            <a:off x="7387182" y="2061286"/>
            <a:ext cx="434734" cy="246221"/>
          </a:xfrm>
          <a:prstGeom prst="rect">
            <a:avLst/>
          </a:prstGeom>
          <a:noFill/>
        </p:spPr>
        <p:txBody>
          <a:bodyPr wrap="none" rtlCol="0">
            <a:spAutoFit/>
          </a:bodyPr>
          <a:lstStyle/>
          <a:p>
            <a:r>
              <a:rPr lang="en-US" sz="1000">
                <a:solidFill>
                  <a:schemeClr val="bg1"/>
                </a:solidFill>
              </a:rPr>
              <a:t>&gt; “!”</a:t>
            </a:r>
          </a:p>
        </p:txBody>
      </p:sp>
      <p:sp>
        <p:nvSpPr>
          <p:cNvPr id="46" name="TextBox 45">
            <a:extLst>
              <a:ext uri="{FF2B5EF4-FFF2-40B4-BE49-F238E27FC236}">
                <a16:creationId xmlns:a16="http://schemas.microsoft.com/office/drawing/2014/main" id="{F75E9984-71DA-8845-A21A-D249DB7CC22A}"/>
              </a:ext>
            </a:extLst>
          </p:cNvPr>
          <p:cNvSpPr txBox="1"/>
          <p:nvPr/>
        </p:nvSpPr>
        <p:spPr>
          <a:xfrm>
            <a:off x="7387182" y="2312956"/>
            <a:ext cx="434734" cy="246221"/>
          </a:xfrm>
          <a:prstGeom prst="rect">
            <a:avLst/>
          </a:prstGeom>
          <a:noFill/>
        </p:spPr>
        <p:txBody>
          <a:bodyPr wrap="none" rtlCol="0">
            <a:spAutoFit/>
          </a:bodyPr>
          <a:lstStyle/>
          <a:p>
            <a:r>
              <a:rPr lang="en-US" sz="1000">
                <a:solidFill>
                  <a:schemeClr val="bg1"/>
                </a:solidFill>
              </a:rPr>
              <a:t>&gt; “!”</a:t>
            </a:r>
          </a:p>
        </p:txBody>
      </p:sp>
      <p:sp>
        <p:nvSpPr>
          <p:cNvPr id="48" name="TextBox 47">
            <a:extLst>
              <a:ext uri="{FF2B5EF4-FFF2-40B4-BE49-F238E27FC236}">
                <a16:creationId xmlns:a16="http://schemas.microsoft.com/office/drawing/2014/main" id="{03404B6C-A24A-7C49-9A6B-8279E0EF54EB}"/>
              </a:ext>
            </a:extLst>
          </p:cNvPr>
          <p:cNvSpPr txBox="1"/>
          <p:nvPr/>
        </p:nvSpPr>
        <p:spPr>
          <a:xfrm>
            <a:off x="7387182" y="2455569"/>
            <a:ext cx="492443" cy="246221"/>
          </a:xfrm>
          <a:prstGeom prst="rect">
            <a:avLst/>
          </a:prstGeom>
          <a:noFill/>
        </p:spPr>
        <p:txBody>
          <a:bodyPr wrap="none" rtlCol="0">
            <a:spAutoFit/>
          </a:bodyPr>
          <a:lstStyle/>
          <a:p>
            <a:r>
              <a:rPr lang="en-US" sz="1000">
                <a:solidFill>
                  <a:schemeClr val="bg1"/>
                </a:solidFill>
              </a:rPr>
              <a:t>&gt; “H”</a:t>
            </a:r>
          </a:p>
        </p:txBody>
      </p:sp>
      <p:sp>
        <p:nvSpPr>
          <p:cNvPr id="50" name="TextBox 49">
            <a:extLst>
              <a:ext uri="{FF2B5EF4-FFF2-40B4-BE49-F238E27FC236}">
                <a16:creationId xmlns:a16="http://schemas.microsoft.com/office/drawing/2014/main" id="{250BB7BA-3E97-EF47-BB7E-A91C0C05CFC9}"/>
              </a:ext>
            </a:extLst>
          </p:cNvPr>
          <p:cNvSpPr txBox="1"/>
          <p:nvPr/>
        </p:nvSpPr>
        <p:spPr>
          <a:xfrm>
            <a:off x="7387182" y="2682072"/>
            <a:ext cx="681597" cy="246221"/>
          </a:xfrm>
          <a:prstGeom prst="rect">
            <a:avLst/>
          </a:prstGeom>
          <a:noFill/>
        </p:spPr>
        <p:txBody>
          <a:bodyPr wrap="none" rtlCol="0">
            <a:spAutoFit/>
          </a:bodyPr>
          <a:lstStyle/>
          <a:p>
            <a:r>
              <a:rPr lang="en-US" sz="1000">
                <a:solidFill>
                  <a:schemeClr val="bg1"/>
                </a:solidFill>
              </a:rPr>
              <a:t>&gt; “Hello”</a:t>
            </a:r>
          </a:p>
        </p:txBody>
      </p:sp>
      <p:sp>
        <p:nvSpPr>
          <p:cNvPr id="52" name="TextBox 51">
            <a:extLst>
              <a:ext uri="{FF2B5EF4-FFF2-40B4-BE49-F238E27FC236}">
                <a16:creationId xmlns:a16="http://schemas.microsoft.com/office/drawing/2014/main" id="{7CF3D053-1391-1D49-BA69-D55FE11DBE81}"/>
              </a:ext>
            </a:extLst>
          </p:cNvPr>
          <p:cNvSpPr txBox="1"/>
          <p:nvPr/>
        </p:nvSpPr>
        <p:spPr>
          <a:xfrm>
            <a:off x="7387182" y="2816296"/>
            <a:ext cx="782587" cy="246221"/>
          </a:xfrm>
          <a:prstGeom prst="rect">
            <a:avLst/>
          </a:prstGeom>
          <a:noFill/>
        </p:spPr>
        <p:txBody>
          <a:bodyPr wrap="none" rtlCol="0">
            <a:spAutoFit/>
          </a:bodyPr>
          <a:lstStyle/>
          <a:p>
            <a:r>
              <a:rPr lang="en-US" sz="1000">
                <a:solidFill>
                  <a:schemeClr val="bg1"/>
                </a:solidFill>
              </a:rPr>
              <a:t>&gt; “World!”</a:t>
            </a:r>
          </a:p>
        </p:txBody>
      </p:sp>
      <p:sp>
        <p:nvSpPr>
          <p:cNvPr id="7" name="Textfeld 6">
            <a:extLst>
              <a:ext uri="{FF2B5EF4-FFF2-40B4-BE49-F238E27FC236}">
                <a16:creationId xmlns:a16="http://schemas.microsoft.com/office/drawing/2014/main" id="{88402065-B0C1-1FFD-5746-47118007C7AA}"/>
              </a:ext>
            </a:extLst>
          </p:cNvPr>
          <p:cNvSpPr txBox="1"/>
          <p:nvPr/>
        </p:nvSpPr>
        <p:spPr>
          <a:xfrm>
            <a:off x="412001" y="1048738"/>
            <a:ext cx="3838353" cy="715581"/>
          </a:xfrm>
          <a:prstGeom prst="rect">
            <a:avLst/>
          </a:prstGeom>
          <a:noFill/>
        </p:spPr>
        <p:txBody>
          <a:bodyPr wrap="square" rtlCol="0">
            <a:spAutoFit/>
          </a:bodyPr>
          <a:lstStyle/>
          <a:p>
            <a:r>
              <a:rPr lang="en-US"/>
              <a:t>__</a:t>
            </a:r>
            <a:r>
              <a:rPr lang="en-US" err="1"/>
              <a:t>init</a:t>
            </a:r>
            <a:r>
              <a:rPr lang="en-US"/>
              <a:t>__ is a special method that is called when creating an object of the respective class. We need to define it in the class definition:</a:t>
            </a:r>
          </a:p>
        </p:txBody>
      </p:sp>
      <p:sp>
        <p:nvSpPr>
          <p:cNvPr id="53" name="Textfeld 52">
            <a:extLst>
              <a:ext uri="{FF2B5EF4-FFF2-40B4-BE49-F238E27FC236}">
                <a16:creationId xmlns:a16="http://schemas.microsoft.com/office/drawing/2014/main" id="{1CB50B15-FB56-DB1A-1A38-D0AB78058ADC}"/>
              </a:ext>
            </a:extLst>
          </p:cNvPr>
          <p:cNvSpPr txBox="1"/>
          <p:nvPr/>
        </p:nvSpPr>
        <p:spPr>
          <a:xfrm>
            <a:off x="412000" y="2816296"/>
            <a:ext cx="3942568" cy="507831"/>
          </a:xfrm>
          <a:prstGeom prst="rect">
            <a:avLst/>
          </a:prstGeom>
          <a:noFill/>
        </p:spPr>
        <p:txBody>
          <a:bodyPr wrap="square" rtlCol="0">
            <a:spAutoFit/>
          </a:bodyPr>
          <a:lstStyle/>
          <a:p>
            <a:r>
              <a:rPr lang="en-GB"/>
              <a:t>To trigger the __</a:t>
            </a:r>
            <a:r>
              <a:rPr lang="en-GB" err="1"/>
              <a:t>init</a:t>
            </a:r>
            <a:r>
              <a:rPr lang="en-GB"/>
              <a:t>__ method (aka constructor method) we simply call the (sub) class like a function:</a:t>
            </a:r>
            <a:endParaRPr lang="en-US"/>
          </a:p>
        </p:txBody>
      </p:sp>
      <p:sp>
        <p:nvSpPr>
          <p:cNvPr id="54" name="Textfeld 53">
            <a:extLst>
              <a:ext uri="{FF2B5EF4-FFF2-40B4-BE49-F238E27FC236}">
                <a16:creationId xmlns:a16="http://schemas.microsoft.com/office/drawing/2014/main" id="{22FE39C3-F627-C095-E259-83FD9C81FC75}"/>
              </a:ext>
            </a:extLst>
          </p:cNvPr>
          <p:cNvSpPr txBox="1"/>
          <p:nvPr/>
        </p:nvSpPr>
        <p:spPr>
          <a:xfrm>
            <a:off x="4662487" y="1063420"/>
            <a:ext cx="4093308" cy="1131079"/>
          </a:xfrm>
          <a:prstGeom prst="rect">
            <a:avLst/>
          </a:prstGeom>
          <a:noFill/>
        </p:spPr>
        <p:txBody>
          <a:bodyPr wrap="square" rtlCol="0">
            <a:spAutoFit/>
          </a:bodyPr>
          <a:lstStyle/>
          <a:p>
            <a:r>
              <a:rPr lang="en-US"/>
              <a:t>The __str__ method should return a human readable string that lets you know more about the object. __str__ is automatically called, if you try to print() an object, or if you use </a:t>
            </a:r>
            <a:r>
              <a:rPr lang="en-US" err="1"/>
              <a:t>my_object.__str</a:t>
            </a:r>
            <a:r>
              <a:rPr lang="en-US"/>
              <a:t>__() or str(</a:t>
            </a:r>
            <a:r>
              <a:rPr lang="en-US" err="1"/>
              <a:t>my_object</a:t>
            </a:r>
            <a:r>
              <a:rPr lang="en-US"/>
              <a:t>).</a:t>
            </a:r>
          </a:p>
        </p:txBody>
      </p:sp>
      <p:pic>
        <p:nvPicPr>
          <p:cNvPr id="55" name="Grafik 54">
            <a:extLst>
              <a:ext uri="{FF2B5EF4-FFF2-40B4-BE49-F238E27FC236}">
                <a16:creationId xmlns:a16="http://schemas.microsoft.com/office/drawing/2014/main" id="{240BCD60-521C-4750-4384-CAA2C667C932}"/>
              </a:ext>
            </a:extLst>
          </p:cNvPr>
          <p:cNvPicPr>
            <a:picLocks noChangeAspect="1"/>
          </p:cNvPicPr>
          <p:nvPr/>
        </p:nvPicPr>
        <p:blipFill>
          <a:blip r:embed="rId2"/>
          <a:stretch>
            <a:fillRect/>
          </a:stretch>
        </p:blipFill>
        <p:spPr>
          <a:xfrm>
            <a:off x="4754276" y="2225014"/>
            <a:ext cx="3939158" cy="462952"/>
          </a:xfrm>
          <a:prstGeom prst="rect">
            <a:avLst/>
          </a:prstGeom>
        </p:spPr>
      </p:pic>
      <p:pic>
        <p:nvPicPr>
          <p:cNvPr id="57" name="Grafik 56">
            <a:extLst>
              <a:ext uri="{FF2B5EF4-FFF2-40B4-BE49-F238E27FC236}">
                <a16:creationId xmlns:a16="http://schemas.microsoft.com/office/drawing/2014/main" id="{4902B330-FD86-6DB3-6E2B-7FAAF51328D4}"/>
              </a:ext>
            </a:extLst>
          </p:cNvPr>
          <p:cNvPicPr>
            <a:picLocks noChangeAspect="1"/>
          </p:cNvPicPr>
          <p:nvPr/>
        </p:nvPicPr>
        <p:blipFill>
          <a:blip r:embed="rId3"/>
          <a:stretch>
            <a:fillRect/>
          </a:stretch>
        </p:blipFill>
        <p:spPr>
          <a:xfrm>
            <a:off x="4754276" y="4077677"/>
            <a:ext cx="3939158" cy="462953"/>
          </a:xfrm>
          <a:prstGeom prst="rect">
            <a:avLst/>
          </a:prstGeom>
        </p:spPr>
      </p:pic>
      <p:sp>
        <p:nvSpPr>
          <p:cNvPr id="59" name="Textfeld 58">
            <a:extLst>
              <a:ext uri="{FF2B5EF4-FFF2-40B4-BE49-F238E27FC236}">
                <a16:creationId xmlns:a16="http://schemas.microsoft.com/office/drawing/2014/main" id="{BCB7EA73-9C56-8761-065B-B92EDC3B1B6E}"/>
              </a:ext>
            </a:extLst>
          </p:cNvPr>
          <p:cNvSpPr txBox="1"/>
          <p:nvPr/>
        </p:nvSpPr>
        <p:spPr>
          <a:xfrm>
            <a:off x="4683406" y="2866546"/>
            <a:ext cx="4122737" cy="1131079"/>
          </a:xfrm>
          <a:prstGeom prst="rect">
            <a:avLst/>
          </a:prstGeom>
          <a:noFill/>
        </p:spPr>
        <p:txBody>
          <a:bodyPr wrap="square" rtlCol="0">
            <a:spAutoFit/>
          </a:bodyPr>
          <a:lstStyle/>
          <a:p>
            <a:r>
              <a:rPr lang="en-US"/>
              <a:t>The __</a:t>
            </a:r>
            <a:r>
              <a:rPr lang="en-US" err="1"/>
              <a:t>repr</a:t>
            </a:r>
            <a:r>
              <a:rPr lang="en-US"/>
              <a:t>__ method returns an unambiguous representation of an object—usually for debugging. It may return the information needed to re-create the object, for example. It is called by using </a:t>
            </a:r>
            <a:r>
              <a:rPr lang="en-US" err="1"/>
              <a:t>repr</a:t>
            </a:r>
            <a:r>
              <a:rPr lang="en-US"/>
              <a:t>() on an object. (i.e., my_object.__</a:t>
            </a:r>
            <a:r>
              <a:rPr lang="en-US" err="1"/>
              <a:t>repr</a:t>
            </a:r>
            <a:r>
              <a:rPr lang="en-US"/>
              <a:t>__() or </a:t>
            </a:r>
            <a:r>
              <a:rPr lang="en-US" err="1"/>
              <a:t>repr</a:t>
            </a:r>
            <a:r>
              <a:rPr lang="en-US"/>
              <a:t>(</a:t>
            </a:r>
            <a:r>
              <a:rPr lang="en-US" err="1"/>
              <a:t>my_object</a:t>
            </a:r>
            <a:r>
              <a:rPr lang="en-US"/>
              <a:t>)</a:t>
            </a:r>
          </a:p>
        </p:txBody>
      </p:sp>
      <p:pic>
        <p:nvPicPr>
          <p:cNvPr id="10" name="Grafik 9">
            <a:extLst>
              <a:ext uri="{FF2B5EF4-FFF2-40B4-BE49-F238E27FC236}">
                <a16:creationId xmlns:a16="http://schemas.microsoft.com/office/drawing/2014/main" id="{6CAFC6C7-35AC-D5B7-8FE9-5A77C6456B2B}"/>
              </a:ext>
            </a:extLst>
          </p:cNvPr>
          <p:cNvPicPr>
            <a:picLocks noChangeAspect="1"/>
          </p:cNvPicPr>
          <p:nvPr/>
        </p:nvPicPr>
        <p:blipFill rotWithShape="1">
          <a:blip r:embed="rId4"/>
          <a:srcRect b="-1375"/>
          <a:stretch/>
        </p:blipFill>
        <p:spPr>
          <a:xfrm>
            <a:off x="557754" y="1743470"/>
            <a:ext cx="3808180" cy="958320"/>
          </a:xfrm>
          <a:prstGeom prst="rect">
            <a:avLst/>
          </a:prstGeom>
        </p:spPr>
      </p:pic>
      <p:pic>
        <p:nvPicPr>
          <p:cNvPr id="13" name="Grafik 12">
            <a:extLst>
              <a:ext uri="{FF2B5EF4-FFF2-40B4-BE49-F238E27FC236}">
                <a16:creationId xmlns:a16="http://schemas.microsoft.com/office/drawing/2014/main" id="{8CE95F52-337D-514E-0233-4E13986E11A8}"/>
              </a:ext>
            </a:extLst>
          </p:cNvPr>
          <p:cNvPicPr>
            <a:picLocks noChangeAspect="1"/>
          </p:cNvPicPr>
          <p:nvPr/>
        </p:nvPicPr>
        <p:blipFill>
          <a:blip r:embed="rId5"/>
          <a:stretch>
            <a:fillRect/>
          </a:stretch>
        </p:blipFill>
        <p:spPr>
          <a:xfrm>
            <a:off x="544103" y="3377445"/>
            <a:ext cx="3778893" cy="1050695"/>
          </a:xfrm>
          <a:prstGeom prst="rect">
            <a:avLst/>
          </a:prstGeom>
        </p:spPr>
      </p:pic>
      <p:sp>
        <p:nvSpPr>
          <p:cNvPr id="20" name="Textplatzhalter 4">
            <a:extLst>
              <a:ext uri="{FF2B5EF4-FFF2-40B4-BE49-F238E27FC236}">
                <a16:creationId xmlns:a16="http://schemas.microsoft.com/office/drawing/2014/main" id="{CFC2320A-AB28-B3E0-D50C-45FD69A6529A}"/>
              </a:ext>
            </a:extLst>
          </p:cNvPr>
          <p:cNvSpPr>
            <a:spLocks noGrp="1"/>
          </p:cNvSpPr>
          <p:nvPr>
            <p:ph type="body" sz="quarter" idx="10"/>
          </p:nvPr>
        </p:nvSpPr>
        <p:spPr>
          <a:xfrm>
            <a:off x="359569" y="85788"/>
            <a:ext cx="8425656" cy="290450"/>
          </a:xfrm>
        </p:spPr>
        <p:txBody>
          <a:bodyPr/>
          <a:lstStyle/>
          <a:p>
            <a:r>
              <a:rPr lang="en-US"/>
              <a:t>Brief summary of skills necessary to solve assignment 5</a:t>
            </a:r>
          </a:p>
        </p:txBody>
      </p:sp>
    </p:spTree>
    <p:extLst>
      <p:ext uri="{BB962C8B-B14F-4D97-AF65-F5344CB8AC3E}">
        <p14:creationId xmlns:p14="http://schemas.microsoft.com/office/powerpoint/2010/main" val="4005060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F1B61B-0C25-A347-8E82-9E36B55C7C82}"/>
              </a:ext>
            </a:extLst>
          </p:cNvPr>
          <p:cNvSpPr>
            <a:spLocks noGrp="1"/>
          </p:cNvSpPr>
          <p:nvPr>
            <p:ph type="title"/>
          </p:nvPr>
        </p:nvSpPr>
        <p:spPr/>
        <p:txBody>
          <a:bodyPr vert="horz" lIns="0" tIns="0" rIns="0" bIns="0" rtlCol="0" anchor="t">
            <a:normAutofit/>
          </a:bodyPr>
          <a:lstStyle/>
          <a:p>
            <a:r>
              <a:rPr lang="en-US"/>
              <a:t>Accessing attributes and methods of an object</a:t>
            </a:r>
          </a:p>
        </p:txBody>
      </p:sp>
      <p:sp>
        <p:nvSpPr>
          <p:cNvPr id="24" name="Inhaltsplatzhalter 23">
            <a:extLst>
              <a:ext uri="{FF2B5EF4-FFF2-40B4-BE49-F238E27FC236}">
                <a16:creationId xmlns:a16="http://schemas.microsoft.com/office/drawing/2014/main" id="{19861EFC-3F59-2C66-7582-D937687C2EFE}"/>
              </a:ext>
            </a:extLst>
          </p:cNvPr>
          <p:cNvSpPr>
            <a:spLocks noGrp="1"/>
          </p:cNvSpPr>
          <p:nvPr>
            <p:ph sz="half" idx="1"/>
          </p:nvPr>
        </p:nvSpPr>
        <p:spPr/>
        <p:txBody>
          <a:bodyPr>
            <a:normAutofit/>
          </a:bodyPr>
          <a:lstStyle/>
          <a:p>
            <a:pPr marL="0" indent="0"/>
            <a:r>
              <a:rPr lang="en-GB"/>
              <a:t>The syntax to access an object’s attribute values is:</a:t>
            </a:r>
          </a:p>
          <a:p>
            <a:pPr marL="0" indent="0"/>
            <a:r>
              <a:rPr lang="en-GB" err="1">
                <a:solidFill>
                  <a:schemeClr val="accent1"/>
                </a:solidFill>
              </a:rPr>
              <a:t>object_name</a:t>
            </a:r>
            <a:r>
              <a:rPr lang="en-GB" err="1"/>
              <a:t>.</a:t>
            </a:r>
            <a:r>
              <a:rPr lang="en-GB" err="1">
                <a:solidFill>
                  <a:schemeClr val="accent3"/>
                </a:solidFill>
              </a:rPr>
              <a:t>attribute_name</a:t>
            </a:r>
            <a:endParaRPr lang="en-GB">
              <a:solidFill>
                <a:schemeClr val="accent3"/>
              </a:solidFill>
            </a:endParaRPr>
          </a:p>
          <a:p>
            <a:pPr marL="0" indent="0"/>
            <a:endParaRPr lang="en-GB"/>
          </a:p>
          <a:p>
            <a:pPr marL="0" indent="0"/>
            <a:r>
              <a:rPr lang="en-GB"/>
              <a:t>Assuming we used the class definition above and have created an object as follows:</a:t>
            </a:r>
          </a:p>
          <a:p>
            <a:pPr marL="0" indent="0"/>
            <a:endParaRPr lang="en-GB"/>
          </a:p>
          <a:p>
            <a:pPr marL="0" indent="0"/>
            <a:endParaRPr lang="en-GB"/>
          </a:p>
          <a:p>
            <a:pPr marL="0" indent="0"/>
            <a:endParaRPr lang="en-GB"/>
          </a:p>
          <a:p>
            <a:pPr marL="0" indent="0"/>
            <a:endParaRPr lang="en-GB" sz="2000"/>
          </a:p>
          <a:p>
            <a:pPr marL="0" indent="0"/>
            <a:endParaRPr lang="en-GB"/>
          </a:p>
          <a:p>
            <a:pPr marL="0" indent="0"/>
            <a:r>
              <a:rPr lang="en-GB"/>
              <a:t>… we can thus access the body attribute like this:</a:t>
            </a:r>
            <a:endParaRPr lang="en-GB" sz="1600"/>
          </a:p>
          <a:p>
            <a:pPr marL="0" indent="0"/>
            <a:endParaRPr lang="en-GB" sz="1600"/>
          </a:p>
          <a:p>
            <a:pPr marL="0" indent="0"/>
            <a:r>
              <a:rPr lang="en-GB"/>
              <a:t>(which returns “Mario’s Race Car”)</a:t>
            </a:r>
          </a:p>
        </p:txBody>
      </p:sp>
      <p:sp>
        <p:nvSpPr>
          <p:cNvPr id="25" name="Inhaltsplatzhalter 24">
            <a:extLst>
              <a:ext uri="{FF2B5EF4-FFF2-40B4-BE49-F238E27FC236}">
                <a16:creationId xmlns:a16="http://schemas.microsoft.com/office/drawing/2014/main" id="{84E6BD11-4A13-7570-1553-9FA28F9A2976}"/>
              </a:ext>
            </a:extLst>
          </p:cNvPr>
          <p:cNvSpPr>
            <a:spLocks noGrp="1"/>
          </p:cNvSpPr>
          <p:nvPr>
            <p:ph sz="half" idx="2"/>
          </p:nvPr>
        </p:nvSpPr>
        <p:spPr/>
        <p:txBody>
          <a:bodyPr/>
          <a:lstStyle/>
          <a:p>
            <a:r>
              <a:rPr lang="en-GB"/>
              <a:t>The syntax to call a method is:</a:t>
            </a:r>
          </a:p>
          <a:p>
            <a:r>
              <a:rPr lang="en-GB" err="1">
                <a:solidFill>
                  <a:schemeClr val="accent1"/>
                </a:solidFill>
              </a:rPr>
              <a:t>object_name</a:t>
            </a:r>
            <a:r>
              <a:rPr lang="en-GB" err="1"/>
              <a:t>.</a:t>
            </a:r>
            <a:r>
              <a:rPr lang="en-GB" err="1">
                <a:solidFill>
                  <a:schemeClr val="accent3"/>
                </a:solidFill>
              </a:rPr>
              <a:t>method_name</a:t>
            </a:r>
            <a:r>
              <a:rPr lang="en-GB"/>
              <a:t>(</a:t>
            </a:r>
            <a:r>
              <a:rPr lang="en-GB">
                <a:solidFill>
                  <a:schemeClr val="accent4"/>
                </a:solidFill>
              </a:rPr>
              <a:t>attributes</a:t>
            </a:r>
            <a:r>
              <a:rPr lang="en-GB"/>
              <a:t>)</a:t>
            </a:r>
          </a:p>
          <a:p>
            <a:endParaRPr lang="en-US"/>
          </a:p>
          <a:p>
            <a:pPr marL="0" indent="0"/>
            <a:r>
              <a:rPr lang="en-US"/>
              <a:t>Using the class definition above, we might wish to use accelerate on our object </a:t>
            </a:r>
            <a:r>
              <a:rPr lang="en-US" err="1"/>
              <a:t>my_generic_kart</a:t>
            </a:r>
            <a:r>
              <a:rPr lang="en-US"/>
              <a:t>. We would thus use this code:</a:t>
            </a:r>
          </a:p>
          <a:p>
            <a:pPr marL="0" indent="0"/>
            <a:endParaRPr lang="en-US"/>
          </a:p>
          <a:p>
            <a:pPr marL="0" indent="0"/>
            <a:endParaRPr lang="en-US"/>
          </a:p>
          <a:p>
            <a:pPr marL="0" indent="0"/>
            <a:endParaRPr lang="en-US"/>
          </a:p>
          <a:p>
            <a:pPr marL="0" indent="0"/>
            <a:r>
              <a:rPr lang="en-US" i="1"/>
              <a:t>Note that there is no need to add ‘self’ as an attribute, because the self-reference is already </a:t>
            </a:r>
            <a:r>
              <a:rPr lang="en-US" i="1" err="1"/>
              <a:t>operationalised</a:t>
            </a:r>
            <a:r>
              <a:rPr lang="en-US" i="1"/>
              <a:t> with the reflexive ‘ . ’ that attaches the method to the object.</a:t>
            </a:r>
          </a:p>
        </p:txBody>
      </p:sp>
      <p:sp>
        <p:nvSpPr>
          <p:cNvPr id="4" name="Slide Number Placeholder 3">
            <a:extLst>
              <a:ext uri="{FF2B5EF4-FFF2-40B4-BE49-F238E27FC236}">
                <a16:creationId xmlns:a16="http://schemas.microsoft.com/office/drawing/2014/main" id="{CB801007-AFBB-3849-8474-8C3300EC3066}"/>
              </a:ext>
            </a:extLst>
          </p:cNvPr>
          <p:cNvSpPr>
            <a:spLocks noGrp="1"/>
          </p:cNvSpPr>
          <p:nvPr>
            <p:ph type="sldNum" sz="quarter" idx="16"/>
          </p:nvPr>
        </p:nvSpPr>
        <p:spPr/>
        <p:txBody>
          <a:bodyPr vert="horz" lIns="0" tIns="0" rIns="0" bIns="0" rtlCol="0" anchor="t">
            <a:normAutofit/>
          </a:bodyPr>
          <a:lstStyle/>
          <a:p>
            <a:pPr>
              <a:spcAft>
                <a:spcPts val="600"/>
              </a:spcAft>
            </a:pPr>
            <a:fld id="{7559FC98-AF75-4A00-A03C-DF9FEBF6BCB9}" type="slidenum">
              <a:rPr lang="en-US" smtClean="0"/>
              <a:pPr>
                <a:spcAft>
                  <a:spcPts val="600"/>
                </a:spcAft>
              </a:pPr>
              <a:t>24</a:t>
            </a:fld>
            <a:endParaRPr lang="en-US"/>
          </a:p>
        </p:txBody>
      </p:sp>
      <p:sp>
        <p:nvSpPr>
          <p:cNvPr id="26" name="Textplatzhalter 25">
            <a:extLst>
              <a:ext uri="{FF2B5EF4-FFF2-40B4-BE49-F238E27FC236}">
                <a16:creationId xmlns:a16="http://schemas.microsoft.com/office/drawing/2014/main" id="{DFD7DD25-D389-8775-857D-B86871C92A31}"/>
              </a:ext>
            </a:extLst>
          </p:cNvPr>
          <p:cNvSpPr>
            <a:spLocks noGrp="1"/>
          </p:cNvSpPr>
          <p:nvPr>
            <p:ph type="body" sz="quarter" idx="10"/>
          </p:nvPr>
        </p:nvSpPr>
        <p:spPr/>
        <p:txBody>
          <a:bodyPr/>
          <a:lstStyle/>
          <a:p>
            <a:r>
              <a:rPr lang="en-US"/>
              <a:t>Brief summary of skills necessary to solve assignment 5</a:t>
            </a:r>
          </a:p>
        </p:txBody>
      </p:sp>
      <p:sp>
        <p:nvSpPr>
          <p:cNvPr id="27" name="Textplatzhalter 26">
            <a:extLst>
              <a:ext uri="{FF2B5EF4-FFF2-40B4-BE49-F238E27FC236}">
                <a16:creationId xmlns:a16="http://schemas.microsoft.com/office/drawing/2014/main" id="{25197D01-D7B6-5F19-2667-D500B0ED6A26}"/>
              </a:ext>
            </a:extLst>
          </p:cNvPr>
          <p:cNvSpPr>
            <a:spLocks noGrp="1"/>
          </p:cNvSpPr>
          <p:nvPr>
            <p:ph type="body" sz="quarter" idx="18"/>
          </p:nvPr>
        </p:nvSpPr>
        <p:spPr>
          <a:xfrm>
            <a:off x="412001" y="1161915"/>
            <a:ext cx="2403867" cy="215444"/>
          </a:xfrm>
        </p:spPr>
        <p:txBody>
          <a:bodyPr/>
          <a:lstStyle/>
          <a:p>
            <a:r>
              <a:rPr lang="en-GB"/>
              <a:t>Accessing attribute values</a:t>
            </a:r>
            <a:endParaRPr lang="en-US"/>
          </a:p>
        </p:txBody>
      </p:sp>
      <p:sp>
        <p:nvSpPr>
          <p:cNvPr id="28" name="Textplatzhalter 27">
            <a:extLst>
              <a:ext uri="{FF2B5EF4-FFF2-40B4-BE49-F238E27FC236}">
                <a16:creationId xmlns:a16="http://schemas.microsoft.com/office/drawing/2014/main" id="{54B79AEC-692C-6BE1-689A-F03B72920076}"/>
              </a:ext>
            </a:extLst>
          </p:cNvPr>
          <p:cNvSpPr>
            <a:spLocks noGrp="1"/>
          </p:cNvSpPr>
          <p:nvPr>
            <p:ph type="body" sz="quarter" idx="19"/>
          </p:nvPr>
        </p:nvSpPr>
        <p:spPr>
          <a:xfrm>
            <a:off x="4712834" y="1158217"/>
            <a:ext cx="1501699" cy="222841"/>
          </a:xfrm>
        </p:spPr>
        <p:txBody>
          <a:bodyPr/>
          <a:lstStyle/>
          <a:p>
            <a:r>
              <a:rPr lang="en-GB"/>
              <a:t>Calling methods</a:t>
            </a:r>
            <a:endParaRPr lang="en-US"/>
          </a:p>
        </p:txBody>
      </p:sp>
      <p:pic>
        <p:nvPicPr>
          <p:cNvPr id="30" name="Grafik 29">
            <a:extLst>
              <a:ext uri="{FF2B5EF4-FFF2-40B4-BE49-F238E27FC236}">
                <a16:creationId xmlns:a16="http://schemas.microsoft.com/office/drawing/2014/main" id="{3B284552-2FBC-AF5D-93B3-13988CAB9BDB}"/>
              </a:ext>
            </a:extLst>
          </p:cNvPr>
          <p:cNvPicPr>
            <a:picLocks noChangeAspect="1"/>
          </p:cNvPicPr>
          <p:nvPr/>
        </p:nvPicPr>
        <p:blipFill rotWithShape="1">
          <a:blip r:embed="rId2"/>
          <a:srcRect r="12984" b="27636"/>
          <a:stretch/>
        </p:blipFill>
        <p:spPr>
          <a:xfrm>
            <a:off x="461602" y="2533524"/>
            <a:ext cx="3917085" cy="1014837"/>
          </a:xfrm>
          <a:prstGeom prst="rect">
            <a:avLst/>
          </a:prstGeom>
        </p:spPr>
      </p:pic>
      <p:pic>
        <p:nvPicPr>
          <p:cNvPr id="31" name="Grafik 30">
            <a:extLst>
              <a:ext uri="{FF2B5EF4-FFF2-40B4-BE49-F238E27FC236}">
                <a16:creationId xmlns:a16="http://schemas.microsoft.com/office/drawing/2014/main" id="{91369D03-D163-758D-500B-4A42D551A435}"/>
              </a:ext>
            </a:extLst>
          </p:cNvPr>
          <p:cNvPicPr>
            <a:picLocks noChangeAspect="1"/>
          </p:cNvPicPr>
          <p:nvPr/>
        </p:nvPicPr>
        <p:blipFill rotWithShape="1">
          <a:blip r:embed="rId2"/>
          <a:srcRect t="84464" r="12984" b="1071"/>
          <a:stretch/>
        </p:blipFill>
        <p:spPr>
          <a:xfrm>
            <a:off x="475342" y="3867151"/>
            <a:ext cx="3917085" cy="202855"/>
          </a:xfrm>
          <a:prstGeom prst="rect">
            <a:avLst/>
          </a:prstGeom>
        </p:spPr>
      </p:pic>
      <p:pic>
        <p:nvPicPr>
          <p:cNvPr id="33" name="Grafik 32">
            <a:extLst>
              <a:ext uri="{FF2B5EF4-FFF2-40B4-BE49-F238E27FC236}">
                <a16:creationId xmlns:a16="http://schemas.microsoft.com/office/drawing/2014/main" id="{1E35D980-3F82-47BC-96E1-76EFBCE98A1D}"/>
              </a:ext>
            </a:extLst>
          </p:cNvPr>
          <p:cNvPicPr>
            <a:picLocks noChangeAspect="1"/>
          </p:cNvPicPr>
          <p:nvPr/>
        </p:nvPicPr>
        <p:blipFill>
          <a:blip r:embed="rId3"/>
          <a:stretch>
            <a:fillRect/>
          </a:stretch>
        </p:blipFill>
        <p:spPr>
          <a:xfrm>
            <a:off x="4712834" y="2751067"/>
            <a:ext cx="2140116" cy="246937"/>
          </a:xfrm>
          <a:prstGeom prst="rect">
            <a:avLst/>
          </a:prstGeom>
        </p:spPr>
      </p:pic>
      <p:cxnSp>
        <p:nvCxnSpPr>
          <p:cNvPr id="5" name="Gerade Verbindung mit Pfeil 4">
            <a:extLst>
              <a:ext uri="{FF2B5EF4-FFF2-40B4-BE49-F238E27FC236}">
                <a16:creationId xmlns:a16="http://schemas.microsoft.com/office/drawing/2014/main" id="{0AB2FA7A-26A5-8F6E-D191-D7F048F18747}"/>
              </a:ext>
            </a:extLst>
          </p:cNvPr>
          <p:cNvCxnSpPr>
            <a:stCxn id="24" idx="2"/>
          </p:cNvCxnSpPr>
          <p:nvPr/>
        </p:nvCxnSpPr>
        <p:spPr>
          <a:xfrm>
            <a:off x="2420145" y="4479925"/>
            <a:ext cx="281491" cy="28733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6" name="Textfeld 5">
            <a:extLst>
              <a:ext uri="{FF2B5EF4-FFF2-40B4-BE49-F238E27FC236}">
                <a16:creationId xmlns:a16="http://schemas.microsoft.com/office/drawing/2014/main" id="{7E60DE1D-6E28-FD98-4049-06D8D1C08421}"/>
              </a:ext>
            </a:extLst>
          </p:cNvPr>
          <p:cNvSpPr txBox="1"/>
          <p:nvPr/>
        </p:nvSpPr>
        <p:spPr>
          <a:xfrm>
            <a:off x="2653145" y="4685120"/>
            <a:ext cx="3034146" cy="300082"/>
          </a:xfrm>
          <a:prstGeom prst="rect">
            <a:avLst/>
          </a:prstGeom>
          <a:noFill/>
        </p:spPr>
        <p:txBody>
          <a:bodyPr wrap="square" rtlCol="0">
            <a:spAutoFit/>
          </a:bodyPr>
          <a:lstStyle/>
          <a:p>
            <a:r>
              <a:rPr lang="en-GB"/>
              <a:t>See also next pages (getter &amp; setter)</a:t>
            </a:r>
            <a:endParaRPr lang="en-US"/>
          </a:p>
        </p:txBody>
      </p:sp>
    </p:spTree>
    <p:extLst>
      <p:ext uri="{BB962C8B-B14F-4D97-AF65-F5344CB8AC3E}">
        <p14:creationId xmlns:p14="http://schemas.microsoft.com/office/powerpoint/2010/main" val="11980856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36256A2-67B2-CA01-7417-6A9C17C6B307}"/>
              </a:ext>
            </a:extLst>
          </p:cNvPr>
          <p:cNvSpPr>
            <a:spLocks noGrp="1"/>
          </p:cNvSpPr>
          <p:nvPr>
            <p:ph type="title"/>
          </p:nvPr>
        </p:nvSpPr>
        <p:spPr>
          <a:xfrm>
            <a:off x="819867" y="435504"/>
            <a:ext cx="7237225" cy="2496171"/>
          </a:xfrm>
        </p:spPr>
        <p:txBody>
          <a:bodyPr/>
          <a:lstStyle/>
          <a:p>
            <a:r>
              <a:rPr lang="en-US"/>
              <a:t>Excursus:</a:t>
            </a:r>
            <a:br>
              <a:rPr lang="en-US"/>
            </a:br>
            <a:r>
              <a:rPr lang="en-US"/>
              <a:t>Getter, Setter &amp;</a:t>
            </a:r>
            <a:br>
              <a:rPr lang="en-US"/>
            </a:br>
            <a:r>
              <a:rPr lang="en-US"/>
              <a:t>@ Decorator</a:t>
            </a:r>
          </a:p>
        </p:txBody>
      </p:sp>
    </p:spTree>
    <p:extLst>
      <p:ext uri="{BB962C8B-B14F-4D97-AF65-F5344CB8AC3E}">
        <p14:creationId xmlns:p14="http://schemas.microsoft.com/office/powerpoint/2010/main" val="24044795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F1B61B-0C25-A347-8E82-9E36B55C7C82}"/>
              </a:ext>
            </a:extLst>
          </p:cNvPr>
          <p:cNvSpPr>
            <a:spLocks noGrp="1"/>
          </p:cNvSpPr>
          <p:nvPr>
            <p:ph type="title"/>
          </p:nvPr>
        </p:nvSpPr>
        <p:spPr>
          <a:xfrm>
            <a:off x="358775" y="376238"/>
            <a:ext cx="8426450" cy="609662"/>
          </a:xfrm>
        </p:spPr>
        <p:txBody>
          <a:bodyPr vert="horz" lIns="0" tIns="0" rIns="0" bIns="0" rtlCol="0" anchor="t">
            <a:normAutofit/>
          </a:bodyPr>
          <a:lstStyle/>
          <a:p>
            <a:r>
              <a:rPr lang="en-US"/>
              <a:t>Access attributes directly</a:t>
            </a:r>
          </a:p>
        </p:txBody>
      </p:sp>
      <p:sp>
        <p:nvSpPr>
          <p:cNvPr id="3" name="Content Placeholder 2">
            <a:extLst>
              <a:ext uri="{FF2B5EF4-FFF2-40B4-BE49-F238E27FC236}">
                <a16:creationId xmlns:a16="http://schemas.microsoft.com/office/drawing/2014/main" id="{C1C055D0-88FC-814E-85AF-F5DD6D247310}"/>
              </a:ext>
            </a:extLst>
          </p:cNvPr>
          <p:cNvSpPr>
            <a:spLocks noGrp="1"/>
          </p:cNvSpPr>
          <p:nvPr>
            <p:ph sz="half" idx="1"/>
          </p:nvPr>
        </p:nvSpPr>
        <p:spPr>
          <a:xfrm>
            <a:off x="358776" y="1083958"/>
            <a:ext cx="3152802" cy="3395967"/>
          </a:xfrm>
        </p:spPr>
        <p:txBody>
          <a:bodyPr vert="horz" lIns="90000" tIns="144000" rIns="54000" bIns="54000" rtlCol="0">
            <a:normAutofit/>
          </a:bodyPr>
          <a:lstStyle/>
          <a:p>
            <a:pPr marL="0" indent="0">
              <a:spcAft>
                <a:spcPts val="600"/>
              </a:spcAft>
            </a:pPr>
            <a:endParaRPr lang="en-US"/>
          </a:p>
          <a:p>
            <a:pPr marL="0" indent="0">
              <a:spcAft>
                <a:spcPts val="600"/>
              </a:spcAft>
            </a:pPr>
            <a:endParaRPr lang="en-US"/>
          </a:p>
        </p:txBody>
      </p:sp>
      <p:sp>
        <p:nvSpPr>
          <p:cNvPr id="5" name="Content Placeholder 2">
            <a:extLst>
              <a:ext uri="{FF2B5EF4-FFF2-40B4-BE49-F238E27FC236}">
                <a16:creationId xmlns:a16="http://schemas.microsoft.com/office/drawing/2014/main" id="{DABB2ADA-E1DB-4B4A-B517-713666D358EF}"/>
              </a:ext>
            </a:extLst>
          </p:cNvPr>
          <p:cNvSpPr txBox="1">
            <a:spLocks/>
          </p:cNvSpPr>
          <p:nvPr/>
        </p:nvSpPr>
        <p:spPr>
          <a:xfrm>
            <a:off x="3700732" y="483080"/>
            <a:ext cx="5084493" cy="3996846"/>
          </a:xfrm>
          <a:prstGeom prst="rect">
            <a:avLst/>
          </a:prstGeom>
          <a:ln w="12700" cap="flat" cmpd="sng" algn="ctr">
            <a:solidFill>
              <a:srgbClr val="A0A0A0"/>
            </a:solidFill>
            <a:prstDash val="solid"/>
            <a:round/>
            <a:headEnd type="none" w="med" len="med"/>
            <a:tailEnd type="none" w="med" len="med"/>
          </a:ln>
        </p:spPr>
        <p:txBody>
          <a:bodyPr vert="horz" lIns="90000" tIns="144000" rIns="54000" bIns="54000" rtlCol="0">
            <a:normAutofit/>
          </a:bodyPr>
          <a:lstStyle>
            <a:lvl1pPr marL="180000" indent="-180000" algn="l" defTabSz="685800" rtl="0" eaLnBrk="1" latinLnBrk="0" hangingPunct="1">
              <a:lnSpc>
                <a:spcPct val="100000"/>
              </a:lnSpc>
              <a:spcBef>
                <a:spcPts val="0"/>
              </a:spcBef>
              <a:buFont typeface="Arial" panose="020B0604020202020204" pitchFamily="34" charset="0"/>
              <a:buNone/>
              <a:defRPr sz="1400" kern="1200">
                <a:solidFill>
                  <a:schemeClr val="tx1"/>
                </a:solidFill>
                <a:latin typeface="+mn-lt"/>
                <a:ea typeface="+mn-ea"/>
                <a:cs typeface="+mn-cs"/>
              </a:defRPr>
            </a:lvl1pPr>
            <a:lvl2pPr marL="358775" indent="-179388" algn="l" defTabSz="685800" rtl="0" eaLnBrk="1" latinLnBrk="0" hangingPunct="1">
              <a:lnSpc>
                <a:spcPct val="100000"/>
              </a:lnSpc>
              <a:spcBef>
                <a:spcPts val="0"/>
              </a:spcBef>
              <a:spcAft>
                <a:spcPts val="400"/>
              </a:spcAft>
              <a:buFont typeface="Arial" panose="020B0604020202020204" pitchFamily="34" charset="0"/>
              <a:buChar char="‒"/>
              <a:defRPr lang="de-DE" sz="1400" kern="1200" dirty="0" smtClean="0">
                <a:solidFill>
                  <a:schemeClr val="tx1"/>
                </a:solidFill>
                <a:latin typeface="+mn-lt"/>
                <a:ea typeface="+mn-ea"/>
                <a:cs typeface="+mn-cs"/>
              </a:defRPr>
            </a:lvl2pPr>
            <a:lvl3pPr marL="539750" indent="-179388" algn="l" defTabSz="685800" rtl="0" eaLnBrk="1" latinLnBrk="0" hangingPunct="1">
              <a:lnSpc>
                <a:spcPct val="100000"/>
              </a:lnSpc>
              <a:spcBef>
                <a:spcPts val="0"/>
              </a:spcBef>
              <a:spcAft>
                <a:spcPts val="400"/>
              </a:spcAft>
              <a:buFont typeface="Arial" panose="020B0604020202020204" pitchFamily="34" charset="0"/>
              <a:buChar char="•"/>
              <a:defRPr lang="de-DE" sz="1400" kern="1200" dirty="0" smtClean="0">
                <a:solidFill>
                  <a:schemeClr val="tx1"/>
                </a:solidFill>
                <a:latin typeface="+mn-lt"/>
                <a:ea typeface="+mn-ea"/>
                <a:cs typeface="+mn-cs"/>
              </a:defRPr>
            </a:lvl3pPr>
            <a:lvl4pPr marL="717550" indent="-179388" algn="l" defTabSz="685800" rtl="0" eaLnBrk="1" latinLnBrk="0" hangingPunct="1">
              <a:lnSpc>
                <a:spcPct val="100000"/>
              </a:lnSpc>
              <a:spcBef>
                <a:spcPts val="0"/>
              </a:spcBef>
              <a:spcAft>
                <a:spcPts val="400"/>
              </a:spcAft>
              <a:buSzPct val="110000"/>
              <a:buFont typeface="Arial" panose="020B0604020202020204" pitchFamily="34" charset="0"/>
              <a:buChar char="◦"/>
              <a:defRPr lang="de-DE" sz="1400" kern="1200" dirty="0" smtClean="0">
                <a:solidFill>
                  <a:schemeClr val="tx1"/>
                </a:solidFill>
                <a:latin typeface="+mn-lt"/>
                <a:ea typeface="+mn-ea"/>
                <a:cs typeface="+mn-cs"/>
              </a:defRPr>
            </a:lvl4pPr>
            <a:lvl5pPr marL="898525" indent="-179388" algn="l" defTabSz="685800" rtl="0" eaLnBrk="1" latinLnBrk="0" hangingPunct="1">
              <a:lnSpc>
                <a:spcPct val="100000"/>
              </a:lnSpc>
              <a:spcBef>
                <a:spcPts val="0"/>
              </a:spcBef>
              <a:spcAft>
                <a:spcPts val="400"/>
              </a:spcAft>
              <a:buSzPct val="110000"/>
              <a:buFont typeface="Arial" panose="020B0604020202020204" pitchFamily="34" charset="0"/>
              <a:buChar char="◦"/>
              <a:defRPr lang="de-DE" sz="1400" kern="1200" dirty="0" smtClean="0">
                <a:solidFill>
                  <a:schemeClr val="tx1"/>
                </a:solidFill>
                <a:latin typeface="+mn-lt"/>
                <a:ea typeface="+mn-ea"/>
                <a:cs typeface="+mn-cs"/>
              </a:defRPr>
            </a:lvl5pPr>
            <a:lvl6pPr marL="1260000" indent="-180000" algn="l" defTabSz="685800" rtl="0" eaLnBrk="1" latinLnBrk="0" hangingPunct="1">
              <a:lnSpc>
                <a:spcPct val="100000"/>
              </a:lnSpc>
              <a:spcBef>
                <a:spcPts val="0"/>
              </a:spcBef>
              <a:spcAft>
                <a:spcPts val="400"/>
              </a:spcAft>
              <a:buSzPct val="110000"/>
              <a:buFont typeface="Arial" panose="020B0604020202020204" pitchFamily="34" charset="0"/>
              <a:buChar char="◦"/>
              <a:defRPr sz="1400" kern="1200">
                <a:solidFill>
                  <a:schemeClr val="tx1"/>
                </a:solidFill>
                <a:latin typeface="+mn-lt"/>
                <a:ea typeface="+mn-ea"/>
                <a:cs typeface="+mn-cs"/>
              </a:defRPr>
            </a:lvl6pPr>
            <a:lvl7pPr marL="1260000" indent="-180000" algn="l" defTabSz="685800" rtl="0" eaLnBrk="1" latinLnBrk="0" hangingPunct="1">
              <a:lnSpc>
                <a:spcPct val="100000"/>
              </a:lnSpc>
              <a:spcBef>
                <a:spcPts val="0"/>
              </a:spcBef>
              <a:spcAft>
                <a:spcPts val="400"/>
              </a:spcAft>
              <a:buSzPct val="110000"/>
              <a:buFont typeface="Arial" panose="020B0604020202020204" pitchFamily="34" charset="0"/>
              <a:buChar char="◦"/>
              <a:defRPr sz="1400" kern="1200">
                <a:solidFill>
                  <a:schemeClr val="tx1"/>
                </a:solidFill>
                <a:latin typeface="+mn-lt"/>
                <a:ea typeface="+mn-ea"/>
                <a:cs typeface="+mn-cs"/>
              </a:defRPr>
            </a:lvl7pPr>
            <a:lvl8pPr marL="1260000" indent="-180000" algn="l" defTabSz="685800" rtl="0" eaLnBrk="1" latinLnBrk="0" hangingPunct="1">
              <a:lnSpc>
                <a:spcPct val="100000"/>
              </a:lnSpc>
              <a:spcBef>
                <a:spcPts val="0"/>
              </a:spcBef>
              <a:spcAft>
                <a:spcPts val="400"/>
              </a:spcAft>
              <a:buSzPct val="110000"/>
              <a:buFont typeface="Arial" panose="020B0604020202020204" pitchFamily="34" charset="0"/>
              <a:buChar char="◦"/>
              <a:defRPr sz="1400" kern="1200">
                <a:solidFill>
                  <a:schemeClr val="tx1"/>
                </a:solidFill>
                <a:latin typeface="+mn-lt"/>
                <a:ea typeface="+mn-ea"/>
                <a:cs typeface="+mn-cs"/>
              </a:defRPr>
            </a:lvl8pPr>
            <a:lvl9pPr marL="1260000" indent="-180000" algn="l" defTabSz="685800" rtl="0" eaLnBrk="1" latinLnBrk="0" hangingPunct="1">
              <a:lnSpc>
                <a:spcPct val="100000"/>
              </a:lnSpc>
              <a:spcBef>
                <a:spcPts val="0"/>
              </a:spcBef>
              <a:spcAft>
                <a:spcPts val="400"/>
              </a:spcAft>
              <a:buSzPct val="110000"/>
              <a:buFont typeface="Arial" panose="020B0604020202020204" pitchFamily="34" charset="0"/>
              <a:buChar char="◦"/>
              <a:defRPr sz="1400" kern="1200">
                <a:solidFill>
                  <a:schemeClr val="tx1"/>
                </a:solidFill>
                <a:latin typeface="+mn-lt"/>
                <a:ea typeface="+mn-ea"/>
                <a:cs typeface="+mn-cs"/>
              </a:defRPr>
            </a:lvl9pPr>
          </a:lstStyle>
          <a:p>
            <a:pPr marL="0" indent="0">
              <a:spcAft>
                <a:spcPts val="600"/>
              </a:spcAft>
            </a:pPr>
            <a:endParaRPr lang="en-US"/>
          </a:p>
        </p:txBody>
      </p:sp>
      <p:sp>
        <p:nvSpPr>
          <p:cNvPr id="4" name="Slide Number Placeholder 3">
            <a:extLst>
              <a:ext uri="{FF2B5EF4-FFF2-40B4-BE49-F238E27FC236}">
                <a16:creationId xmlns:a16="http://schemas.microsoft.com/office/drawing/2014/main" id="{CB801007-AFBB-3849-8474-8C3300EC3066}"/>
              </a:ext>
            </a:extLst>
          </p:cNvPr>
          <p:cNvSpPr>
            <a:spLocks noGrp="1"/>
          </p:cNvSpPr>
          <p:nvPr>
            <p:ph type="sldNum" sz="quarter" idx="16"/>
          </p:nvPr>
        </p:nvSpPr>
        <p:spPr>
          <a:xfrm>
            <a:off x="8571600" y="4767263"/>
            <a:ext cx="216000" cy="273844"/>
          </a:xfrm>
        </p:spPr>
        <p:txBody>
          <a:bodyPr vert="horz" lIns="0" tIns="0" rIns="0" bIns="0" rtlCol="0" anchor="t">
            <a:normAutofit/>
          </a:bodyPr>
          <a:lstStyle/>
          <a:p>
            <a:pPr>
              <a:spcAft>
                <a:spcPts val="600"/>
              </a:spcAft>
            </a:pPr>
            <a:fld id="{7559FC98-AF75-4A00-A03C-DF9FEBF6BCB9}" type="slidenum">
              <a:rPr lang="en-US" smtClean="0"/>
              <a:pPr>
                <a:spcAft>
                  <a:spcPts val="600"/>
                </a:spcAft>
              </a:pPr>
              <a:t>26</a:t>
            </a:fld>
            <a:endParaRPr lang="en-US"/>
          </a:p>
        </p:txBody>
      </p:sp>
      <p:sp>
        <p:nvSpPr>
          <p:cNvPr id="12" name="Text Placeholder 6">
            <a:extLst>
              <a:ext uri="{FF2B5EF4-FFF2-40B4-BE49-F238E27FC236}">
                <a16:creationId xmlns:a16="http://schemas.microsoft.com/office/drawing/2014/main" id="{48147645-F5CB-BEB3-601A-C12CBC4FBBAE}"/>
              </a:ext>
            </a:extLst>
          </p:cNvPr>
          <p:cNvSpPr>
            <a:spLocks noGrp="1"/>
          </p:cNvSpPr>
          <p:nvPr>
            <p:ph type="body" sz="quarter" idx="18"/>
          </p:nvPr>
        </p:nvSpPr>
        <p:spPr>
          <a:xfrm>
            <a:off x="412001" y="966383"/>
            <a:ext cx="759637" cy="215444"/>
          </a:xfrm>
        </p:spPr>
        <p:txBody>
          <a:bodyPr/>
          <a:lstStyle/>
          <a:p>
            <a:r>
              <a:rPr lang="en-US"/>
              <a:t>Idea</a:t>
            </a:r>
          </a:p>
        </p:txBody>
      </p:sp>
      <p:sp>
        <p:nvSpPr>
          <p:cNvPr id="42" name="TextBox 41">
            <a:extLst>
              <a:ext uri="{FF2B5EF4-FFF2-40B4-BE49-F238E27FC236}">
                <a16:creationId xmlns:a16="http://schemas.microsoft.com/office/drawing/2014/main" id="{4EC780FA-8826-4B47-9CC6-3C3ACC11BFD0}"/>
              </a:ext>
            </a:extLst>
          </p:cNvPr>
          <p:cNvSpPr txBox="1"/>
          <p:nvPr/>
        </p:nvSpPr>
        <p:spPr>
          <a:xfrm>
            <a:off x="7387182" y="1935452"/>
            <a:ext cx="492443" cy="246221"/>
          </a:xfrm>
          <a:prstGeom prst="rect">
            <a:avLst/>
          </a:prstGeom>
          <a:noFill/>
        </p:spPr>
        <p:txBody>
          <a:bodyPr wrap="none" rtlCol="0">
            <a:spAutoFit/>
          </a:bodyPr>
          <a:lstStyle/>
          <a:p>
            <a:r>
              <a:rPr lang="en-US" sz="1000">
                <a:solidFill>
                  <a:schemeClr val="bg1"/>
                </a:solidFill>
              </a:rPr>
              <a:t>&gt; “H”</a:t>
            </a:r>
          </a:p>
        </p:txBody>
      </p:sp>
      <p:sp>
        <p:nvSpPr>
          <p:cNvPr id="44" name="TextBox 43">
            <a:extLst>
              <a:ext uri="{FF2B5EF4-FFF2-40B4-BE49-F238E27FC236}">
                <a16:creationId xmlns:a16="http://schemas.microsoft.com/office/drawing/2014/main" id="{4C41F384-C23E-E548-BB2B-CE9595ECA059}"/>
              </a:ext>
            </a:extLst>
          </p:cNvPr>
          <p:cNvSpPr txBox="1"/>
          <p:nvPr/>
        </p:nvSpPr>
        <p:spPr>
          <a:xfrm>
            <a:off x="7387182" y="2061286"/>
            <a:ext cx="434734" cy="246221"/>
          </a:xfrm>
          <a:prstGeom prst="rect">
            <a:avLst/>
          </a:prstGeom>
          <a:noFill/>
        </p:spPr>
        <p:txBody>
          <a:bodyPr wrap="none" rtlCol="0">
            <a:spAutoFit/>
          </a:bodyPr>
          <a:lstStyle/>
          <a:p>
            <a:r>
              <a:rPr lang="en-US" sz="1000">
                <a:solidFill>
                  <a:schemeClr val="bg1"/>
                </a:solidFill>
              </a:rPr>
              <a:t>&gt; “!”</a:t>
            </a:r>
          </a:p>
        </p:txBody>
      </p:sp>
      <p:sp>
        <p:nvSpPr>
          <p:cNvPr id="46" name="TextBox 45">
            <a:extLst>
              <a:ext uri="{FF2B5EF4-FFF2-40B4-BE49-F238E27FC236}">
                <a16:creationId xmlns:a16="http://schemas.microsoft.com/office/drawing/2014/main" id="{F75E9984-71DA-8845-A21A-D249DB7CC22A}"/>
              </a:ext>
            </a:extLst>
          </p:cNvPr>
          <p:cNvSpPr txBox="1"/>
          <p:nvPr/>
        </p:nvSpPr>
        <p:spPr>
          <a:xfrm>
            <a:off x="7387182" y="2312956"/>
            <a:ext cx="434734" cy="246221"/>
          </a:xfrm>
          <a:prstGeom prst="rect">
            <a:avLst/>
          </a:prstGeom>
          <a:noFill/>
        </p:spPr>
        <p:txBody>
          <a:bodyPr wrap="none" rtlCol="0">
            <a:spAutoFit/>
          </a:bodyPr>
          <a:lstStyle/>
          <a:p>
            <a:r>
              <a:rPr lang="en-US" sz="1000">
                <a:solidFill>
                  <a:schemeClr val="bg1"/>
                </a:solidFill>
              </a:rPr>
              <a:t>&gt; “!”</a:t>
            </a:r>
          </a:p>
        </p:txBody>
      </p:sp>
      <p:sp>
        <p:nvSpPr>
          <p:cNvPr id="48" name="TextBox 47">
            <a:extLst>
              <a:ext uri="{FF2B5EF4-FFF2-40B4-BE49-F238E27FC236}">
                <a16:creationId xmlns:a16="http://schemas.microsoft.com/office/drawing/2014/main" id="{03404B6C-A24A-7C49-9A6B-8279E0EF54EB}"/>
              </a:ext>
            </a:extLst>
          </p:cNvPr>
          <p:cNvSpPr txBox="1"/>
          <p:nvPr/>
        </p:nvSpPr>
        <p:spPr>
          <a:xfrm>
            <a:off x="7387182" y="2455569"/>
            <a:ext cx="492443" cy="246221"/>
          </a:xfrm>
          <a:prstGeom prst="rect">
            <a:avLst/>
          </a:prstGeom>
          <a:noFill/>
        </p:spPr>
        <p:txBody>
          <a:bodyPr wrap="none" rtlCol="0">
            <a:spAutoFit/>
          </a:bodyPr>
          <a:lstStyle/>
          <a:p>
            <a:r>
              <a:rPr lang="en-US" sz="1000">
                <a:solidFill>
                  <a:schemeClr val="bg1"/>
                </a:solidFill>
              </a:rPr>
              <a:t>&gt; “H”</a:t>
            </a:r>
          </a:p>
        </p:txBody>
      </p:sp>
      <p:sp>
        <p:nvSpPr>
          <p:cNvPr id="50" name="TextBox 49">
            <a:extLst>
              <a:ext uri="{FF2B5EF4-FFF2-40B4-BE49-F238E27FC236}">
                <a16:creationId xmlns:a16="http://schemas.microsoft.com/office/drawing/2014/main" id="{250BB7BA-3E97-EF47-BB7E-A91C0C05CFC9}"/>
              </a:ext>
            </a:extLst>
          </p:cNvPr>
          <p:cNvSpPr txBox="1"/>
          <p:nvPr/>
        </p:nvSpPr>
        <p:spPr>
          <a:xfrm>
            <a:off x="7387182" y="2682072"/>
            <a:ext cx="681597" cy="246221"/>
          </a:xfrm>
          <a:prstGeom prst="rect">
            <a:avLst/>
          </a:prstGeom>
          <a:noFill/>
        </p:spPr>
        <p:txBody>
          <a:bodyPr wrap="none" rtlCol="0">
            <a:spAutoFit/>
          </a:bodyPr>
          <a:lstStyle/>
          <a:p>
            <a:r>
              <a:rPr lang="en-US" sz="1000">
                <a:solidFill>
                  <a:schemeClr val="bg1"/>
                </a:solidFill>
              </a:rPr>
              <a:t>&gt; “Hello”</a:t>
            </a:r>
          </a:p>
        </p:txBody>
      </p:sp>
      <p:sp>
        <p:nvSpPr>
          <p:cNvPr id="52" name="TextBox 51">
            <a:extLst>
              <a:ext uri="{FF2B5EF4-FFF2-40B4-BE49-F238E27FC236}">
                <a16:creationId xmlns:a16="http://schemas.microsoft.com/office/drawing/2014/main" id="{7CF3D053-1391-1D49-BA69-D55FE11DBE81}"/>
              </a:ext>
            </a:extLst>
          </p:cNvPr>
          <p:cNvSpPr txBox="1"/>
          <p:nvPr/>
        </p:nvSpPr>
        <p:spPr>
          <a:xfrm>
            <a:off x="7387182" y="2816296"/>
            <a:ext cx="782587" cy="246221"/>
          </a:xfrm>
          <a:prstGeom prst="rect">
            <a:avLst/>
          </a:prstGeom>
          <a:noFill/>
        </p:spPr>
        <p:txBody>
          <a:bodyPr wrap="none" rtlCol="0">
            <a:spAutoFit/>
          </a:bodyPr>
          <a:lstStyle/>
          <a:p>
            <a:r>
              <a:rPr lang="en-US" sz="1000">
                <a:solidFill>
                  <a:schemeClr val="bg1"/>
                </a:solidFill>
              </a:rPr>
              <a:t>&gt; “World!”</a:t>
            </a:r>
          </a:p>
        </p:txBody>
      </p:sp>
      <p:sp>
        <p:nvSpPr>
          <p:cNvPr id="7" name="Textfeld 6">
            <a:extLst>
              <a:ext uri="{FF2B5EF4-FFF2-40B4-BE49-F238E27FC236}">
                <a16:creationId xmlns:a16="http://schemas.microsoft.com/office/drawing/2014/main" id="{88402065-B0C1-1FFD-5746-47118007C7AA}"/>
              </a:ext>
            </a:extLst>
          </p:cNvPr>
          <p:cNvSpPr txBox="1"/>
          <p:nvPr/>
        </p:nvSpPr>
        <p:spPr>
          <a:xfrm>
            <a:off x="401825" y="1232502"/>
            <a:ext cx="3055939" cy="3208571"/>
          </a:xfrm>
          <a:prstGeom prst="rect">
            <a:avLst/>
          </a:prstGeom>
          <a:noFill/>
        </p:spPr>
        <p:txBody>
          <a:bodyPr wrap="square" rtlCol="0">
            <a:spAutoFit/>
          </a:bodyPr>
          <a:lstStyle/>
          <a:p>
            <a:r>
              <a:rPr lang="en-GB"/>
              <a:t>If we can access attribute values by using </a:t>
            </a:r>
            <a:r>
              <a:rPr lang="en-GB" err="1">
                <a:solidFill>
                  <a:schemeClr val="accent1"/>
                </a:solidFill>
              </a:rPr>
              <a:t>object_name</a:t>
            </a:r>
            <a:r>
              <a:rPr lang="en-GB" err="1"/>
              <a:t>.</a:t>
            </a:r>
            <a:r>
              <a:rPr lang="en-GB" err="1">
                <a:solidFill>
                  <a:schemeClr val="accent3"/>
                </a:solidFill>
              </a:rPr>
              <a:t>attribute_name</a:t>
            </a:r>
            <a:r>
              <a:rPr lang="en-GB"/>
              <a:t>, we might think that changing its value by using this syntax is also possible. </a:t>
            </a:r>
          </a:p>
          <a:p>
            <a:endParaRPr lang="en-GB"/>
          </a:p>
          <a:p>
            <a:r>
              <a:rPr lang="en-GB"/>
              <a:t>… and it is.</a:t>
            </a:r>
          </a:p>
          <a:p>
            <a:endParaRPr lang="en-GB"/>
          </a:p>
          <a:p>
            <a:r>
              <a:rPr lang="en-GB"/>
              <a:t>However, since we are using a class and thus, a template of sorts, we might not want to change attribute values freely. Maybe we want to check whether the new value is as expected (e.g. formatted as a date, or within a reasonable range). Or we might not want to ever change it (like a student ID number).</a:t>
            </a:r>
            <a:endParaRPr lang="en-US"/>
          </a:p>
        </p:txBody>
      </p:sp>
      <p:sp>
        <p:nvSpPr>
          <p:cNvPr id="9" name="Text Placeholder 8">
            <a:extLst>
              <a:ext uri="{FF2B5EF4-FFF2-40B4-BE49-F238E27FC236}">
                <a16:creationId xmlns:a16="http://schemas.microsoft.com/office/drawing/2014/main" id="{34362B25-9F4C-89DC-157D-3D8145E086C7}"/>
              </a:ext>
            </a:extLst>
          </p:cNvPr>
          <p:cNvSpPr>
            <a:spLocks noGrp="1"/>
          </p:cNvSpPr>
          <p:nvPr>
            <p:ph type="body" sz="quarter" idx="19"/>
          </p:nvPr>
        </p:nvSpPr>
        <p:spPr>
          <a:xfrm>
            <a:off x="3769744" y="376238"/>
            <a:ext cx="1438987" cy="222841"/>
          </a:xfrm>
        </p:spPr>
        <p:txBody>
          <a:bodyPr/>
          <a:lstStyle/>
          <a:p>
            <a:r>
              <a:rPr lang="de-CH"/>
              <a:t>Code</a:t>
            </a:r>
            <a:endParaRPr lang="en-GB"/>
          </a:p>
        </p:txBody>
      </p:sp>
      <p:sp>
        <p:nvSpPr>
          <p:cNvPr id="10" name="TextBox 9">
            <a:extLst>
              <a:ext uri="{FF2B5EF4-FFF2-40B4-BE49-F238E27FC236}">
                <a16:creationId xmlns:a16="http://schemas.microsoft.com/office/drawing/2014/main" id="{D22D5D8D-D185-65BD-F898-745062A80542}"/>
              </a:ext>
            </a:extLst>
          </p:cNvPr>
          <p:cNvSpPr txBox="1"/>
          <p:nvPr/>
        </p:nvSpPr>
        <p:spPr>
          <a:xfrm>
            <a:off x="3769744" y="630112"/>
            <a:ext cx="4963694" cy="3785652"/>
          </a:xfrm>
          <a:prstGeom prst="rect">
            <a:avLst/>
          </a:prstGeom>
          <a:solidFill>
            <a:schemeClr val="tx1"/>
          </a:solidFill>
          <a:ln>
            <a:noFill/>
          </a:ln>
        </p:spPr>
        <p:txBody>
          <a:bodyPr wrap="square" rtlCol="0">
            <a:spAutoFit/>
          </a:bodyPr>
          <a:lstStyle/>
          <a:p>
            <a:r>
              <a:rPr lang="en-GB" sz="1200" b="0">
                <a:solidFill>
                  <a:srgbClr val="569CD6"/>
                </a:solidFill>
                <a:effectLst/>
                <a:latin typeface="Consolas" panose="020B0609020204030204" pitchFamily="49" charset="0"/>
              </a:rPr>
              <a:t>class</a:t>
            </a:r>
            <a:r>
              <a:rPr lang="en-GB" sz="1200" b="0">
                <a:solidFill>
                  <a:srgbClr val="D4D4D4"/>
                </a:solidFill>
                <a:effectLst/>
                <a:latin typeface="Consolas" panose="020B0609020204030204" pitchFamily="49" charset="0"/>
              </a:rPr>
              <a:t> </a:t>
            </a:r>
            <a:r>
              <a:rPr lang="en-GB" sz="1200" b="0">
                <a:solidFill>
                  <a:srgbClr val="4EC9B0"/>
                </a:solidFill>
                <a:effectLst/>
                <a:latin typeface="Consolas" panose="020B0609020204030204" pitchFamily="49" charset="0"/>
              </a:rPr>
              <a:t>Celsius</a:t>
            </a:r>
            <a:r>
              <a:rPr lang="en-GB" sz="1200" b="0">
                <a:solidFill>
                  <a:srgbClr val="D4D4D4"/>
                </a:solidFill>
                <a:effectLst/>
                <a:latin typeface="Consolas" panose="020B0609020204030204" pitchFamily="49" charset="0"/>
              </a:rPr>
              <a:t>:</a:t>
            </a:r>
          </a:p>
          <a:p>
            <a:r>
              <a:rPr lang="en-GB" sz="1200" b="0">
                <a:solidFill>
                  <a:srgbClr val="D4D4D4"/>
                </a:solidFill>
                <a:effectLst/>
                <a:latin typeface="Consolas" panose="020B0609020204030204" pitchFamily="49" charset="0"/>
              </a:rPr>
              <a:t>    </a:t>
            </a:r>
            <a:r>
              <a:rPr lang="en-GB" sz="1200" b="0">
                <a:solidFill>
                  <a:srgbClr val="569CD6"/>
                </a:solidFill>
                <a:effectLst/>
                <a:latin typeface="Consolas" panose="020B0609020204030204" pitchFamily="49" charset="0"/>
              </a:rPr>
              <a:t>def</a:t>
            </a:r>
            <a:r>
              <a:rPr lang="en-GB" sz="1200" b="0">
                <a:solidFill>
                  <a:srgbClr val="D4D4D4"/>
                </a:solidFill>
                <a:effectLst/>
                <a:latin typeface="Consolas" panose="020B0609020204030204" pitchFamily="49" charset="0"/>
              </a:rPr>
              <a:t> </a:t>
            </a:r>
            <a:r>
              <a:rPr lang="en-GB" sz="1200" b="0">
                <a:solidFill>
                  <a:srgbClr val="DCDCAA"/>
                </a:solidFill>
                <a:effectLst/>
                <a:latin typeface="Consolas" panose="020B0609020204030204" pitchFamily="49" charset="0"/>
              </a:rPr>
              <a:t>__</a:t>
            </a:r>
            <a:r>
              <a:rPr lang="en-GB" sz="1200" b="0" err="1">
                <a:solidFill>
                  <a:srgbClr val="DCDCAA"/>
                </a:solidFill>
                <a:effectLst/>
                <a:latin typeface="Consolas" panose="020B0609020204030204" pitchFamily="49" charset="0"/>
              </a:rPr>
              <a:t>init</a:t>
            </a:r>
            <a:r>
              <a:rPr lang="en-GB" sz="1200" b="0">
                <a:solidFill>
                  <a:srgbClr val="DCDCAA"/>
                </a:solidFill>
                <a:effectLst/>
                <a:latin typeface="Consolas" panose="020B0609020204030204" pitchFamily="49" charset="0"/>
              </a:rPr>
              <a:t>__</a:t>
            </a:r>
            <a:r>
              <a:rPr lang="en-GB" sz="1200" b="0">
                <a:solidFill>
                  <a:srgbClr val="D4D4D4"/>
                </a:solidFill>
                <a:effectLst/>
                <a:latin typeface="Consolas" panose="020B0609020204030204" pitchFamily="49" charset="0"/>
              </a:rPr>
              <a:t>(</a:t>
            </a:r>
            <a:r>
              <a:rPr lang="en-GB" sz="1200" b="0">
                <a:solidFill>
                  <a:srgbClr val="9CDCFE"/>
                </a:solidFill>
                <a:effectLst/>
                <a:latin typeface="Consolas" panose="020B0609020204030204" pitchFamily="49" charset="0"/>
              </a:rPr>
              <a:t>self</a:t>
            </a:r>
            <a:r>
              <a:rPr lang="en-GB" sz="1200" b="0">
                <a:solidFill>
                  <a:srgbClr val="D4D4D4"/>
                </a:solidFill>
                <a:effectLst/>
                <a:latin typeface="Consolas" panose="020B0609020204030204" pitchFamily="49" charset="0"/>
              </a:rPr>
              <a:t>, </a:t>
            </a:r>
            <a:r>
              <a:rPr lang="en-GB" sz="1200" b="0">
                <a:solidFill>
                  <a:srgbClr val="9CDCFE"/>
                </a:solidFill>
                <a:effectLst/>
                <a:latin typeface="Consolas" panose="020B0609020204030204" pitchFamily="49" charset="0"/>
              </a:rPr>
              <a:t>temperature</a:t>
            </a:r>
            <a:r>
              <a:rPr lang="en-GB" sz="1200" b="0">
                <a:solidFill>
                  <a:srgbClr val="D4D4D4"/>
                </a:solidFill>
                <a:effectLst/>
                <a:latin typeface="Consolas" panose="020B0609020204030204" pitchFamily="49" charset="0"/>
              </a:rPr>
              <a:t>=</a:t>
            </a:r>
            <a:r>
              <a:rPr lang="en-GB" sz="1200" b="0">
                <a:solidFill>
                  <a:srgbClr val="B5CEA8"/>
                </a:solidFill>
                <a:effectLst/>
                <a:latin typeface="Consolas" panose="020B0609020204030204" pitchFamily="49" charset="0"/>
              </a:rPr>
              <a:t>0</a:t>
            </a:r>
            <a:r>
              <a:rPr lang="en-GB" sz="1200" b="0">
                <a:solidFill>
                  <a:srgbClr val="D4D4D4"/>
                </a:solidFill>
                <a:effectLst/>
                <a:latin typeface="Consolas" panose="020B0609020204030204" pitchFamily="49" charset="0"/>
              </a:rPr>
              <a:t>):</a:t>
            </a:r>
          </a:p>
          <a:p>
            <a:r>
              <a:rPr lang="en-GB" sz="1200" b="0">
                <a:solidFill>
                  <a:srgbClr val="D4D4D4"/>
                </a:solidFill>
                <a:effectLst/>
                <a:latin typeface="Consolas" panose="020B0609020204030204" pitchFamily="49" charset="0"/>
              </a:rPr>
              <a:t>        </a:t>
            </a:r>
            <a:r>
              <a:rPr lang="en-GB" sz="1200" b="0" err="1">
                <a:solidFill>
                  <a:srgbClr val="9CDCFE"/>
                </a:solidFill>
                <a:effectLst/>
                <a:latin typeface="Consolas" panose="020B0609020204030204" pitchFamily="49" charset="0"/>
              </a:rPr>
              <a:t>self</a:t>
            </a:r>
            <a:r>
              <a:rPr lang="en-GB" sz="1200" b="0" err="1">
                <a:solidFill>
                  <a:srgbClr val="D4D4D4"/>
                </a:solidFill>
                <a:effectLst/>
                <a:latin typeface="Consolas" panose="020B0609020204030204" pitchFamily="49" charset="0"/>
              </a:rPr>
              <a:t>.</a:t>
            </a:r>
            <a:r>
              <a:rPr lang="en-GB" sz="1200" b="0" err="1">
                <a:solidFill>
                  <a:srgbClr val="9CDCFE"/>
                </a:solidFill>
                <a:effectLst/>
                <a:latin typeface="Consolas" panose="020B0609020204030204" pitchFamily="49" charset="0"/>
              </a:rPr>
              <a:t>temperature</a:t>
            </a:r>
            <a:r>
              <a:rPr lang="en-GB" sz="1200" b="0">
                <a:solidFill>
                  <a:srgbClr val="D4D4D4"/>
                </a:solidFill>
                <a:effectLst/>
                <a:latin typeface="Consolas" panose="020B0609020204030204" pitchFamily="49" charset="0"/>
              </a:rPr>
              <a:t> = </a:t>
            </a:r>
            <a:r>
              <a:rPr lang="en-GB" sz="1200" b="0">
                <a:solidFill>
                  <a:srgbClr val="9CDCFE"/>
                </a:solidFill>
                <a:effectLst/>
                <a:latin typeface="Consolas" panose="020B0609020204030204" pitchFamily="49" charset="0"/>
              </a:rPr>
              <a:t>temperature</a:t>
            </a:r>
            <a:endParaRPr lang="en-GB" sz="1200" b="0">
              <a:solidFill>
                <a:srgbClr val="D4D4D4"/>
              </a:solidFill>
              <a:effectLst/>
              <a:latin typeface="Consolas" panose="020B0609020204030204" pitchFamily="49" charset="0"/>
            </a:endParaRPr>
          </a:p>
          <a:p>
            <a:br>
              <a:rPr lang="en-GB" sz="1200" b="0">
                <a:solidFill>
                  <a:srgbClr val="D4D4D4"/>
                </a:solidFill>
                <a:effectLst/>
                <a:latin typeface="Consolas" panose="020B0609020204030204" pitchFamily="49" charset="0"/>
              </a:rPr>
            </a:br>
            <a:r>
              <a:rPr lang="en-GB" sz="1200" b="0">
                <a:solidFill>
                  <a:srgbClr val="D4D4D4"/>
                </a:solidFill>
                <a:effectLst/>
                <a:latin typeface="Consolas" panose="020B0609020204030204" pitchFamily="49" charset="0"/>
              </a:rPr>
              <a:t>    </a:t>
            </a:r>
            <a:r>
              <a:rPr lang="en-GB" sz="1200" b="0">
                <a:solidFill>
                  <a:srgbClr val="569CD6"/>
                </a:solidFill>
                <a:effectLst/>
                <a:latin typeface="Consolas" panose="020B0609020204030204" pitchFamily="49" charset="0"/>
              </a:rPr>
              <a:t>def</a:t>
            </a:r>
            <a:r>
              <a:rPr lang="en-GB" sz="1200" b="0">
                <a:solidFill>
                  <a:srgbClr val="D4D4D4"/>
                </a:solidFill>
                <a:effectLst/>
                <a:latin typeface="Consolas" panose="020B0609020204030204" pitchFamily="49" charset="0"/>
              </a:rPr>
              <a:t> </a:t>
            </a:r>
            <a:r>
              <a:rPr lang="en-GB" sz="1200" b="0" err="1">
                <a:solidFill>
                  <a:srgbClr val="DCDCAA"/>
                </a:solidFill>
                <a:effectLst/>
                <a:latin typeface="Consolas" panose="020B0609020204030204" pitchFamily="49" charset="0"/>
              </a:rPr>
              <a:t>to_fahrenheit</a:t>
            </a:r>
            <a:r>
              <a:rPr lang="en-GB" sz="1200" b="0">
                <a:solidFill>
                  <a:srgbClr val="D4D4D4"/>
                </a:solidFill>
                <a:effectLst/>
                <a:latin typeface="Consolas" panose="020B0609020204030204" pitchFamily="49" charset="0"/>
              </a:rPr>
              <a:t>(</a:t>
            </a:r>
            <a:r>
              <a:rPr lang="en-GB" sz="1200" b="0">
                <a:solidFill>
                  <a:srgbClr val="9CDCFE"/>
                </a:solidFill>
                <a:effectLst/>
                <a:latin typeface="Consolas" panose="020B0609020204030204" pitchFamily="49" charset="0"/>
              </a:rPr>
              <a:t>self</a:t>
            </a:r>
            <a:r>
              <a:rPr lang="en-GB" sz="1200" b="0">
                <a:solidFill>
                  <a:srgbClr val="D4D4D4"/>
                </a:solidFill>
                <a:effectLst/>
                <a:latin typeface="Consolas" panose="020B0609020204030204" pitchFamily="49" charset="0"/>
              </a:rPr>
              <a:t>):</a:t>
            </a:r>
          </a:p>
          <a:p>
            <a:r>
              <a:rPr lang="en-GB" sz="1200" b="0">
                <a:solidFill>
                  <a:srgbClr val="D4D4D4"/>
                </a:solidFill>
                <a:effectLst/>
                <a:latin typeface="Consolas" panose="020B0609020204030204" pitchFamily="49" charset="0"/>
              </a:rPr>
              <a:t>        </a:t>
            </a:r>
            <a:r>
              <a:rPr lang="en-GB" sz="1200" b="0">
                <a:solidFill>
                  <a:srgbClr val="C586C0"/>
                </a:solidFill>
                <a:effectLst/>
                <a:latin typeface="Consolas" panose="020B0609020204030204" pitchFamily="49" charset="0"/>
              </a:rPr>
              <a:t>return</a:t>
            </a:r>
            <a:r>
              <a:rPr lang="en-GB" sz="1200" b="0">
                <a:solidFill>
                  <a:srgbClr val="D4D4D4"/>
                </a:solidFill>
                <a:effectLst/>
                <a:latin typeface="Consolas" panose="020B0609020204030204" pitchFamily="49" charset="0"/>
              </a:rPr>
              <a:t> (</a:t>
            </a:r>
            <a:r>
              <a:rPr lang="en-GB" sz="1200" b="0" err="1">
                <a:solidFill>
                  <a:srgbClr val="9CDCFE"/>
                </a:solidFill>
                <a:effectLst/>
                <a:latin typeface="Consolas" panose="020B0609020204030204" pitchFamily="49" charset="0"/>
              </a:rPr>
              <a:t>self</a:t>
            </a:r>
            <a:r>
              <a:rPr lang="en-GB" sz="1200" b="0" err="1">
                <a:solidFill>
                  <a:srgbClr val="D4D4D4"/>
                </a:solidFill>
                <a:effectLst/>
                <a:latin typeface="Consolas" panose="020B0609020204030204" pitchFamily="49" charset="0"/>
              </a:rPr>
              <a:t>.</a:t>
            </a:r>
            <a:r>
              <a:rPr lang="en-GB" sz="1200" b="0" err="1">
                <a:solidFill>
                  <a:srgbClr val="9CDCFE"/>
                </a:solidFill>
                <a:effectLst/>
                <a:latin typeface="Consolas" panose="020B0609020204030204" pitchFamily="49" charset="0"/>
              </a:rPr>
              <a:t>temperature</a:t>
            </a:r>
            <a:r>
              <a:rPr lang="en-GB" sz="1200" b="0">
                <a:solidFill>
                  <a:srgbClr val="D4D4D4"/>
                </a:solidFill>
                <a:effectLst/>
                <a:latin typeface="Consolas" panose="020B0609020204030204" pitchFamily="49" charset="0"/>
              </a:rPr>
              <a:t> * </a:t>
            </a:r>
            <a:r>
              <a:rPr lang="en-GB" sz="1200" b="0">
                <a:solidFill>
                  <a:srgbClr val="B5CEA8"/>
                </a:solidFill>
                <a:effectLst/>
                <a:latin typeface="Consolas" panose="020B0609020204030204" pitchFamily="49" charset="0"/>
              </a:rPr>
              <a:t>1.8</a:t>
            </a:r>
            <a:r>
              <a:rPr lang="en-GB" sz="1200" b="0">
                <a:solidFill>
                  <a:srgbClr val="D4D4D4"/>
                </a:solidFill>
                <a:effectLst/>
                <a:latin typeface="Consolas" panose="020B0609020204030204" pitchFamily="49" charset="0"/>
              </a:rPr>
              <a:t>) + </a:t>
            </a:r>
            <a:r>
              <a:rPr lang="en-GB" sz="1200" b="0">
                <a:solidFill>
                  <a:srgbClr val="B5CEA8"/>
                </a:solidFill>
                <a:effectLst/>
                <a:latin typeface="Consolas" panose="020B0609020204030204" pitchFamily="49" charset="0"/>
              </a:rPr>
              <a:t>32</a:t>
            </a:r>
            <a:endParaRPr lang="en-GB" sz="1200" b="0">
              <a:solidFill>
                <a:srgbClr val="D4D4D4"/>
              </a:solidFill>
              <a:effectLst/>
              <a:latin typeface="Consolas" panose="020B0609020204030204" pitchFamily="49" charset="0"/>
            </a:endParaRPr>
          </a:p>
          <a:p>
            <a:endParaRPr lang="en-GB" sz="1200" b="0">
              <a:solidFill>
                <a:srgbClr val="D4D4D4"/>
              </a:solidFill>
              <a:effectLst/>
              <a:latin typeface="Consolas" panose="020B0609020204030204" pitchFamily="49" charset="0"/>
            </a:endParaRPr>
          </a:p>
          <a:p>
            <a:br>
              <a:rPr lang="en-GB" sz="1200" b="0">
                <a:solidFill>
                  <a:srgbClr val="D4D4D4"/>
                </a:solidFill>
                <a:effectLst/>
                <a:latin typeface="Consolas" panose="020B0609020204030204" pitchFamily="49" charset="0"/>
              </a:rPr>
            </a:br>
            <a:r>
              <a:rPr lang="en-GB" sz="1200" b="0">
                <a:solidFill>
                  <a:srgbClr val="6A9955"/>
                </a:solidFill>
                <a:effectLst/>
                <a:latin typeface="Consolas" panose="020B0609020204030204" pitchFamily="49" charset="0"/>
              </a:rPr>
              <a:t># Create a new object</a:t>
            </a:r>
            <a:endParaRPr lang="en-GB" sz="1200" b="0">
              <a:solidFill>
                <a:srgbClr val="D4D4D4"/>
              </a:solidFill>
              <a:effectLst/>
              <a:latin typeface="Consolas" panose="020B0609020204030204" pitchFamily="49" charset="0"/>
            </a:endParaRPr>
          </a:p>
          <a:p>
            <a:r>
              <a:rPr lang="en-GB" sz="1200" b="0">
                <a:solidFill>
                  <a:srgbClr val="9CDCFE"/>
                </a:solidFill>
                <a:effectLst/>
                <a:latin typeface="Consolas" panose="020B0609020204030204" pitchFamily="49" charset="0"/>
              </a:rPr>
              <a:t>human</a:t>
            </a:r>
            <a:r>
              <a:rPr lang="en-GB" sz="1200" b="0">
                <a:solidFill>
                  <a:srgbClr val="D4D4D4"/>
                </a:solidFill>
                <a:effectLst/>
                <a:latin typeface="Consolas" panose="020B0609020204030204" pitchFamily="49" charset="0"/>
              </a:rPr>
              <a:t> = </a:t>
            </a:r>
            <a:r>
              <a:rPr lang="en-GB" sz="1200" b="0">
                <a:solidFill>
                  <a:srgbClr val="4EC9B0"/>
                </a:solidFill>
                <a:effectLst/>
                <a:latin typeface="Consolas" panose="020B0609020204030204" pitchFamily="49" charset="0"/>
              </a:rPr>
              <a:t>Celsius</a:t>
            </a:r>
            <a:r>
              <a:rPr lang="en-GB" sz="1200" b="0">
                <a:solidFill>
                  <a:srgbClr val="D4D4D4"/>
                </a:solidFill>
                <a:effectLst/>
                <a:latin typeface="Consolas" panose="020B0609020204030204" pitchFamily="49" charset="0"/>
              </a:rPr>
              <a:t>()</a:t>
            </a:r>
          </a:p>
          <a:p>
            <a:r>
              <a:rPr lang="en-GB" sz="1200" b="0">
                <a:solidFill>
                  <a:srgbClr val="DCDCAA"/>
                </a:solidFill>
                <a:effectLst/>
                <a:latin typeface="Consolas" panose="020B0609020204030204" pitchFamily="49" charset="0"/>
              </a:rPr>
              <a:t>print</a:t>
            </a:r>
            <a:r>
              <a:rPr lang="en-GB" sz="1200" b="0">
                <a:solidFill>
                  <a:srgbClr val="D4D4D4"/>
                </a:solidFill>
                <a:effectLst/>
                <a:latin typeface="Consolas" panose="020B0609020204030204" pitchFamily="49" charset="0"/>
              </a:rPr>
              <a:t>(</a:t>
            </a:r>
            <a:r>
              <a:rPr lang="en-GB" sz="1200" b="0" err="1">
                <a:solidFill>
                  <a:srgbClr val="9CDCFE"/>
                </a:solidFill>
                <a:effectLst/>
                <a:latin typeface="Consolas" panose="020B0609020204030204" pitchFamily="49" charset="0"/>
              </a:rPr>
              <a:t>human</a:t>
            </a:r>
            <a:r>
              <a:rPr lang="en-GB" sz="1200" b="0" err="1">
                <a:solidFill>
                  <a:srgbClr val="D4D4D4"/>
                </a:solidFill>
                <a:effectLst/>
                <a:latin typeface="Consolas" panose="020B0609020204030204" pitchFamily="49" charset="0"/>
              </a:rPr>
              <a:t>.</a:t>
            </a:r>
            <a:r>
              <a:rPr lang="en-GB" sz="1200" b="0" err="1">
                <a:solidFill>
                  <a:srgbClr val="9CDCFE"/>
                </a:solidFill>
                <a:effectLst/>
                <a:latin typeface="Consolas" panose="020B0609020204030204" pitchFamily="49" charset="0"/>
              </a:rPr>
              <a:t>temperature</a:t>
            </a:r>
            <a:r>
              <a:rPr lang="en-GB" sz="1200" b="0">
                <a:solidFill>
                  <a:srgbClr val="D4D4D4"/>
                </a:solidFill>
                <a:effectLst/>
                <a:latin typeface="Consolas" panose="020B0609020204030204" pitchFamily="49" charset="0"/>
              </a:rPr>
              <a:t>)</a:t>
            </a:r>
          </a:p>
          <a:p>
            <a:endParaRPr lang="en-GB" sz="1200" b="0">
              <a:solidFill>
                <a:srgbClr val="D4D4D4"/>
              </a:solidFill>
              <a:effectLst/>
              <a:latin typeface="Consolas" panose="020B0609020204030204" pitchFamily="49" charset="0"/>
            </a:endParaRPr>
          </a:p>
          <a:p>
            <a:r>
              <a:rPr lang="en-GB" sz="1200" b="0">
                <a:solidFill>
                  <a:srgbClr val="6A9955"/>
                </a:solidFill>
                <a:effectLst/>
                <a:latin typeface="Consolas" panose="020B0609020204030204" pitchFamily="49" charset="0"/>
              </a:rPr>
              <a:t># Set the temperature</a:t>
            </a:r>
            <a:endParaRPr lang="en-GB" sz="1200" b="0">
              <a:solidFill>
                <a:srgbClr val="D4D4D4"/>
              </a:solidFill>
              <a:effectLst/>
              <a:latin typeface="Consolas" panose="020B0609020204030204" pitchFamily="49" charset="0"/>
            </a:endParaRPr>
          </a:p>
          <a:p>
            <a:r>
              <a:rPr lang="en-GB" sz="1200" b="0" err="1">
                <a:solidFill>
                  <a:srgbClr val="9CDCFE"/>
                </a:solidFill>
                <a:effectLst/>
                <a:latin typeface="Consolas" panose="020B0609020204030204" pitchFamily="49" charset="0"/>
              </a:rPr>
              <a:t>human</a:t>
            </a:r>
            <a:r>
              <a:rPr lang="en-GB" sz="1200" b="0" err="1">
                <a:solidFill>
                  <a:srgbClr val="D4D4D4"/>
                </a:solidFill>
                <a:effectLst/>
                <a:latin typeface="Consolas" panose="020B0609020204030204" pitchFamily="49" charset="0"/>
              </a:rPr>
              <a:t>.</a:t>
            </a:r>
            <a:r>
              <a:rPr lang="en-GB" sz="1200" b="0" err="1">
                <a:solidFill>
                  <a:srgbClr val="9CDCFE"/>
                </a:solidFill>
                <a:effectLst/>
                <a:latin typeface="Consolas" panose="020B0609020204030204" pitchFamily="49" charset="0"/>
              </a:rPr>
              <a:t>temperature</a:t>
            </a:r>
            <a:r>
              <a:rPr lang="en-GB" sz="1200" b="0">
                <a:solidFill>
                  <a:srgbClr val="D4D4D4"/>
                </a:solidFill>
                <a:effectLst/>
                <a:latin typeface="Consolas" panose="020B0609020204030204" pitchFamily="49" charset="0"/>
              </a:rPr>
              <a:t> = </a:t>
            </a:r>
            <a:r>
              <a:rPr lang="en-GB" sz="1200" b="0">
                <a:solidFill>
                  <a:srgbClr val="B5CEA8"/>
                </a:solidFill>
                <a:effectLst/>
                <a:latin typeface="Consolas" panose="020B0609020204030204" pitchFamily="49" charset="0"/>
              </a:rPr>
              <a:t>37</a:t>
            </a:r>
            <a:endParaRPr lang="en-GB" sz="1200" b="0">
              <a:solidFill>
                <a:srgbClr val="D4D4D4"/>
              </a:solidFill>
              <a:effectLst/>
              <a:latin typeface="Consolas" panose="020B0609020204030204" pitchFamily="49" charset="0"/>
            </a:endParaRPr>
          </a:p>
          <a:p>
            <a:r>
              <a:rPr lang="en-GB" sz="1200" b="0">
                <a:solidFill>
                  <a:srgbClr val="6A9955"/>
                </a:solidFill>
                <a:effectLst/>
                <a:latin typeface="Consolas" panose="020B0609020204030204" pitchFamily="49" charset="0"/>
              </a:rPr>
              <a:t># Get the temperature attribute</a:t>
            </a:r>
            <a:endParaRPr lang="en-GB" sz="1200" b="0">
              <a:solidFill>
                <a:srgbClr val="D4D4D4"/>
              </a:solidFill>
              <a:effectLst/>
              <a:latin typeface="Consolas" panose="020B0609020204030204" pitchFamily="49" charset="0"/>
            </a:endParaRPr>
          </a:p>
          <a:p>
            <a:r>
              <a:rPr lang="en-GB" sz="1200" b="0">
                <a:solidFill>
                  <a:srgbClr val="DCDCAA"/>
                </a:solidFill>
                <a:effectLst/>
                <a:latin typeface="Consolas" panose="020B0609020204030204" pitchFamily="49" charset="0"/>
              </a:rPr>
              <a:t>print</a:t>
            </a:r>
            <a:r>
              <a:rPr lang="en-GB" sz="1200" b="0">
                <a:solidFill>
                  <a:srgbClr val="D4D4D4"/>
                </a:solidFill>
                <a:effectLst/>
                <a:latin typeface="Consolas" panose="020B0609020204030204" pitchFamily="49" charset="0"/>
              </a:rPr>
              <a:t>(</a:t>
            </a:r>
            <a:r>
              <a:rPr lang="en-GB" sz="1200" b="0" err="1">
                <a:solidFill>
                  <a:srgbClr val="9CDCFE"/>
                </a:solidFill>
                <a:effectLst/>
                <a:latin typeface="Consolas" panose="020B0609020204030204" pitchFamily="49" charset="0"/>
              </a:rPr>
              <a:t>human</a:t>
            </a:r>
            <a:r>
              <a:rPr lang="en-GB" sz="1200" b="0" err="1">
                <a:solidFill>
                  <a:srgbClr val="D4D4D4"/>
                </a:solidFill>
                <a:effectLst/>
                <a:latin typeface="Consolas" panose="020B0609020204030204" pitchFamily="49" charset="0"/>
              </a:rPr>
              <a:t>.</a:t>
            </a:r>
            <a:r>
              <a:rPr lang="en-GB" sz="1200" b="0" err="1">
                <a:solidFill>
                  <a:srgbClr val="9CDCFE"/>
                </a:solidFill>
                <a:effectLst/>
                <a:latin typeface="Consolas" panose="020B0609020204030204" pitchFamily="49" charset="0"/>
              </a:rPr>
              <a:t>temperature</a:t>
            </a:r>
            <a:r>
              <a:rPr lang="en-GB" sz="1200" b="0">
                <a:solidFill>
                  <a:srgbClr val="D4D4D4"/>
                </a:solidFill>
                <a:effectLst/>
                <a:latin typeface="Consolas" panose="020B0609020204030204" pitchFamily="49" charset="0"/>
              </a:rPr>
              <a:t>)</a:t>
            </a:r>
          </a:p>
          <a:p>
            <a:endParaRPr lang="en-GB" sz="1200" b="0">
              <a:solidFill>
                <a:srgbClr val="D4D4D4"/>
              </a:solidFill>
              <a:effectLst/>
              <a:latin typeface="Consolas" panose="020B0609020204030204" pitchFamily="49" charset="0"/>
            </a:endParaRPr>
          </a:p>
          <a:p>
            <a:r>
              <a:rPr lang="en-GB" sz="1200" b="0">
                <a:solidFill>
                  <a:srgbClr val="6A9955"/>
                </a:solidFill>
                <a:effectLst/>
                <a:latin typeface="Consolas" panose="020B0609020204030204" pitchFamily="49" charset="0"/>
              </a:rPr>
              <a:t># Get the </a:t>
            </a:r>
            <a:r>
              <a:rPr lang="en-GB" sz="1200" b="0" err="1">
                <a:solidFill>
                  <a:srgbClr val="6A9955"/>
                </a:solidFill>
                <a:effectLst/>
                <a:latin typeface="Consolas" panose="020B0609020204030204" pitchFamily="49" charset="0"/>
              </a:rPr>
              <a:t>to_fahrenheit</a:t>
            </a:r>
            <a:r>
              <a:rPr lang="en-GB" sz="1200" b="0">
                <a:solidFill>
                  <a:srgbClr val="6A9955"/>
                </a:solidFill>
                <a:effectLst/>
                <a:latin typeface="Consolas" panose="020B0609020204030204" pitchFamily="49" charset="0"/>
              </a:rPr>
              <a:t> method</a:t>
            </a:r>
            <a:endParaRPr lang="en-GB" sz="1200" b="0">
              <a:solidFill>
                <a:srgbClr val="D4D4D4"/>
              </a:solidFill>
              <a:effectLst/>
              <a:latin typeface="Consolas" panose="020B0609020204030204" pitchFamily="49" charset="0"/>
            </a:endParaRPr>
          </a:p>
          <a:p>
            <a:r>
              <a:rPr lang="en-GB" sz="1200" b="0">
                <a:solidFill>
                  <a:srgbClr val="DCDCAA"/>
                </a:solidFill>
                <a:effectLst/>
                <a:latin typeface="Consolas" panose="020B0609020204030204" pitchFamily="49" charset="0"/>
              </a:rPr>
              <a:t>print</a:t>
            </a:r>
            <a:r>
              <a:rPr lang="en-GB" sz="1200" b="0">
                <a:solidFill>
                  <a:srgbClr val="D4D4D4"/>
                </a:solidFill>
                <a:effectLst/>
                <a:latin typeface="Consolas" panose="020B0609020204030204" pitchFamily="49" charset="0"/>
              </a:rPr>
              <a:t>(</a:t>
            </a:r>
            <a:r>
              <a:rPr lang="en-GB" sz="1200" b="0" err="1">
                <a:solidFill>
                  <a:srgbClr val="9CDCFE"/>
                </a:solidFill>
                <a:effectLst/>
                <a:latin typeface="Consolas" panose="020B0609020204030204" pitchFamily="49" charset="0"/>
              </a:rPr>
              <a:t>human</a:t>
            </a:r>
            <a:r>
              <a:rPr lang="en-GB" sz="1200" b="0" err="1">
                <a:solidFill>
                  <a:srgbClr val="D4D4D4"/>
                </a:solidFill>
                <a:effectLst/>
                <a:latin typeface="Consolas" panose="020B0609020204030204" pitchFamily="49" charset="0"/>
              </a:rPr>
              <a:t>.</a:t>
            </a:r>
            <a:r>
              <a:rPr lang="en-GB" sz="1200" b="0" err="1">
                <a:solidFill>
                  <a:srgbClr val="DCDCAA"/>
                </a:solidFill>
                <a:effectLst/>
                <a:latin typeface="Consolas" panose="020B0609020204030204" pitchFamily="49" charset="0"/>
              </a:rPr>
              <a:t>to_fahrenheit</a:t>
            </a:r>
            <a:r>
              <a:rPr lang="en-GB" sz="1200" b="0">
                <a:solidFill>
                  <a:srgbClr val="D4D4D4"/>
                </a:solidFill>
                <a:effectLst/>
                <a:latin typeface="Consolas" panose="020B0609020204030204" pitchFamily="49" charset="0"/>
              </a:rPr>
              <a:t>())</a:t>
            </a:r>
          </a:p>
          <a:p>
            <a:endParaRPr lang="en-GB" sz="1200"/>
          </a:p>
        </p:txBody>
      </p:sp>
      <p:pic>
        <p:nvPicPr>
          <p:cNvPr id="8" name="Picture 7">
            <a:extLst>
              <a:ext uri="{FF2B5EF4-FFF2-40B4-BE49-F238E27FC236}">
                <a16:creationId xmlns:a16="http://schemas.microsoft.com/office/drawing/2014/main" id="{2082411E-5DC3-71FB-4685-5914CD85A93E}"/>
              </a:ext>
            </a:extLst>
          </p:cNvPr>
          <p:cNvPicPr>
            <a:picLocks noChangeAspect="1"/>
          </p:cNvPicPr>
          <p:nvPr/>
        </p:nvPicPr>
        <p:blipFill>
          <a:blip r:embed="rId2"/>
          <a:stretch>
            <a:fillRect/>
          </a:stretch>
        </p:blipFill>
        <p:spPr>
          <a:xfrm>
            <a:off x="7288940" y="3752051"/>
            <a:ext cx="1390660" cy="581029"/>
          </a:xfrm>
          <a:prstGeom prst="rect">
            <a:avLst/>
          </a:prstGeom>
          <a:ln w="19050">
            <a:solidFill>
              <a:srgbClr val="FF0000"/>
            </a:solidFill>
          </a:ln>
        </p:spPr>
      </p:pic>
    </p:spTree>
    <p:extLst>
      <p:ext uri="{BB962C8B-B14F-4D97-AF65-F5344CB8AC3E}">
        <p14:creationId xmlns:p14="http://schemas.microsoft.com/office/powerpoint/2010/main" val="87053689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F1B61B-0C25-A347-8E82-9E36B55C7C82}"/>
              </a:ext>
            </a:extLst>
          </p:cNvPr>
          <p:cNvSpPr>
            <a:spLocks noGrp="1"/>
          </p:cNvSpPr>
          <p:nvPr>
            <p:ph type="title"/>
          </p:nvPr>
        </p:nvSpPr>
        <p:spPr>
          <a:xfrm>
            <a:off x="358775" y="376238"/>
            <a:ext cx="8426450" cy="609662"/>
          </a:xfrm>
        </p:spPr>
        <p:txBody>
          <a:bodyPr vert="horz" lIns="0" tIns="0" rIns="0" bIns="0" rtlCol="0" anchor="t">
            <a:normAutofit fontScale="90000"/>
          </a:bodyPr>
          <a:lstStyle/>
          <a:p>
            <a:r>
              <a:rPr lang="en-US"/>
              <a:t>Attribute Protection</a:t>
            </a:r>
            <a:br>
              <a:rPr lang="en-US"/>
            </a:br>
            <a:r>
              <a:rPr lang="en-US" b="1">
                <a:solidFill>
                  <a:srgbClr val="FF0000"/>
                </a:solidFill>
              </a:rPr>
              <a:t>by Convention</a:t>
            </a:r>
          </a:p>
        </p:txBody>
      </p:sp>
      <p:sp>
        <p:nvSpPr>
          <p:cNvPr id="3" name="Content Placeholder 2">
            <a:extLst>
              <a:ext uri="{FF2B5EF4-FFF2-40B4-BE49-F238E27FC236}">
                <a16:creationId xmlns:a16="http://schemas.microsoft.com/office/drawing/2014/main" id="{C1C055D0-88FC-814E-85AF-F5DD6D247310}"/>
              </a:ext>
            </a:extLst>
          </p:cNvPr>
          <p:cNvSpPr>
            <a:spLocks noGrp="1"/>
          </p:cNvSpPr>
          <p:nvPr>
            <p:ph sz="half" idx="1"/>
          </p:nvPr>
        </p:nvSpPr>
        <p:spPr>
          <a:xfrm>
            <a:off x="358776" y="1356461"/>
            <a:ext cx="3152802" cy="3123464"/>
          </a:xfrm>
        </p:spPr>
        <p:txBody>
          <a:bodyPr vert="horz" lIns="90000" tIns="144000" rIns="54000" bIns="54000" rtlCol="0">
            <a:normAutofit/>
          </a:bodyPr>
          <a:lstStyle/>
          <a:p>
            <a:pPr marL="0" indent="0">
              <a:spcAft>
                <a:spcPts val="600"/>
              </a:spcAft>
            </a:pPr>
            <a:endParaRPr lang="en-US"/>
          </a:p>
          <a:p>
            <a:pPr marL="0" indent="0">
              <a:spcAft>
                <a:spcPts val="600"/>
              </a:spcAft>
            </a:pPr>
            <a:endParaRPr lang="en-US"/>
          </a:p>
        </p:txBody>
      </p:sp>
      <p:sp>
        <p:nvSpPr>
          <p:cNvPr id="5" name="Content Placeholder 2">
            <a:extLst>
              <a:ext uri="{FF2B5EF4-FFF2-40B4-BE49-F238E27FC236}">
                <a16:creationId xmlns:a16="http://schemas.microsoft.com/office/drawing/2014/main" id="{DABB2ADA-E1DB-4B4A-B517-713666D358EF}"/>
              </a:ext>
            </a:extLst>
          </p:cNvPr>
          <p:cNvSpPr txBox="1">
            <a:spLocks/>
          </p:cNvSpPr>
          <p:nvPr/>
        </p:nvSpPr>
        <p:spPr>
          <a:xfrm>
            <a:off x="3700732" y="483080"/>
            <a:ext cx="5084493" cy="3996846"/>
          </a:xfrm>
          <a:prstGeom prst="rect">
            <a:avLst/>
          </a:prstGeom>
          <a:ln w="12700" cap="flat" cmpd="sng" algn="ctr">
            <a:solidFill>
              <a:srgbClr val="A0A0A0"/>
            </a:solidFill>
            <a:prstDash val="solid"/>
            <a:round/>
            <a:headEnd type="none" w="med" len="med"/>
            <a:tailEnd type="none" w="med" len="med"/>
          </a:ln>
        </p:spPr>
        <p:txBody>
          <a:bodyPr vert="horz" lIns="90000" tIns="144000" rIns="54000" bIns="54000" rtlCol="0">
            <a:normAutofit/>
          </a:bodyPr>
          <a:lstStyle>
            <a:lvl1pPr marL="180000" indent="-180000" algn="l" defTabSz="685800" rtl="0" eaLnBrk="1" latinLnBrk="0" hangingPunct="1">
              <a:lnSpc>
                <a:spcPct val="100000"/>
              </a:lnSpc>
              <a:spcBef>
                <a:spcPts val="0"/>
              </a:spcBef>
              <a:buFont typeface="Arial" panose="020B0604020202020204" pitchFamily="34" charset="0"/>
              <a:buNone/>
              <a:defRPr sz="1400" kern="1200">
                <a:solidFill>
                  <a:schemeClr val="tx1"/>
                </a:solidFill>
                <a:latin typeface="+mn-lt"/>
                <a:ea typeface="+mn-ea"/>
                <a:cs typeface="+mn-cs"/>
              </a:defRPr>
            </a:lvl1pPr>
            <a:lvl2pPr marL="358775" indent="-179388" algn="l" defTabSz="685800" rtl="0" eaLnBrk="1" latinLnBrk="0" hangingPunct="1">
              <a:lnSpc>
                <a:spcPct val="100000"/>
              </a:lnSpc>
              <a:spcBef>
                <a:spcPts val="0"/>
              </a:spcBef>
              <a:spcAft>
                <a:spcPts val="400"/>
              </a:spcAft>
              <a:buFont typeface="Arial" panose="020B0604020202020204" pitchFamily="34" charset="0"/>
              <a:buChar char="‒"/>
              <a:defRPr lang="de-DE" sz="1400" kern="1200" dirty="0" smtClean="0">
                <a:solidFill>
                  <a:schemeClr val="tx1"/>
                </a:solidFill>
                <a:latin typeface="+mn-lt"/>
                <a:ea typeface="+mn-ea"/>
                <a:cs typeface="+mn-cs"/>
              </a:defRPr>
            </a:lvl2pPr>
            <a:lvl3pPr marL="539750" indent="-179388" algn="l" defTabSz="685800" rtl="0" eaLnBrk="1" latinLnBrk="0" hangingPunct="1">
              <a:lnSpc>
                <a:spcPct val="100000"/>
              </a:lnSpc>
              <a:spcBef>
                <a:spcPts val="0"/>
              </a:spcBef>
              <a:spcAft>
                <a:spcPts val="400"/>
              </a:spcAft>
              <a:buFont typeface="Arial" panose="020B0604020202020204" pitchFamily="34" charset="0"/>
              <a:buChar char="•"/>
              <a:defRPr lang="de-DE" sz="1400" kern="1200" dirty="0" smtClean="0">
                <a:solidFill>
                  <a:schemeClr val="tx1"/>
                </a:solidFill>
                <a:latin typeface="+mn-lt"/>
                <a:ea typeface="+mn-ea"/>
                <a:cs typeface="+mn-cs"/>
              </a:defRPr>
            </a:lvl3pPr>
            <a:lvl4pPr marL="717550" indent="-179388" algn="l" defTabSz="685800" rtl="0" eaLnBrk="1" latinLnBrk="0" hangingPunct="1">
              <a:lnSpc>
                <a:spcPct val="100000"/>
              </a:lnSpc>
              <a:spcBef>
                <a:spcPts val="0"/>
              </a:spcBef>
              <a:spcAft>
                <a:spcPts val="400"/>
              </a:spcAft>
              <a:buSzPct val="110000"/>
              <a:buFont typeface="Arial" panose="020B0604020202020204" pitchFamily="34" charset="0"/>
              <a:buChar char="◦"/>
              <a:defRPr lang="de-DE" sz="1400" kern="1200" dirty="0" smtClean="0">
                <a:solidFill>
                  <a:schemeClr val="tx1"/>
                </a:solidFill>
                <a:latin typeface="+mn-lt"/>
                <a:ea typeface="+mn-ea"/>
                <a:cs typeface="+mn-cs"/>
              </a:defRPr>
            </a:lvl4pPr>
            <a:lvl5pPr marL="898525" indent="-179388" algn="l" defTabSz="685800" rtl="0" eaLnBrk="1" latinLnBrk="0" hangingPunct="1">
              <a:lnSpc>
                <a:spcPct val="100000"/>
              </a:lnSpc>
              <a:spcBef>
                <a:spcPts val="0"/>
              </a:spcBef>
              <a:spcAft>
                <a:spcPts val="400"/>
              </a:spcAft>
              <a:buSzPct val="110000"/>
              <a:buFont typeface="Arial" panose="020B0604020202020204" pitchFamily="34" charset="0"/>
              <a:buChar char="◦"/>
              <a:defRPr lang="de-DE" sz="1400" kern="1200" dirty="0" smtClean="0">
                <a:solidFill>
                  <a:schemeClr val="tx1"/>
                </a:solidFill>
                <a:latin typeface="+mn-lt"/>
                <a:ea typeface="+mn-ea"/>
                <a:cs typeface="+mn-cs"/>
              </a:defRPr>
            </a:lvl5pPr>
            <a:lvl6pPr marL="1260000" indent="-180000" algn="l" defTabSz="685800" rtl="0" eaLnBrk="1" latinLnBrk="0" hangingPunct="1">
              <a:lnSpc>
                <a:spcPct val="100000"/>
              </a:lnSpc>
              <a:spcBef>
                <a:spcPts val="0"/>
              </a:spcBef>
              <a:spcAft>
                <a:spcPts val="400"/>
              </a:spcAft>
              <a:buSzPct val="110000"/>
              <a:buFont typeface="Arial" panose="020B0604020202020204" pitchFamily="34" charset="0"/>
              <a:buChar char="◦"/>
              <a:defRPr sz="1400" kern="1200">
                <a:solidFill>
                  <a:schemeClr val="tx1"/>
                </a:solidFill>
                <a:latin typeface="+mn-lt"/>
                <a:ea typeface="+mn-ea"/>
                <a:cs typeface="+mn-cs"/>
              </a:defRPr>
            </a:lvl6pPr>
            <a:lvl7pPr marL="1260000" indent="-180000" algn="l" defTabSz="685800" rtl="0" eaLnBrk="1" latinLnBrk="0" hangingPunct="1">
              <a:lnSpc>
                <a:spcPct val="100000"/>
              </a:lnSpc>
              <a:spcBef>
                <a:spcPts val="0"/>
              </a:spcBef>
              <a:spcAft>
                <a:spcPts val="400"/>
              </a:spcAft>
              <a:buSzPct val="110000"/>
              <a:buFont typeface="Arial" panose="020B0604020202020204" pitchFamily="34" charset="0"/>
              <a:buChar char="◦"/>
              <a:defRPr sz="1400" kern="1200">
                <a:solidFill>
                  <a:schemeClr val="tx1"/>
                </a:solidFill>
                <a:latin typeface="+mn-lt"/>
                <a:ea typeface="+mn-ea"/>
                <a:cs typeface="+mn-cs"/>
              </a:defRPr>
            </a:lvl7pPr>
            <a:lvl8pPr marL="1260000" indent="-180000" algn="l" defTabSz="685800" rtl="0" eaLnBrk="1" latinLnBrk="0" hangingPunct="1">
              <a:lnSpc>
                <a:spcPct val="100000"/>
              </a:lnSpc>
              <a:spcBef>
                <a:spcPts val="0"/>
              </a:spcBef>
              <a:spcAft>
                <a:spcPts val="400"/>
              </a:spcAft>
              <a:buSzPct val="110000"/>
              <a:buFont typeface="Arial" panose="020B0604020202020204" pitchFamily="34" charset="0"/>
              <a:buChar char="◦"/>
              <a:defRPr sz="1400" kern="1200">
                <a:solidFill>
                  <a:schemeClr val="tx1"/>
                </a:solidFill>
                <a:latin typeface="+mn-lt"/>
                <a:ea typeface="+mn-ea"/>
                <a:cs typeface="+mn-cs"/>
              </a:defRPr>
            </a:lvl8pPr>
            <a:lvl9pPr marL="1260000" indent="-180000" algn="l" defTabSz="685800" rtl="0" eaLnBrk="1" latinLnBrk="0" hangingPunct="1">
              <a:lnSpc>
                <a:spcPct val="100000"/>
              </a:lnSpc>
              <a:spcBef>
                <a:spcPts val="0"/>
              </a:spcBef>
              <a:spcAft>
                <a:spcPts val="400"/>
              </a:spcAft>
              <a:buSzPct val="110000"/>
              <a:buFont typeface="Arial" panose="020B0604020202020204" pitchFamily="34" charset="0"/>
              <a:buChar char="◦"/>
              <a:defRPr sz="1400" kern="1200">
                <a:solidFill>
                  <a:schemeClr val="tx1"/>
                </a:solidFill>
                <a:latin typeface="+mn-lt"/>
                <a:ea typeface="+mn-ea"/>
                <a:cs typeface="+mn-cs"/>
              </a:defRPr>
            </a:lvl9pPr>
          </a:lstStyle>
          <a:p>
            <a:pPr marL="0" indent="0">
              <a:spcAft>
                <a:spcPts val="600"/>
              </a:spcAft>
            </a:pPr>
            <a:endParaRPr lang="en-US"/>
          </a:p>
        </p:txBody>
      </p:sp>
      <p:sp>
        <p:nvSpPr>
          <p:cNvPr id="4" name="Slide Number Placeholder 3">
            <a:extLst>
              <a:ext uri="{FF2B5EF4-FFF2-40B4-BE49-F238E27FC236}">
                <a16:creationId xmlns:a16="http://schemas.microsoft.com/office/drawing/2014/main" id="{CB801007-AFBB-3849-8474-8C3300EC3066}"/>
              </a:ext>
            </a:extLst>
          </p:cNvPr>
          <p:cNvSpPr>
            <a:spLocks noGrp="1"/>
          </p:cNvSpPr>
          <p:nvPr>
            <p:ph type="sldNum" sz="quarter" idx="16"/>
          </p:nvPr>
        </p:nvSpPr>
        <p:spPr>
          <a:xfrm>
            <a:off x="8571600" y="4767263"/>
            <a:ext cx="216000" cy="273844"/>
          </a:xfrm>
        </p:spPr>
        <p:txBody>
          <a:bodyPr vert="horz" lIns="0" tIns="0" rIns="0" bIns="0" rtlCol="0" anchor="t">
            <a:normAutofit/>
          </a:bodyPr>
          <a:lstStyle/>
          <a:p>
            <a:pPr>
              <a:spcAft>
                <a:spcPts val="600"/>
              </a:spcAft>
            </a:pPr>
            <a:fld id="{7559FC98-AF75-4A00-A03C-DF9FEBF6BCB9}" type="slidenum">
              <a:rPr lang="en-US" smtClean="0"/>
              <a:pPr>
                <a:spcAft>
                  <a:spcPts val="600"/>
                </a:spcAft>
              </a:pPr>
              <a:t>27</a:t>
            </a:fld>
            <a:endParaRPr lang="en-US"/>
          </a:p>
        </p:txBody>
      </p:sp>
      <p:sp>
        <p:nvSpPr>
          <p:cNvPr id="12" name="Text Placeholder 6">
            <a:extLst>
              <a:ext uri="{FF2B5EF4-FFF2-40B4-BE49-F238E27FC236}">
                <a16:creationId xmlns:a16="http://schemas.microsoft.com/office/drawing/2014/main" id="{48147645-F5CB-BEB3-601A-C12CBC4FBBAE}"/>
              </a:ext>
            </a:extLst>
          </p:cNvPr>
          <p:cNvSpPr>
            <a:spLocks noGrp="1"/>
          </p:cNvSpPr>
          <p:nvPr>
            <p:ph type="body" sz="quarter" idx="18"/>
          </p:nvPr>
        </p:nvSpPr>
        <p:spPr>
          <a:xfrm>
            <a:off x="412001" y="1246447"/>
            <a:ext cx="1598468" cy="220028"/>
          </a:xfrm>
        </p:spPr>
        <p:txBody>
          <a:bodyPr/>
          <a:lstStyle/>
          <a:p>
            <a:r>
              <a:rPr lang="en-GB"/>
              <a:t>Intuitive Solution</a:t>
            </a:r>
            <a:endParaRPr lang="en-US"/>
          </a:p>
        </p:txBody>
      </p:sp>
      <p:sp>
        <p:nvSpPr>
          <p:cNvPr id="42" name="TextBox 41">
            <a:extLst>
              <a:ext uri="{FF2B5EF4-FFF2-40B4-BE49-F238E27FC236}">
                <a16:creationId xmlns:a16="http://schemas.microsoft.com/office/drawing/2014/main" id="{4EC780FA-8826-4B47-9CC6-3C3ACC11BFD0}"/>
              </a:ext>
            </a:extLst>
          </p:cNvPr>
          <p:cNvSpPr txBox="1"/>
          <p:nvPr/>
        </p:nvSpPr>
        <p:spPr>
          <a:xfrm>
            <a:off x="7387182" y="1935452"/>
            <a:ext cx="492443" cy="246221"/>
          </a:xfrm>
          <a:prstGeom prst="rect">
            <a:avLst/>
          </a:prstGeom>
          <a:noFill/>
        </p:spPr>
        <p:txBody>
          <a:bodyPr wrap="none" rtlCol="0">
            <a:spAutoFit/>
          </a:bodyPr>
          <a:lstStyle/>
          <a:p>
            <a:r>
              <a:rPr lang="en-US" sz="1000">
                <a:solidFill>
                  <a:schemeClr val="bg1"/>
                </a:solidFill>
              </a:rPr>
              <a:t>&gt; “H”</a:t>
            </a:r>
          </a:p>
        </p:txBody>
      </p:sp>
      <p:sp>
        <p:nvSpPr>
          <p:cNvPr id="44" name="TextBox 43">
            <a:extLst>
              <a:ext uri="{FF2B5EF4-FFF2-40B4-BE49-F238E27FC236}">
                <a16:creationId xmlns:a16="http://schemas.microsoft.com/office/drawing/2014/main" id="{4C41F384-C23E-E548-BB2B-CE9595ECA059}"/>
              </a:ext>
            </a:extLst>
          </p:cNvPr>
          <p:cNvSpPr txBox="1"/>
          <p:nvPr/>
        </p:nvSpPr>
        <p:spPr>
          <a:xfrm>
            <a:off x="7387182" y="2061286"/>
            <a:ext cx="434734" cy="246221"/>
          </a:xfrm>
          <a:prstGeom prst="rect">
            <a:avLst/>
          </a:prstGeom>
          <a:noFill/>
        </p:spPr>
        <p:txBody>
          <a:bodyPr wrap="none" rtlCol="0">
            <a:spAutoFit/>
          </a:bodyPr>
          <a:lstStyle/>
          <a:p>
            <a:r>
              <a:rPr lang="en-US" sz="1000">
                <a:solidFill>
                  <a:schemeClr val="bg1"/>
                </a:solidFill>
              </a:rPr>
              <a:t>&gt; “!”</a:t>
            </a:r>
          </a:p>
        </p:txBody>
      </p:sp>
      <p:sp>
        <p:nvSpPr>
          <p:cNvPr id="46" name="TextBox 45">
            <a:extLst>
              <a:ext uri="{FF2B5EF4-FFF2-40B4-BE49-F238E27FC236}">
                <a16:creationId xmlns:a16="http://schemas.microsoft.com/office/drawing/2014/main" id="{F75E9984-71DA-8845-A21A-D249DB7CC22A}"/>
              </a:ext>
            </a:extLst>
          </p:cNvPr>
          <p:cNvSpPr txBox="1"/>
          <p:nvPr/>
        </p:nvSpPr>
        <p:spPr>
          <a:xfrm>
            <a:off x="7387182" y="2312956"/>
            <a:ext cx="434734" cy="246221"/>
          </a:xfrm>
          <a:prstGeom prst="rect">
            <a:avLst/>
          </a:prstGeom>
          <a:noFill/>
        </p:spPr>
        <p:txBody>
          <a:bodyPr wrap="none" rtlCol="0">
            <a:spAutoFit/>
          </a:bodyPr>
          <a:lstStyle/>
          <a:p>
            <a:r>
              <a:rPr lang="en-US" sz="1000">
                <a:solidFill>
                  <a:schemeClr val="bg1"/>
                </a:solidFill>
              </a:rPr>
              <a:t>&gt; “!”</a:t>
            </a:r>
          </a:p>
        </p:txBody>
      </p:sp>
      <p:sp>
        <p:nvSpPr>
          <p:cNvPr id="48" name="TextBox 47">
            <a:extLst>
              <a:ext uri="{FF2B5EF4-FFF2-40B4-BE49-F238E27FC236}">
                <a16:creationId xmlns:a16="http://schemas.microsoft.com/office/drawing/2014/main" id="{03404B6C-A24A-7C49-9A6B-8279E0EF54EB}"/>
              </a:ext>
            </a:extLst>
          </p:cNvPr>
          <p:cNvSpPr txBox="1"/>
          <p:nvPr/>
        </p:nvSpPr>
        <p:spPr>
          <a:xfrm>
            <a:off x="7387182" y="2455569"/>
            <a:ext cx="492443" cy="246221"/>
          </a:xfrm>
          <a:prstGeom prst="rect">
            <a:avLst/>
          </a:prstGeom>
          <a:noFill/>
        </p:spPr>
        <p:txBody>
          <a:bodyPr wrap="none" rtlCol="0">
            <a:spAutoFit/>
          </a:bodyPr>
          <a:lstStyle/>
          <a:p>
            <a:r>
              <a:rPr lang="en-US" sz="1000">
                <a:solidFill>
                  <a:schemeClr val="bg1"/>
                </a:solidFill>
              </a:rPr>
              <a:t>&gt; “H”</a:t>
            </a:r>
          </a:p>
        </p:txBody>
      </p:sp>
      <p:sp>
        <p:nvSpPr>
          <p:cNvPr id="50" name="TextBox 49">
            <a:extLst>
              <a:ext uri="{FF2B5EF4-FFF2-40B4-BE49-F238E27FC236}">
                <a16:creationId xmlns:a16="http://schemas.microsoft.com/office/drawing/2014/main" id="{250BB7BA-3E97-EF47-BB7E-A91C0C05CFC9}"/>
              </a:ext>
            </a:extLst>
          </p:cNvPr>
          <p:cNvSpPr txBox="1"/>
          <p:nvPr/>
        </p:nvSpPr>
        <p:spPr>
          <a:xfrm>
            <a:off x="7387182" y="2682072"/>
            <a:ext cx="681597" cy="246221"/>
          </a:xfrm>
          <a:prstGeom prst="rect">
            <a:avLst/>
          </a:prstGeom>
          <a:noFill/>
        </p:spPr>
        <p:txBody>
          <a:bodyPr wrap="none" rtlCol="0">
            <a:spAutoFit/>
          </a:bodyPr>
          <a:lstStyle/>
          <a:p>
            <a:r>
              <a:rPr lang="en-US" sz="1000">
                <a:solidFill>
                  <a:schemeClr val="bg1"/>
                </a:solidFill>
              </a:rPr>
              <a:t>&gt; “Hello”</a:t>
            </a:r>
          </a:p>
        </p:txBody>
      </p:sp>
      <p:sp>
        <p:nvSpPr>
          <p:cNvPr id="52" name="TextBox 51">
            <a:extLst>
              <a:ext uri="{FF2B5EF4-FFF2-40B4-BE49-F238E27FC236}">
                <a16:creationId xmlns:a16="http://schemas.microsoft.com/office/drawing/2014/main" id="{7CF3D053-1391-1D49-BA69-D55FE11DBE81}"/>
              </a:ext>
            </a:extLst>
          </p:cNvPr>
          <p:cNvSpPr txBox="1"/>
          <p:nvPr/>
        </p:nvSpPr>
        <p:spPr>
          <a:xfrm>
            <a:off x="7387182" y="2816296"/>
            <a:ext cx="782587" cy="246221"/>
          </a:xfrm>
          <a:prstGeom prst="rect">
            <a:avLst/>
          </a:prstGeom>
          <a:noFill/>
        </p:spPr>
        <p:txBody>
          <a:bodyPr wrap="none" rtlCol="0">
            <a:spAutoFit/>
          </a:bodyPr>
          <a:lstStyle/>
          <a:p>
            <a:r>
              <a:rPr lang="en-US" sz="1000">
                <a:solidFill>
                  <a:schemeClr val="bg1"/>
                </a:solidFill>
              </a:rPr>
              <a:t>&gt; “World!”</a:t>
            </a:r>
          </a:p>
        </p:txBody>
      </p:sp>
      <p:sp>
        <p:nvSpPr>
          <p:cNvPr id="7" name="Textfeld 6">
            <a:extLst>
              <a:ext uri="{FF2B5EF4-FFF2-40B4-BE49-F238E27FC236}">
                <a16:creationId xmlns:a16="http://schemas.microsoft.com/office/drawing/2014/main" id="{88402065-B0C1-1FFD-5746-47118007C7AA}"/>
              </a:ext>
            </a:extLst>
          </p:cNvPr>
          <p:cNvSpPr txBox="1"/>
          <p:nvPr/>
        </p:nvSpPr>
        <p:spPr>
          <a:xfrm>
            <a:off x="415894" y="1498779"/>
            <a:ext cx="3038565" cy="3416320"/>
          </a:xfrm>
          <a:prstGeom prst="rect">
            <a:avLst/>
          </a:prstGeom>
          <a:noFill/>
        </p:spPr>
        <p:txBody>
          <a:bodyPr wrap="square" rtlCol="0">
            <a:spAutoFit/>
          </a:bodyPr>
          <a:lstStyle/>
          <a:p>
            <a:r>
              <a:rPr lang="en-GB"/>
              <a:t>Remember how we do not use variable names that start with special characters? Well… We can use this idea and precede the attribute value with an underscore (see ‘</a:t>
            </a:r>
            <a:r>
              <a:rPr lang="en-GB" err="1"/>
              <a:t>Celsius_Protected</a:t>
            </a:r>
            <a:r>
              <a:rPr lang="en-GB"/>
              <a:t>’). This will not affect the accessing and overwriting per se but avoids mistakes.</a:t>
            </a:r>
          </a:p>
          <a:p>
            <a:endParaRPr lang="en-GB"/>
          </a:p>
          <a:p>
            <a:r>
              <a:rPr lang="en-GB"/>
              <a:t>More secure is to use two underscores. In this case, we can no longer access or change the variable directly. It will think that you want to create a new variable. We can access it with this syntax still: </a:t>
            </a:r>
            <a:r>
              <a:rPr lang="en-GB">
                <a:solidFill>
                  <a:schemeClr val="accent1"/>
                </a:solidFill>
              </a:rPr>
              <a:t>_</a:t>
            </a:r>
            <a:r>
              <a:rPr lang="en-GB" err="1">
                <a:solidFill>
                  <a:schemeClr val="accent1"/>
                </a:solidFill>
              </a:rPr>
              <a:t>Classname</a:t>
            </a:r>
            <a:r>
              <a:rPr lang="en-GB">
                <a:solidFill>
                  <a:schemeClr val="accent3"/>
                </a:solidFill>
              </a:rPr>
              <a:t>__</a:t>
            </a:r>
            <a:r>
              <a:rPr lang="en-GB" err="1">
                <a:solidFill>
                  <a:schemeClr val="accent3"/>
                </a:solidFill>
              </a:rPr>
              <a:t>attribute_name</a:t>
            </a:r>
            <a:endParaRPr lang="en-GB">
              <a:solidFill>
                <a:schemeClr val="accent3"/>
              </a:solidFill>
            </a:endParaRPr>
          </a:p>
          <a:p>
            <a:endParaRPr lang="en-US"/>
          </a:p>
          <a:p>
            <a:endParaRPr lang="en-US"/>
          </a:p>
        </p:txBody>
      </p:sp>
      <p:sp>
        <p:nvSpPr>
          <p:cNvPr id="9" name="Text Placeholder 8">
            <a:extLst>
              <a:ext uri="{FF2B5EF4-FFF2-40B4-BE49-F238E27FC236}">
                <a16:creationId xmlns:a16="http://schemas.microsoft.com/office/drawing/2014/main" id="{34362B25-9F4C-89DC-157D-3D8145E086C7}"/>
              </a:ext>
            </a:extLst>
          </p:cNvPr>
          <p:cNvSpPr>
            <a:spLocks noGrp="1"/>
          </p:cNvSpPr>
          <p:nvPr>
            <p:ph type="body" sz="quarter" idx="19"/>
          </p:nvPr>
        </p:nvSpPr>
        <p:spPr>
          <a:xfrm>
            <a:off x="3769744" y="376238"/>
            <a:ext cx="1438987" cy="222841"/>
          </a:xfrm>
        </p:spPr>
        <p:txBody>
          <a:bodyPr/>
          <a:lstStyle/>
          <a:p>
            <a:r>
              <a:rPr lang="de-CH"/>
              <a:t>Code</a:t>
            </a:r>
            <a:endParaRPr lang="en-GB"/>
          </a:p>
        </p:txBody>
      </p:sp>
      <p:sp>
        <p:nvSpPr>
          <p:cNvPr id="10" name="TextBox 9">
            <a:extLst>
              <a:ext uri="{FF2B5EF4-FFF2-40B4-BE49-F238E27FC236}">
                <a16:creationId xmlns:a16="http://schemas.microsoft.com/office/drawing/2014/main" id="{D22D5D8D-D185-65BD-F898-745062A80542}"/>
              </a:ext>
            </a:extLst>
          </p:cNvPr>
          <p:cNvSpPr txBox="1"/>
          <p:nvPr/>
        </p:nvSpPr>
        <p:spPr>
          <a:xfrm>
            <a:off x="3769744" y="630112"/>
            <a:ext cx="4963694" cy="3785652"/>
          </a:xfrm>
          <a:prstGeom prst="rect">
            <a:avLst/>
          </a:prstGeom>
          <a:solidFill>
            <a:schemeClr val="tx1"/>
          </a:solidFill>
          <a:ln>
            <a:noFill/>
          </a:ln>
        </p:spPr>
        <p:txBody>
          <a:bodyPr wrap="square" rtlCol="0">
            <a:spAutoFit/>
          </a:bodyPr>
          <a:lstStyle/>
          <a:p>
            <a:r>
              <a:rPr lang="en-GB" sz="1200" b="0">
                <a:solidFill>
                  <a:srgbClr val="569CD6"/>
                </a:solidFill>
                <a:effectLst/>
                <a:latin typeface="Consolas" panose="020B0609020204030204" pitchFamily="49" charset="0"/>
              </a:rPr>
              <a:t>class</a:t>
            </a:r>
            <a:r>
              <a:rPr lang="en-GB" sz="1200" b="0">
                <a:solidFill>
                  <a:srgbClr val="D4D4D4"/>
                </a:solidFill>
                <a:effectLst/>
                <a:latin typeface="Consolas" panose="020B0609020204030204" pitchFamily="49" charset="0"/>
              </a:rPr>
              <a:t> </a:t>
            </a:r>
            <a:r>
              <a:rPr lang="en-GB" sz="1200" b="0" err="1">
                <a:solidFill>
                  <a:srgbClr val="4EC9B0"/>
                </a:solidFill>
                <a:effectLst/>
                <a:latin typeface="Consolas" panose="020B0609020204030204" pitchFamily="49" charset="0"/>
              </a:rPr>
              <a:t>Celsius_Protected</a:t>
            </a:r>
            <a:r>
              <a:rPr lang="en-GB" sz="1200" b="0">
                <a:solidFill>
                  <a:srgbClr val="D4D4D4"/>
                </a:solidFill>
                <a:effectLst/>
                <a:latin typeface="Consolas" panose="020B0609020204030204" pitchFamily="49" charset="0"/>
              </a:rPr>
              <a:t>:</a:t>
            </a:r>
          </a:p>
          <a:p>
            <a:r>
              <a:rPr lang="en-GB" sz="1200" b="0">
                <a:solidFill>
                  <a:srgbClr val="D4D4D4"/>
                </a:solidFill>
                <a:effectLst/>
                <a:latin typeface="Consolas" panose="020B0609020204030204" pitchFamily="49" charset="0"/>
              </a:rPr>
              <a:t>    </a:t>
            </a:r>
            <a:r>
              <a:rPr lang="en-GB" sz="1200" b="0">
                <a:solidFill>
                  <a:srgbClr val="569CD6"/>
                </a:solidFill>
                <a:effectLst/>
                <a:latin typeface="Consolas" panose="020B0609020204030204" pitchFamily="49" charset="0"/>
              </a:rPr>
              <a:t>def</a:t>
            </a:r>
            <a:r>
              <a:rPr lang="en-GB" sz="1200" b="0">
                <a:solidFill>
                  <a:srgbClr val="D4D4D4"/>
                </a:solidFill>
                <a:effectLst/>
                <a:latin typeface="Consolas" panose="020B0609020204030204" pitchFamily="49" charset="0"/>
              </a:rPr>
              <a:t> </a:t>
            </a:r>
            <a:r>
              <a:rPr lang="en-GB" sz="1200" b="0">
                <a:solidFill>
                  <a:srgbClr val="DCDCAA"/>
                </a:solidFill>
                <a:effectLst/>
                <a:latin typeface="Consolas" panose="020B0609020204030204" pitchFamily="49" charset="0"/>
              </a:rPr>
              <a:t>__</a:t>
            </a:r>
            <a:r>
              <a:rPr lang="en-GB" sz="1200" b="0" err="1">
                <a:solidFill>
                  <a:srgbClr val="DCDCAA"/>
                </a:solidFill>
                <a:effectLst/>
                <a:latin typeface="Consolas" panose="020B0609020204030204" pitchFamily="49" charset="0"/>
              </a:rPr>
              <a:t>init</a:t>
            </a:r>
            <a:r>
              <a:rPr lang="en-GB" sz="1200" b="0">
                <a:solidFill>
                  <a:srgbClr val="DCDCAA"/>
                </a:solidFill>
                <a:effectLst/>
                <a:latin typeface="Consolas" panose="020B0609020204030204" pitchFamily="49" charset="0"/>
              </a:rPr>
              <a:t>__</a:t>
            </a:r>
            <a:r>
              <a:rPr lang="en-GB" sz="1200" b="0">
                <a:solidFill>
                  <a:srgbClr val="D4D4D4"/>
                </a:solidFill>
                <a:effectLst/>
                <a:latin typeface="Consolas" panose="020B0609020204030204" pitchFamily="49" charset="0"/>
              </a:rPr>
              <a:t>(</a:t>
            </a:r>
            <a:r>
              <a:rPr lang="en-GB" sz="1200" b="0">
                <a:solidFill>
                  <a:srgbClr val="9CDCFE"/>
                </a:solidFill>
                <a:effectLst/>
                <a:latin typeface="Consolas" panose="020B0609020204030204" pitchFamily="49" charset="0"/>
              </a:rPr>
              <a:t>self</a:t>
            </a:r>
            <a:r>
              <a:rPr lang="en-GB" sz="1200" b="0">
                <a:solidFill>
                  <a:srgbClr val="D4D4D4"/>
                </a:solidFill>
                <a:effectLst/>
                <a:latin typeface="Consolas" panose="020B0609020204030204" pitchFamily="49" charset="0"/>
              </a:rPr>
              <a:t>, </a:t>
            </a:r>
            <a:r>
              <a:rPr lang="en-GB" sz="1200" b="0">
                <a:solidFill>
                  <a:srgbClr val="9CDCFE"/>
                </a:solidFill>
                <a:effectLst/>
                <a:latin typeface="Consolas" panose="020B0609020204030204" pitchFamily="49" charset="0"/>
              </a:rPr>
              <a:t>temperature</a:t>
            </a:r>
            <a:r>
              <a:rPr lang="en-GB" sz="1200" b="0">
                <a:solidFill>
                  <a:srgbClr val="D4D4D4"/>
                </a:solidFill>
                <a:effectLst/>
                <a:latin typeface="Consolas" panose="020B0609020204030204" pitchFamily="49" charset="0"/>
              </a:rPr>
              <a:t>=</a:t>
            </a:r>
            <a:r>
              <a:rPr lang="en-GB" sz="1200" b="0">
                <a:solidFill>
                  <a:srgbClr val="B5CEA8"/>
                </a:solidFill>
                <a:effectLst/>
                <a:latin typeface="Consolas" panose="020B0609020204030204" pitchFamily="49" charset="0"/>
              </a:rPr>
              <a:t>0</a:t>
            </a:r>
            <a:r>
              <a:rPr lang="en-GB" sz="1200" b="0">
                <a:solidFill>
                  <a:srgbClr val="D4D4D4"/>
                </a:solidFill>
                <a:effectLst/>
                <a:latin typeface="Consolas" panose="020B0609020204030204" pitchFamily="49" charset="0"/>
              </a:rPr>
              <a:t>):</a:t>
            </a:r>
          </a:p>
          <a:p>
            <a:r>
              <a:rPr lang="en-GB" sz="1200" b="0">
                <a:solidFill>
                  <a:srgbClr val="D4D4D4"/>
                </a:solidFill>
                <a:effectLst/>
                <a:latin typeface="Consolas" panose="020B0609020204030204" pitchFamily="49" charset="0"/>
              </a:rPr>
              <a:t>        </a:t>
            </a:r>
            <a:r>
              <a:rPr lang="en-GB" sz="1200" b="0" err="1">
                <a:solidFill>
                  <a:srgbClr val="9CDCFE"/>
                </a:solidFill>
                <a:effectLst/>
                <a:latin typeface="Consolas" panose="020B0609020204030204" pitchFamily="49" charset="0"/>
              </a:rPr>
              <a:t>self</a:t>
            </a:r>
            <a:r>
              <a:rPr lang="en-GB" sz="1200" b="0" err="1">
                <a:solidFill>
                  <a:srgbClr val="D4D4D4"/>
                </a:solidFill>
                <a:effectLst/>
                <a:latin typeface="Consolas" panose="020B0609020204030204" pitchFamily="49" charset="0"/>
              </a:rPr>
              <a:t>.</a:t>
            </a:r>
            <a:r>
              <a:rPr lang="en-GB" sz="1200" b="0" err="1">
                <a:solidFill>
                  <a:srgbClr val="9CDCFE"/>
                </a:solidFill>
                <a:effectLst/>
                <a:latin typeface="Consolas" panose="020B0609020204030204" pitchFamily="49" charset="0"/>
              </a:rPr>
              <a:t>_temperature</a:t>
            </a:r>
            <a:r>
              <a:rPr lang="en-GB" sz="1200" b="0">
                <a:solidFill>
                  <a:srgbClr val="D4D4D4"/>
                </a:solidFill>
                <a:effectLst/>
                <a:latin typeface="Consolas" panose="020B0609020204030204" pitchFamily="49" charset="0"/>
              </a:rPr>
              <a:t> = </a:t>
            </a:r>
            <a:r>
              <a:rPr lang="en-GB" sz="1200" b="0">
                <a:solidFill>
                  <a:srgbClr val="9CDCFE"/>
                </a:solidFill>
                <a:effectLst/>
                <a:latin typeface="Consolas" panose="020B0609020204030204" pitchFamily="49" charset="0"/>
              </a:rPr>
              <a:t>temperature</a:t>
            </a:r>
            <a:endParaRPr lang="en-GB" sz="1200" b="0">
              <a:solidFill>
                <a:srgbClr val="D4D4D4"/>
              </a:solidFill>
              <a:effectLst/>
              <a:latin typeface="Consolas" panose="020B0609020204030204" pitchFamily="49" charset="0"/>
            </a:endParaRPr>
          </a:p>
          <a:p>
            <a:br>
              <a:rPr lang="en-GB" sz="1200" b="0">
                <a:solidFill>
                  <a:srgbClr val="D4D4D4"/>
                </a:solidFill>
                <a:effectLst/>
                <a:latin typeface="Consolas" panose="020B0609020204030204" pitchFamily="49" charset="0"/>
              </a:rPr>
            </a:br>
            <a:r>
              <a:rPr lang="en-GB" sz="1200" b="0">
                <a:solidFill>
                  <a:srgbClr val="9CDCFE"/>
                </a:solidFill>
                <a:effectLst/>
                <a:latin typeface="Consolas" panose="020B0609020204030204" pitchFamily="49" charset="0"/>
              </a:rPr>
              <a:t>human</a:t>
            </a:r>
            <a:r>
              <a:rPr lang="en-GB" sz="1200" b="0">
                <a:solidFill>
                  <a:srgbClr val="D4D4D4"/>
                </a:solidFill>
                <a:effectLst/>
                <a:latin typeface="Consolas" panose="020B0609020204030204" pitchFamily="49" charset="0"/>
              </a:rPr>
              <a:t> = </a:t>
            </a:r>
            <a:r>
              <a:rPr lang="en-GB" sz="1200" b="0" err="1">
                <a:solidFill>
                  <a:srgbClr val="4EC9B0"/>
                </a:solidFill>
                <a:effectLst/>
                <a:latin typeface="Consolas" panose="020B0609020204030204" pitchFamily="49" charset="0"/>
              </a:rPr>
              <a:t>Celsius_Protected</a:t>
            </a:r>
            <a:r>
              <a:rPr lang="en-GB" sz="1200" b="0">
                <a:solidFill>
                  <a:srgbClr val="D4D4D4"/>
                </a:solidFill>
                <a:effectLst/>
                <a:latin typeface="Consolas" panose="020B0609020204030204" pitchFamily="49" charset="0"/>
              </a:rPr>
              <a:t>()</a:t>
            </a:r>
          </a:p>
          <a:p>
            <a:r>
              <a:rPr lang="en-GB" sz="1200" b="0">
                <a:solidFill>
                  <a:srgbClr val="DCDCAA"/>
                </a:solidFill>
                <a:effectLst/>
                <a:latin typeface="Consolas" panose="020B0609020204030204" pitchFamily="49" charset="0"/>
              </a:rPr>
              <a:t>print</a:t>
            </a:r>
            <a:r>
              <a:rPr lang="en-GB" sz="1200" b="0">
                <a:solidFill>
                  <a:srgbClr val="D4D4D4"/>
                </a:solidFill>
                <a:effectLst/>
                <a:latin typeface="Consolas" panose="020B0609020204030204" pitchFamily="49" charset="0"/>
              </a:rPr>
              <a:t>(</a:t>
            </a:r>
            <a:r>
              <a:rPr lang="en-GB" sz="1200" b="0" err="1">
                <a:solidFill>
                  <a:srgbClr val="9CDCFE"/>
                </a:solidFill>
                <a:effectLst/>
                <a:latin typeface="Consolas" panose="020B0609020204030204" pitchFamily="49" charset="0"/>
              </a:rPr>
              <a:t>human</a:t>
            </a:r>
            <a:r>
              <a:rPr lang="en-GB" sz="1200" b="0" err="1">
                <a:solidFill>
                  <a:srgbClr val="D4D4D4"/>
                </a:solidFill>
                <a:effectLst/>
                <a:latin typeface="Consolas" panose="020B0609020204030204" pitchFamily="49" charset="0"/>
              </a:rPr>
              <a:t>._temperature</a:t>
            </a:r>
            <a:r>
              <a:rPr lang="en-GB" sz="1200" b="0">
                <a:solidFill>
                  <a:srgbClr val="D4D4D4"/>
                </a:solidFill>
                <a:effectLst/>
                <a:latin typeface="Consolas" panose="020B0609020204030204" pitchFamily="49" charset="0"/>
              </a:rPr>
              <a:t>)</a:t>
            </a:r>
          </a:p>
          <a:p>
            <a:r>
              <a:rPr lang="en-GB" sz="1200" b="0" err="1">
                <a:solidFill>
                  <a:srgbClr val="9CDCFE"/>
                </a:solidFill>
                <a:effectLst/>
                <a:latin typeface="Consolas" panose="020B0609020204030204" pitchFamily="49" charset="0"/>
              </a:rPr>
              <a:t>human</a:t>
            </a:r>
            <a:r>
              <a:rPr lang="en-GB" sz="1200" b="0" err="1">
                <a:solidFill>
                  <a:srgbClr val="D4D4D4"/>
                </a:solidFill>
                <a:effectLst/>
                <a:latin typeface="Consolas" panose="020B0609020204030204" pitchFamily="49" charset="0"/>
              </a:rPr>
              <a:t>._temperature</a:t>
            </a:r>
            <a:r>
              <a:rPr lang="en-GB" sz="1200" b="0">
                <a:solidFill>
                  <a:srgbClr val="D4D4D4"/>
                </a:solidFill>
                <a:effectLst/>
                <a:latin typeface="Consolas" panose="020B0609020204030204" pitchFamily="49" charset="0"/>
              </a:rPr>
              <a:t> = </a:t>
            </a:r>
            <a:r>
              <a:rPr lang="en-GB" sz="1200" b="0">
                <a:solidFill>
                  <a:srgbClr val="B5CEA8"/>
                </a:solidFill>
                <a:effectLst/>
                <a:latin typeface="Consolas" panose="020B0609020204030204" pitchFamily="49" charset="0"/>
              </a:rPr>
              <a:t>37</a:t>
            </a:r>
            <a:endParaRPr lang="en-GB" sz="1200" b="0">
              <a:solidFill>
                <a:srgbClr val="D4D4D4"/>
              </a:solidFill>
              <a:effectLst/>
              <a:latin typeface="Consolas" panose="020B0609020204030204" pitchFamily="49" charset="0"/>
            </a:endParaRPr>
          </a:p>
          <a:p>
            <a:r>
              <a:rPr lang="en-GB" sz="1200" b="0">
                <a:solidFill>
                  <a:srgbClr val="DCDCAA"/>
                </a:solidFill>
                <a:effectLst/>
                <a:latin typeface="Consolas" panose="020B0609020204030204" pitchFamily="49" charset="0"/>
              </a:rPr>
              <a:t>print</a:t>
            </a:r>
            <a:r>
              <a:rPr lang="en-GB" sz="1200" b="0">
                <a:solidFill>
                  <a:srgbClr val="D4D4D4"/>
                </a:solidFill>
                <a:effectLst/>
                <a:latin typeface="Consolas" panose="020B0609020204030204" pitchFamily="49" charset="0"/>
              </a:rPr>
              <a:t>(</a:t>
            </a:r>
            <a:r>
              <a:rPr lang="en-GB" sz="1200" b="0" err="1">
                <a:solidFill>
                  <a:srgbClr val="9CDCFE"/>
                </a:solidFill>
                <a:effectLst/>
                <a:latin typeface="Consolas" panose="020B0609020204030204" pitchFamily="49" charset="0"/>
              </a:rPr>
              <a:t>human</a:t>
            </a:r>
            <a:r>
              <a:rPr lang="en-GB" sz="1200" b="0" err="1">
                <a:solidFill>
                  <a:srgbClr val="D4D4D4"/>
                </a:solidFill>
                <a:effectLst/>
                <a:latin typeface="Consolas" panose="020B0609020204030204" pitchFamily="49" charset="0"/>
              </a:rPr>
              <a:t>._temperature</a:t>
            </a:r>
            <a:r>
              <a:rPr lang="en-GB" sz="1200" b="0">
                <a:solidFill>
                  <a:srgbClr val="D4D4D4"/>
                </a:solidFill>
                <a:effectLst/>
                <a:latin typeface="Consolas" panose="020B0609020204030204" pitchFamily="49" charset="0"/>
              </a:rPr>
              <a:t>)</a:t>
            </a:r>
          </a:p>
          <a:p>
            <a:r>
              <a:rPr lang="en-GB" sz="1200" b="0">
                <a:solidFill>
                  <a:srgbClr val="6A9955"/>
                </a:solidFill>
                <a:effectLst/>
                <a:latin typeface="Consolas" panose="020B0609020204030204" pitchFamily="49" charset="0"/>
              </a:rPr>
              <a:t>########################################################</a:t>
            </a:r>
            <a:endParaRPr lang="en-GB" sz="1200"/>
          </a:p>
          <a:p>
            <a:r>
              <a:rPr lang="en-GB" sz="1200" b="0">
                <a:solidFill>
                  <a:srgbClr val="569CD6"/>
                </a:solidFill>
                <a:effectLst/>
                <a:latin typeface="Consolas" panose="020B0609020204030204" pitchFamily="49" charset="0"/>
              </a:rPr>
              <a:t>class</a:t>
            </a:r>
            <a:r>
              <a:rPr lang="en-GB" sz="1200" b="0">
                <a:solidFill>
                  <a:srgbClr val="D4D4D4"/>
                </a:solidFill>
                <a:effectLst/>
                <a:latin typeface="Consolas" panose="020B0609020204030204" pitchFamily="49" charset="0"/>
              </a:rPr>
              <a:t> </a:t>
            </a:r>
            <a:r>
              <a:rPr lang="en-GB" sz="1200" b="0" err="1">
                <a:solidFill>
                  <a:srgbClr val="4EC9B0"/>
                </a:solidFill>
                <a:effectLst/>
                <a:latin typeface="Consolas" panose="020B0609020204030204" pitchFamily="49" charset="0"/>
              </a:rPr>
              <a:t>Celsius_Private</a:t>
            </a:r>
            <a:r>
              <a:rPr lang="en-GB" sz="1200" b="0">
                <a:solidFill>
                  <a:srgbClr val="D4D4D4"/>
                </a:solidFill>
                <a:effectLst/>
                <a:latin typeface="Consolas" panose="020B0609020204030204" pitchFamily="49" charset="0"/>
              </a:rPr>
              <a:t>:</a:t>
            </a:r>
          </a:p>
          <a:p>
            <a:r>
              <a:rPr lang="en-GB" sz="1200" b="0">
                <a:solidFill>
                  <a:srgbClr val="D4D4D4"/>
                </a:solidFill>
                <a:effectLst/>
                <a:latin typeface="Consolas" panose="020B0609020204030204" pitchFamily="49" charset="0"/>
              </a:rPr>
              <a:t>    </a:t>
            </a:r>
            <a:r>
              <a:rPr lang="en-GB" sz="1200" b="0">
                <a:solidFill>
                  <a:srgbClr val="569CD6"/>
                </a:solidFill>
                <a:effectLst/>
                <a:latin typeface="Consolas" panose="020B0609020204030204" pitchFamily="49" charset="0"/>
              </a:rPr>
              <a:t>def</a:t>
            </a:r>
            <a:r>
              <a:rPr lang="en-GB" sz="1200" b="0">
                <a:solidFill>
                  <a:srgbClr val="D4D4D4"/>
                </a:solidFill>
                <a:effectLst/>
                <a:latin typeface="Consolas" panose="020B0609020204030204" pitchFamily="49" charset="0"/>
              </a:rPr>
              <a:t> </a:t>
            </a:r>
            <a:r>
              <a:rPr lang="en-GB" sz="1200" b="0">
                <a:solidFill>
                  <a:srgbClr val="DCDCAA"/>
                </a:solidFill>
                <a:effectLst/>
                <a:latin typeface="Consolas" panose="020B0609020204030204" pitchFamily="49" charset="0"/>
              </a:rPr>
              <a:t>__</a:t>
            </a:r>
            <a:r>
              <a:rPr lang="en-GB" sz="1200" b="0" err="1">
                <a:solidFill>
                  <a:srgbClr val="DCDCAA"/>
                </a:solidFill>
                <a:effectLst/>
                <a:latin typeface="Consolas" panose="020B0609020204030204" pitchFamily="49" charset="0"/>
              </a:rPr>
              <a:t>init</a:t>
            </a:r>
            <a:r>
              <a:rPr lang="en-GB" sz="1200" b="0">
                <a:solidFill>
                  <a:srgbClr val="DCDCAA"/>
                </a:solidFill>
                <a:effectLst/>
                <a:latin typeface="Consolas" panose="020B0609020204030204" pitchFamily="49" charset="0"/>
              </a:rPr>
              <a:t>__</a:t>
            </a:r>
            <a:r>
              <a:rPr lang="en-GB" sz="1200" b="0">
                <a:solidFill>
                  <a:srgbClr val="D4D4D4"/>
                </a:solidFill>
                <a:effectLst/>
                <a:latin typeface="Consolas" panose="020B0609020204030204" pitchFamily="49" charset="0"/>
              </a:rPr>
              <a:t>(</a:t>
            </a:r>
            <a:r>
              <a:rPr lang="en-GB" sz="1200" b="0">
                <a:solidFill>
                  <a:srgbClr val="9CDCFE"/>
                </a:solidFill>
                <a:effectLst/>
                <a:latin typeface="Consolas" panose="020B0609020204030204" pitchFamily="49" charset="0"/>
              </a:rPr>
              <a:t>self</a:t>
            </a:r>
            <a:r>
              <a:rPr lang="en-GB" sz="1200" b="0">
                <a:solidFill>
                  <a:srgbClr val="D4D4D4"/>
                </a:solidFill>
                <a:effectLst/>
                <a:latin typeface="Consolas" panose="020B0609020204030204" pitchFamily="49" charset="0"/>
              </a:rPr>
              <a:t>, </a:t>
            </a:r>
            <a:r>
              <a:rPr lang="en-GB" sz="1200" b="0">
                <a:solidFill>
                  <a:srgbClr val="9CDCFE"/>
                </a:solidFill>
                <a:effectLst/>
                <a:latin typeface="Consolas" panose="020B0609020204030204" pitchFamily="49" charset="0"/>
              </a:rPr>
              <a:t>temperature</a:t>
            </a:r>
            <a:r>
              <a:rPr lang="en-GB" sz="1200" b="0">
                <a:solidFill>
                  <a:srgbClr val="D4D4D4"/>
                </a:solidFill>
                <a:effectLst/>
                <a:latin typeface="Consolas" panose="020B0609020204030204" pitchFamily="49" charset="0"/>
              </a:rPr>
              <a:t>=</a:t>
            </a:r>
            <a:r>
              <a:rPr lang="en-GB" sz="1200" b="0">
                <a:solidFill>
                  <a:srgbClr val="B5CEA8"/>
                </a:solidFill>
                <a:effectLst/>
                <a:latin typeface="Consolas" panose="020B0609020204030204" pitchFamily="49" charset="0"/>
              </a:rPr>
              <a:t>0</a:t>
            </a:r>
            <a:r>
              <a:rPr lang="en-GB" sz="1200" b="0">
                <a:solidFill>
                  <a:srgbClr val="D4D4D4"/>
                </a:solidFill>
                <a:effectLst/>
                <a:latin typeface="Consolas" panose="020B0609020204030204" pitchFamily="49" charset="0"/>
              </a:rPr>
              <a:t>):</a:t>
            </a:r>
          </a:p>
          <a:p>
            <a:r>
              <a:rPr lang="en-GB" sz="1200" b="0">
                <a:solidFill>
                  <a:srgbClr val="D4D4D4"/>
                </a:solidFill>
                <a:effectLst/>
                <a:latin typeface="Consolas" panose="020B0609020204030204" pitchFamily="49" charset="0"/>
              </a:rPr>
              <a:t>        </a:t>
            </a:r>
            <a:r>
              <a:rPr lang="en-GB" sz="1200" b="0" err="1">
                <a:solidFill>
                  <a:srgbClr val="9CDCFE"/>
                </a:solidFill>
                <a:effectLst/>
                <a:latin typeface="Consolas" panose="020B0609020204030204" pitchFamily="49" charset="0"/>
              </a:rPr>
              <a:t>self</a:t>
            </a:r>
            <a:r>
              <a:rPr lang="en-GB" sz="1200" b="0" err="1">
                <a:solidFill>
                  <a:srgbClr val="D4D4D4"/>
                </a:solidFill>
                <a:effectLst/>
                <a:latin typeface="Consolas" panose="020B0609020204030204" pitchFamily="49" charset="0"/>
              </a:rPr>
              <a:t>.</a:t>
            </a:r>
            <a:r>
              <a:rPr lang="en-GB" sz="1200" b="0" err="1">
                <a:solidFill>
                  <a:srgbClr val="9CDCFE"/>
                </a:solidFill>
                <a:effectLst/>
                <a:latin typeface="Consolas" panose="020B0609020204030204" pitchFamily="49" charset="0"/>
              </a:rPr>
              <a:t>__temperature</a:t>
            </a:r>
            <a:r>
              <a:rPr lang="en-GB" sz="1200" b="0">
                <a:solidFill>
                  <a:srgbClr val="D4D4D4"/>
                </a:solidFill>
                <a:effectLst/>
                <a:latin typeface="Consolas" panose="020B0609020204030204" pitchFamily="49" charset="0"/>
              </a:rPr>
              <a:t> = </a:t>
            </a:r>
            <a:r>
              <a:rPr lang="en-GB" sz="1200" b="0">
                <a:solidFill>
                  <a:srgbClr val="9CDCFE"/>
                </a:solidFill>
                <a:effectLst/>
                <a:latin typeface="Consolas" panose="020B0609020204030204" pitchFamily="49" charset="0"/>
              </a:rPr>
              <a:t>temperature</a:t>
            </a:r>
            <a:endParaRPr lang="en-GB" sz="1200" b="0">
              <a:solidFill>
                <a:srgbClr val="D4D4D4"/>
              </a:solidFill>
              <a:effectLst/>
              <a:latin typeface="Consolas" panose="020B0609020204030204" pitchFamily="49" charset="0"/>
            </a:endParaRPr>
          </a:p>
          <a:p>
            <a:br>
              <a:rPr lang="en-GB" sz="1200" b="0">
                <a:solidFill>
                  <a:srgbClr val="D4D4D4"/>
                </a:solidFill>
                <a:effectLst/>
                <a:latin typeface="Consolas" panose="020B0609020204030204" pitchFamily="49" charset="0"/>
              </a:rPr>
            </a:br>
            <a:r>
              <a:rPr lang="en-GB" sz="1200" b="0">
                <a:solidFill>
                  <a:srgbClr val="9CDCFE"/>
                </a:solidFill>
                <a:effectLst/>
                <a:latin typeface="Consolas" panose="020B0609020204030204" pitchFamily="49" charset="0"/>
              </a:rPr>
              <a:t>human</a:t>
            </a:r>
            <a:r>
              <a:rPr lang="en-GB" sz="1200" b="0">
                <a:solidFill>
                  <a:srgbClr val="D4D4D4"/>
                </a:solidFill>
                <a:effectLst/>
                <a:latin typeface="Consolas" panose="020B0609020204030204" pitchFamily="49" charset="0"/>
              </a:rPr>
              <a:t> = </a:t>
            </a:r>
            <a:r>
              <a:rPr lang="en-GB" sz="1200" b="0" err="1">
                <a:solidFill>
                  <a:srgbClr val="4EC9B0"/>
                </a:solidFill>
                <a:effectLst/>
                <a:latin typeface="Consolas" panose="020B0609020204030204" pitchFamily="49" charset="0"/>
              </a:rPr>
              <a:t>Celsius_Private</a:t>
            </a:r>
            <a:r>
              <a:rPr lang="en-GB" sz="1200" b="0">
                <a:solidFill>
                  <a:srgbClr val="D4D4D4"/>
                </a:solidFill>
                <a:effectLst/>
                <a:latin typeface="Consolas" panose="020B0609020204030204" pitchFamily="49" charset="0"/>
              </a:rPr>
              <a:t>()</a:t>
            </a:r>
            <a:br>
              <a:rPr lang="en-GB" sz="1200" b="0">
                <a:solidFill>
                  <a:srgbClr val="D4D4D4"/>
                </a:solidFill>
                <a:effectLst/>
                <a:latin typeface="Consolas" panose="020B0609020204030204" pitchFamily="49" charset="0"/>
              </a:rPr>
            </a:br>
            <a:r>
              <a:rPr lang="en-GB" sz="1200" b="0">
                <a:solidFill>
                  <a:srgbClr val="DCDCAA"/>
                </a:solidFill>
                <a:effectLst/>
                <a:latin typeface="Consolas" panose="020B0609020204030204" pitchFamily="49" charset="0"/>
              </a:rPr>
              <a:t>print</a:t>
            </a:r>
            <a:r>
              <a:rPr lang="en-GB" sz="1200" b="0">
                <a:solidFill>
                  <a:srgbClr val="D4D4D4"/>
                </a:solidFill>
                <a:effectLst/>
                <a:latin typeface="Consolas" panose="020B0609020204030204" pitchFamily="49" charset="0"/>
              </a:rPr>
              <a:t>(</a:t>
            </a:r>
            <a:r>
              <a:rPr lang="en-GB" sz="1200" b="0" err="1">
                <a:solidFill>
                  <a:srgbClr val="9CDCFE"/>
                </a:solidFill>
                <a:effectLst/>
                <a:latin typeface="Consolas" panose="020B0609020204030204" pitchFamily="49" charset="0"/>
              </a:rPr>
              <a:t>human</a:t>
            </a:r>
            <a:r>
              <a:rPr lang="en-GB" sz="1200" b="0" err="1">
                <a:solidFill>
                  <a:srgbClr val="D4D4D4"/>
                </a:solidFill>
                <a:effectLst/>
                <a:latin typeface="Consolas" panose="020B0609020204030204" pitchFamily="49" charset="0"/>
              </a:rPr>
              <a:t>._Celsius_Private__temperature</a:t>
            </a:r>
            <a:r>
              <a:rPr lang="en-GB" sz="1200" b="0">
                <a:solidFill>
                  <a:srgbClr val="D4D4D4"/>
                </a:solidFill>
                <a:effectLst/>
                <a:latin typeface="Consolas" panose="020B0609020204030204" pitchFamily="49" charset="0"/>
              </a:rPr>
              <a:t>)</a:t>
            </a:r>
          </a:p>
          <a:p>
            <a:r>
              <a:rPr lang="en-GB" sz="1200" b="0" err="1">
                <a:solidFill>
                  <a:srgbClr val="9CDCFE"/>
                </a:solidFill>
                <a:effectLst/>
                <a:latin typeface="Consolas" panose="020B0609020204030204" pitchFamily="49" charset="0"/>
              </a:rPr>
              <a:t>human</a:t>
            </a:r>
            <a:r>
              <a:rPr lang="en-GB" sz="1200" b="0" err="1">
                <a:solidFill>
                  <a:srgbClr val="D4D4D4"/>
                </a:solidFill>
                <a:effectLst/>
                <a:latin typeface="Consolas" panose="020B0609020204030204" pitchFamily="49" charset="0"/>
              </a:rPr>
              <a:t>._Celsius_Private__temperature</a:t>
            </a:r>
            <a:r>
              <a:rPr lang="en-GB" sz="1200" b="0">
                <a:solidFill>
                  <a:srgbClr val="D4D4D4"/>
                </a:solidFill>
                <a:effectLst/>
                <a:latin typeface="Consolas" panose="020B0609020204030204" pitchFamily="49" charset="0"/>
              </a:rPr>
              <a:t> = </a:t>
            </a:r>
            <a:r>
              <a:rPr lang="en-GB" sz="1200" b="0">
                <a:solidFill>
                  <a:srgbClr val="B5CEA8"/>
                </a:solidFill>
                <a:effectLst/>
                <a:latin typeface="Consolas" panose="020B0609020204030204" pitchFamily="49" charset="0"/>
              </a:rPr>
              <a:t>37</a:t>
            </a:r>
            <a:endParaRPr lang="en-GB" sz="1200" b="0">
              <a:solidFill>
                <a:srgbClr val="D4D4D4"/>
              </a:solidFill>
              <a:effectLst/>
              <a:latin typeface="Consolas" panose="020B0609020204030204" pitchFamily="49" charset="0"/>
            </a:endParaRPr>
          </a:p>
          <a:p>
            <a:r>
              <a:rPr lang="en-GB" sz="1200" b="0">
                <a:solidFill>
                  <a:srgbClr val="DCDCAA"/>
                </a:solidFill>
                <a:effectLst/>
                <a:latin typeface="Consolas" panose="020B0609020204030204" pitchFamily="49" charset="0"/>
              </a:rPr>
              <a:t>print</a:t>
            </a:r>
            <a:r>
              <a:rPr lang="en-GB" sz="1200" b="0">
                <a:solidFill>
                  <a:srgbClr val="D4D4D4"/>
                </a:solidFill>
                <a:effectLst/>
                <a:latin typeface="Consolas" panose="020B0609020204030204" pitchFamily="49" charset="0"/>
              </a:rPr>
              <a:t>(</a:t>
            </a:r>
            <a:r>
              <a:rPr lang="en-GB" sz="1200" b="0" err="1">
                <a:solidFill>
                  <a:srgbClr val="9CDCFE"/>
                </a:solidFill>
                <a:effectLst/>
                <a:latin typeface="Consolas" panose="020B0609020204030204" pitchFamily="49" charset="0"/>
              </a:rPr>
              <a:t>human</a:t>
            </a:r>
            <a:r>
              <a:rPr lang="en-GB" sz="1200" b="0" err="1">
                <a:solidFill>
                  <a:srgbClr val="D4D4D4"/>
                </a:solidFill>
                <a:effectLst/>
                <a:latin typeface="Consolas" panose="020B0609020204030204" pitchFamily="49" charset="0"/>
              </a:rPr>
              <a:t>._Celsius_Private__temperature</a:t>
            </a:r>
            <a:r>
              <a:rPr lang="en-GB" sz="1200" b="0">
                <a:solidFill>
                  <a:srgbClr val="D4D4D4"/>
                </a:solidFill>
                <a:effectLst/>
                <a:latin typeface="Consolas" panose="020B0609020204030204" pitchFamily="49" charset="0"/>
              </a:rPr>
              <a:t>)</a:t>
            </a:r>
          </a:p>
          <a:p>
            <a:r>
              <a:rPr lang="en-GB" sz="1200" b="0">
                <a:solidFill>
                  <a:srgbClr val="6A9955"/>
                </a:solidFill>
                <a:effectLst/>
                <a:latin typeface="Consolas" panose="020B0609020204030204" pitchFamily="49" charset="0"/>
              </a:rPr>
              <a:t># </a:t>
            </a:r>
            <a:r>
              <a:rPr lang="en-GB" sz="1200">
                <a:solidFill>
                  <a:srgbClr val="6A9955"/>
                </a:solidFill>
                <a:latin typeface="Consolas" panose="020B0609020204030204" pitchFamily="49" charset="0"/>
              </a:rPr>
              <a:t>print(</a:t>
            </a:r>
            <a:r>
              <a:rPr lang="en-GB" sz="1200" err="1">
                <a:solidFill>
                  <a:srgbClr val="6A9955"/>
                </a:solidFill>
                <a:latin typeface="Consolas" panose="020B0609020204030204" pitchFamily="49" charset="0"/>
              </a:rPr>
              <a:t>human.__temperature</a:t>
            </a:r>
            <a:r>
              <a:rPr lang="en-GB" sz="1200">
                <a:solidFill>
                  <a:srgbClr val="6A9955"/>
                </a:solidFill>
                <a:latin typeface="Consolas" panose="020B0609020204030204" pitchFamily="49" charset="0"/>
              </a:rPr>
              <a:t>) # does not work anymore</a:t>
            </a:r>
            <a:endParaRPr lang="en-GB" sz="1200">
              <a:solidFill>
                <a:srgbClr val="D4D4D4"/>
              </a:solidFill>
              <a:latin typeface="Consolas" panose="020B0609020204030204" pitchFamily="49" charset="0"/>
            </a:endParaRPr>
          </a:p>
          <a:p>
            <a:r>
              <a:rPr lang="en-GB" sz="1200" b="0" err="1">
                <a:solidFill>
                  <a:srgbClr val="9CDCFE"/>
                </a:solidFill>
                <a:effectLst/>
                <a:latin typeface="Consolas" panose="020B0609020204030204" pitchFamily="49" charset="0"/>
              </a:rPr>
              <a:t>human</a:t>
            </a:r>
            <a:r>
              <a:rPr lang="en-GB" sz="1200" b="0" err="1">
                <a:solidFill>
                  <a:srgbClr val="D4D4D4"/>
                </a:solidFill>
                <a:effectLst/>
                <a:latin typeface="Consolas" panose="020B0609020204030204" pitchFamily="49" charset="0"/>
              </a:rPr>
              <a:t>.</a:t>
            </a:r>
            <a:r>
              <a:rPr lang="en-GB" sz="1200" b="0" err="1">
                <a:solidFill>
                  <a:srgbClr val="9CDCFE"/>
                </a:solidFill>
                <a:effectLst/>
                <a:latin typeface="Consolas" panose="020B0609020204030204" pitchFamily="49" charset="0"/>
              </a:rPr>
              <a:t>__temperature</a:t>
            </a:r>
            <a:r>
              <a:rPr lang="en-GB" sz="1200" b="0">
                <a:solidFill>
                  <a:srgbClr val="D4D4D4"/>
                </a:solidFill>
                <a:effectLst/>
                <a:latin typeface="Consolas" panose="020B0609020204030204" pitchFamily="49" charset="0"/>
              </a:rPr>
              <a:t> = </a:t>
            </a:r>
            <a:r>
              <a:rPr lang="en-GB" sz="1200" b="0">
                <a:solidFill>
                  <a:srgbClr val="B5CEA8"/>
                </a:solidFill>
                <a:effectLst/>
                <a:latin typeface="Consolas" panose="020B0609020204030204" pitchFamily="49" charset="0"/>
              </a:rPr>
              <a:t>80</a:t>
            </a:r>
          </a:p>
          <a:p>
            <a:r>
              <a:rPr lang="en-GB" sz="1200" b="0">
                <a:solidFill>
                  <a:srgbClr val="DCDCAA"/>
                </a:solidFill>
                <a:effectLst/>
                <a:latin typeface="Consolas" panose="020B0609020204030204" pitchFamily="49" charset="0"/>
              </a:rPr>
              <a:t>print</a:t>
            </a:r>
            <a:r>
              <a:rPr lang="en-GB" sz="1200" b="0">
                <a:solidFill>
                  <a:srgbClr val="D4D4D4"/>
                </a:solidFill>
                <a:effectLst/>
                <a:latin typeface="Consolas" panose="020B0609020204030204" pitchFamily="49" charset="0"/>
              </a:rPr>
              <a:t>(</a:t>
            </a:r>
            <a:r>
              <a:rPr lang="en-GB" sz="1200" b="0" err="1">
                <a:solidFill>
                  <a:srgbClr val="9CDCFE"/>
                </a:solidFill>
                <a:effectLst/>
                <a:latin typeface="Consolas" panose="020B0609020204030204" pitchFamily="49" charset="0"/>
              </a:rPr>
              <a:t>human</a:t>
            </a:r>
            <a:r>
              <a:rPr lang="en-GB" sz="1200" b="0" err="1">
                <a:solidFill>
                  <a:srgbClr val="D4D4D4"/>
                </a:solidFill>
                <a:effectLst/>
                <a:latin typeface="Consolas" panose="020B0609020204030204" pitchFamily="49" charset="0"/>
              </a:rPr>
              <a:t>.</a:t>
            </a:r>
            <a:r>
              <a:rPr lang="en-GB" sz="1200" b="0" err="1">
                <a:solidFill>
                  <a:srgbClr val="9CDCFE"/>
                </a:solidFill>
                <a:effectLst/>
                <a:latin typeface="Consolas" panose="020B0609020204030204" pitchFamily="49" charset="0"/>
              </a:rPr>
              <a:t>__temperature</a:t>
            </a:r>
            <a:r>
              <a:rPr lang="en-GB" sz="1200" b="0">
                <a:solidFill>
                  <a:srgbClr val="D4D4D4"/>
                </a:solidFill>
                <a:effectLst/>
                <a:latin typeface="Consolas" panose="020B0609020204030204" pitchFamily="49" charset="0"/>
              </a:rPr>
              <a:t>)</a:t>
            </a:r>
            <a:endParaRPr lang="en-GB" sz="1200"/>
          </a:p>
        </p:txBody>
      </p:sp>
      <p:pic>
        <p:nvPicPr>
          <p:cNvPr id="8" name="Picture 7">
            <a:extLst>
              <a:ext uri="{FF2B5EF4-FFF2-40B4-BE49-F238E27FC236}">
                <a16:creationId xmlns:a16="http://schemas.microsoft.com/office/drawing/2014/main" id="{3DD6DC94-4A63-922F-F461-0F6BD9BE4D22}"/>
              </a:ext>
            </a:extLst>
          </p:cNvPr>
          <p:cNvPicPr>
            <a:picLocks noChangeAspect="1"/>
          </p:cNvPicPr>
          <p:nvPr/>
        </p:nvPicPr>
        <p:blipFill>
          <a:blip r:embed="rId2"/>
          <a:stretch>
            <a:fillRect/>
          </a:stretch>
        </p:blipFill>
        <p:spPr>
          <a:xfrm>
            <a:off x="8355748" y="1691546"/>
            <a:ext cx="323852" cy="419103"/>
          </a:xfrm>
          <a:prstGeom prst="rect">
            <a:avLst/>
          </a:prstGeom>
          <a:ln w="19050">
            <a:solidFill>
              <a:srgbClr val="FF0000"/>
            </a:solidFill>
          </a:ln>
        </p:spPr>
      </p:pic>
      <p:pic>
        <p:nvPicPr>
          <p:cNvPr id="13" name="Picture 12">
            <a:extLst>
              <a:ext uri="{FF2B5EF4-FFF2-40B4-BE49-F238E27FC236}">
                <a16:creationId xmlns:a16="http://schemas.microsoft.com/office/drawing/2014/main" id="{155C5C0C-FA41-CF2E-E0DC-2D171B879EFE}"/>
              </a:ext>
            </a:extLst>
          </p:cNvPr>
          <p:cNvPicPr>
            <a:picLocks noChangeAspect="1"/>
          </p:cNvPicPr>
          <p:nvPr/>
        </p:nvPicPr>
        <p:blipFill>
          <a:blip r:embed="rId3"/>
          <a:stretch>
            <a:fillRect/>
          </a:stretch>
        </p:blipFill>
        <p:spPr>
          <a:xfrm>
            <a:off x="8346223" y="3752051"/>
            <a:ext cx="333377" cy="581029"/>
          </a:xfrm>
          <a:prstGeom prst="rect">
            <a:avLst/>
          </a:prstGeom>
          <a:ln w="19050">
            <a:solidFill>
              <a:srgbClr val="FF0000"/>
            </a:solidFill>
          </a:ln>
        </p:spPr>
      </p:pic>
    </p:spTree>
    <p:extLst>
      <p:ext uri="{BB962C8B-B14F-4D97-AF65-F5344CB8AC3E}">
        <p14:creationId xmlns:p14="http://schemas.microsoft.com/office/powerpoint/2010/main" val="28985671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F1B61B-0C25-A347-8E82-9E36B55C7C82}"/>
              </a:ext>
            </a:extLst>
          </p:cNvPr>
          <p:cNvSpPr>
            <a:spLocks noGrp="1"/>
          </p:cNvSpPr>
          <p:nvPr>
            <p:ph type="title"/>
          </p:nvPr>
        </p:nvSpPr>
        <p:spPr>
          <a:xfrm>
            <a:off x="358775" y="376238"/>
            <a:ext cx="8426450" cy="609662"/>
          </a:xfrm>
        </p:spPr>
        <p:txBody>
          <a:bodyPr vert="horz" lIns="0" tIns="0" rIns="0" bIns="0" rtlCol="0" anchor="t">
            <a:normAutofit/>
          </a:bodyPr>
          <a:lstStyle/>
          <a:p>
            <a:r>
              <a:rPr lang="en-US"/>
              <a:t>Getters &amp; Setters</a:t>
            </a:r>
          </a:p>
        </p:txBody>
      </p:sp>
      <p:sp>
        <p:nvSpPr>
          <p:cNvPr id="3" name="Content Placeholder 2">
            <a:extLst>
              <a:ext uri="{FF2B5EF4-FFF2-40B4-BE49-F238E27FC236}">
                <a16:creationId xmlns:a16="http://schemas.microsoft.com/office/drawing/2014/main" id="{C1C055D0-88FC-814E-85AF-F5DD6D247310}"/>
              </a:ext>
            </a:extLst>
          </p:cNvPr>
          <p:cNvSpPr>
            <a:spLocks noGrp="1"/>
          </p:cNvSpPr>
          <p:nvPr>
            <p:ph sz="half" idx="1"/>
          </p:nvPr>
        </p:nvSpPr>
        <p:spPr>
          <a:xfrm>
            <a:off x="358776" y="1146490"/>
            <a:ext cx="3152802" cy="3333435"/>
          </a:xfrm>
        </p:spPr>
        <p:txBody>
          <a:bodyPr vert="horz" lIns="90000" tIns="144000" rIns="54000" bIns="54000" rtlCol="0">
            <a:normAutofit/>
          </a:bodyPr>
          <a:lstStyle/>
          <a:p>
            <a:pPr marL="0" indent="0">
              <a:spcAft>
                <a:spcPts val="600"/>
              </a:spcAft>
            </a:pPr>
            <a:endParaRPr lang="en-US"/>
          </a:p>
          <a:p>
            <a:pPr marL="0" indent="0">
              <a:spcAft>
                <a:spcPts val="600"/>
              </a:spcAft>
            </a:pPr>
            <a:endParaRPr lang="en-US"/>
          </a:p>
        </p:txBody>
      </p:sp>
      <p:sp>
        <p:nvSpPr>
          <p:cNvPr id="5" name="Content Placeholder 2">
            <a:extLst>
              <a:ext uri="{FF2B5EF4-FFF2-40B4-BE49-F238E27FC236}">
                <a16:creationId xmlns:a16="http://schemas.microsoft.com/office/drawing/2014/main" id="{DABB2ADA-E1DB-4B4A-B517-713666D358EF}"/>
              </a:ext>
            </a:extLst>
          </p:cNvPr>
          <p:cNvSpPr txBox="1">
            <a:spLocks/>
          </p:cNvSpPr>
          <p:nvPr/>
        </p:nvSpPr>
        <p:spPr>
          <a:xfrm>
            <a:off x="3700732" y="483080"/>
            <a:ext cx="5084493" cy="3996846"/>
          </a:xfrm>
          <a:prstGeom prst="rect">
            <a:avLst/>
          </a:prstGeom>
          <a:ln w="12700" cap="flat" cmpd="sng" algn="ctr">
            <a:solidFill>
              <a:srgbClr val="A0A0A0"/>
            </a:solidFill>
            <a:prstDash val="solid"/>
            <a:round/>
            <a:headEnd type="none" w="med" len="med"/>
            <a:tailEnd type="none" w="med" len="med"/>
          </a:ln>
        </p:spPr>
        <p:txBody>
          <a:bodyPr vert="horz" lIns="90000" tIns="144000" rIns="54000" bIns="54000" rtlCol="0">
            <a:normAutofit/>
          </a:bodyPr>
          <a:lstStyle>
            <a:lvl1pPr marL="180000" indent="-180000" algn="l" defTabSz="685800" rtl="0" eaLnBrk="1" latinLnBrk="0" hangingPunct="1">
              <a:lnSpc>
                <a:spcPct val="100000"/>
              </a:lnSpc>
              <a:spcBef>
                <a:spcPts val="0"/>
              </a:spcBef>
              <a:buFont typeface="Arial" panose="020B0604020202020204" pitchFamily="34" charset="0"/>
              <a:buNone/>
              <a:defRPr sz="1400" kern="1200">
                <a:solidFill>
                  <a:schemeClr val="tx1"/>
                </a:solidFill>
                <a:latin typeface="+mn-lt"/>
                <a:ea typeface="+mn-ea"/>
                <a:cs typeface="+mn-cs"/>
              </a:defRPr>
            </a:lvl1pPr>
            <a:lvl2pPr marL="358775" indent="-179388" algn="l" defTabSz="685800" rtl="0" eaLnBrk="1" latinLnBrk="0" hangingPunct="1">
              <a:lnSpc>
                <a:spcPct val="100000"/>
              </a:lnSpc>
              <a:spcBef>
                <a:spcPts val="0"/>
              </a:spcBef>
              <a:spcAft>
                <a:spcPts val="400"/>
              </a:spcAft>
              <a:buFont typeface="Arial" panose="020B0604020202020204" pitchFamily="34" charset="0"/>
              <a:buChar char="‒"/>
              <a:defRPr lang="de-DE" sz="1400" kern="1200" dirty="0" smtClean="0">
                <a:solidFill>
                  <a:schemeClr val="tx1"/>
                </a:solidFill>
                <a:latin typeface="+mn-lt"/>
                <a:ea typeface="+mn-ea"/>
                <a:cs typeface="+mn-cs"/>
              </a:defRPr>
            </a:lvl2pPr>
            <a:lvl3pPr marL="539750" indent="-179388" algn="l" defTabSz="685800" rtl="0" eaLnBrk="1" latinLnBrk="0" hangingPunct="1">
              <a:lnSpc>
                <a:spcPct val="100000"/>
              </a:lnSpc>
              <a:spcBef>
                <a:spcPts val="0"/>
              </a:spcBef>
              <a:spcAft>
                <a:spcPts val="400"/>
              </a:spcAft>
              <a:buFont typeface="Arial" panose="020B0604020202020204" pitchFamily="34" charset="0"/>
              <a:buChar char="•"/>
              <a:defRPr lang="de-DE" sz="1400" kern="1200" dirty="0" smtClean="0">
                <a:solidFill>
                  <a:schemeClr val="tx1"/>
                </a:solidFill>
                <a:latin typeface="+mn-lt"/>
                <a:ea typeface="+mn-ea"/>
                <a:cs typeface="+mn-cs"/>
              </a:defRPr>
            </a:lvl3pPr>
            <a:lvl4pPr marL="717550" indent="-179388" algn="l" defTabSz="685800" rtl="0" eaLnBrk="1" latinLnBrk="0" hangingPunct="1">
              <a:lnSpc>
                <a:spcPct val="100000"/>
              </a:lnSpc>
              <a:spcBef>
                <a:spcPts val="0"/>
              </a:spcBef>
              <a:spcAft>
                <a:spcPts val="400"/>
              </a:spcAft>
              <a:buSzPct val="110000"/>
              <a:buFont typeface="Arial" panose="020B0604020202020204" pitchFamily="34" charset="0"/>
              <a:buChar char="◦"/>
              <a:defRPr lang="de-DE" sz="1400" kern="1200" dirty="0" smtClean="0">
                <a:solidFill>
                  <a:schemeClr val="tx1"/>
                </a:solidFill>
                <a:latin typeface="+mn-lt"/>
                <a:ea typeface="+mn-ea"/>
                <a:cs typeface="+mn-cs"/>
              </a:defRPr>
            </a:lvl4pPr>
            <a:lvl5pPr marL="898525" indent="-179388" algn="l" defTabSz="685800" rtl="0" eaLnBrk="1" latinLnBrk="0" hangingPunct="1">
              <a:lnSpc>
                <a:spcPct val="100000"/>
              </a:lnSpc>
              <a:spcBef>
                <a:spcPts val="0"/>
              </a:spcBef>
              <a:spcAft>
                <a:spcPts val="400"/>
              </a:spcAft>
              <a:buSzPct val="110000"/>
              <a:buFont typeface="Arial" panose="020B0604020202020204" pitchFamily="34" charset="0"/>
              <a:buChar char="◦"/>
              <a:defRPr lang="de-DE" sz="1400" kern="1200" dirty="0" smtClean="0">
                <a:solidFill>
                  <a:schemeClr val="tx1"/>
                </a:solidFill>
                <a:latin typeface="+mn-lt"/>
                <a:ea typeface="+mn-ea"/>
                <a:cs typeface="+mn-cs"/>
              </a:defRPr>
            </a:lvl5pPr>
            <a:lvl6pPr marL="1260000" indent="-180000" algn="l" defTabSz="685800" rtl="0" eaLnBrk="1" latinLnBrk="0" hangingPunct="1">
              <a:lnSpc>
                <a:spcPct val="100000"/>
              </a:lnSpc>
              <a:spcBef>
                <a:spcPts val="0"/>
              </a:spcBef>
              <a:spcAft>
                <a:spcPts val="400"/>
              </a:spcAft>
              <a:buSzPct val="110000"/>
              <a:buFont typeface="Arial" panose="020B0604020202020204" pitchFamily="34" charset="0"/>
              <a:buChar char="◦"/>
              <a:defRPr sz="1400" kern="1200">
                <a:solidFill>
                  <a:schemeClr val="tx1"/>
                </a:solidFill>
                <a:latin typeface="+mn-lt"/>
                <a:ea typeface="+mn-ea"/>
                <a:cs typeface="+mn-cs"/>
              </a:defRPr>
            </a:lvl6pPr>
            <a:lvl7pPr marL="1260000" indent="-180000" algn="l" defTabSz="685800" rtl="0" eaLnBrk="1" latinLnBrk="0" hangingPunct="1">
              <a:lnSpc>
                <a:spcPct val="100000"/>
              </a:lnSpc>
              <a:spcBef>
                <a:spcPts val="0"/>
              </a:spcBef>
              <a:spcAft>
                <a:spcPts val="400"/>
              </a:spcAft>
              <a:buSzPct val="110000"/>
              <a:buFont typeface="Arial" panose="020B0604020202020204" pitchFamily="34" charset="0"/>
              <a:buChar char="◦"/>
              <a:defRPr sz="1400" kern="1200">
                <a:solidFill>
                  <a:schemeClr val="tx1"/>
                </a:solidFill>
                <a:latin typeface="+mn-lt"/>
                <a:ea typeface="+mn-ea"/>
                <a:cs typeface="+mn-cs"/>
              </a:defRPr>
            </a:lvl7pPr>
            <a:lvl8pPr marL="1260000" indent="-180000" algn="l" defTabSz="685800" rtl="0" eaLnBrk="1" latinLnBrk="0" hangingPunct="1">
              <a:lnSpc>
                <a:spcPct val="100000"/>
              </a:lnSpc>
              <a:spcBef>
                <a:spcPts val="0"/>
              </a:spcBef>
              <a:spcAft>
                <a:spcPts val="400"/>
              </a:spcAft>
              <a:buSzPct val="110000"/>
              <a:buFont typeface="Arial" panose="020B0604020202020204" pitchFamily="34" charset="0"/>
              <a:buChar char="◦"/>
              <a:defRPr sz="1400" kern="1200">
                <a:solidFill>
                  <a:schemeClr val="tx1"/>
                </a:solidFill>
                <a:latin typeface="+mn-lt"/>
                <a:ea typeface="+mn-ea"/>
                <a:cs typeface="+mn-cs"/>
              </a:defRPr>
            </a:lvl8pPr>
            <a:lvl9pPr marL="1260000" indent="-180000" algn="l" defTabSz="685800" rtl="0" eaLnBrk="1" latinLnBrk="0" hangingPunct="1">
              <a:lnSpc>
                <a:spcPct val="100000"/>
              </a:lnSpc>
              <a:spcBef>
                <a:spcPts val="0"/>
              </a:spcBef>
              <a:spcAft>
                <a:spcPts val="400"/>
              </a:spcAft>
              <a:buSzPct val="110000"/>
              <a:buFont typeface="Arial" panose="020B0604020202020204" pitchFamily="34" charset="0"/>
              <a:buChar char="◦"/>
              <a:defRPr sz="1400" kern="1200">
                <a:solidFill>
                  <a:schemeClr val="tx1"/>
                </a:solidFill>
                <a:latin typeface="+mn-lt"/>
                <a:ea typeface="+mn-ea"/>
                <a:cs typeface="+mn-cs"/>
              </a:defRPr>
            </a:lvl9pPr>
          </a:lstStyle>
          <a:p>
            <a:pPr marL="0" indent="0">
              <a:spcAft>
                <a:spcPts val="600"/>
              </a:spcAft>
            </a:pPr>
            <a:endParaRPr lang="en-US"/>
          </a:p>
        </p:txBody>
      </p:sp>
      <p:sp>
        <p:nvSpPr>
          <p:cNvPr id="4" name="Slide Number Placeholder 3">
            <a:extLst>
              <a:ext uri="{FF2B5EF4-FFF2-40B4-BE49-F238E27FC236}">
                <a16:creationId xmlns:a16="http://schemas.microsoft.com/office/drawing/2014/main" id="{CB801007-AFBB-3849-8474-8C3300EC3066}"/>
              </a:ext>
            </a:extLst>
          </p:cNvPr>
          <p:cNvSpPr>
            <a:spLocks noGrp="1"/>
          </p:cNvSpPr>
          <p:nvPr>
            <p:ph type="sldNum" sz="quarter" idx="16"/>
          </p:nvPr>
        </p:nvSpPr>
        <p:spPr>
          <a:xfrm>
            <a:off x="8571600" y="4767263"/>
            <a:ext cx="216000" cy="273844"/>
          </a:xfrm>
        </p:spPr>
        <p:txBody>
          <a:bodyPr vert="horz" lIns="0" tIns="0" rIns="0" bIns="0" rtlCol="0" anchor="t">
            <a:normAutofit/>
          </a:bodyPr>
          <a:lstStyle/>
          <a:p>
            <a:pPr>
              <a:spcAft>
                <a:spcPts val="600"/>
              </a:spcAft>
            </a:pPr>
            <a:fld id="{7559FC98-AF75-4A00-A03C-DF9FEBF6BCB9}" type="slidenum">
              <a:rPr lang="en-US" smtClean="0"/>
              <a:pPr>
                <a:spcAft>
                  <a:spcPts val="600"/>
                </a:spcAft>
              </a:pPr>
              <a:t>28</a:t>
            </a:fld>
            <a:endParaRPr lang="en-US"/>
          </a:p>
        </p:txBody>
      </p:sp>
      <p:sp>
        <p:nvSpPr>
          <p:cNvPr id="12" name="Text Placeholder 6">
            <a:extLst>
              <a:ext uri="{FF2B5EF4-FFF2-40B4-BE49-F238E27FC236}">
                <a16:creationId xmlns:a16="http://schemas.microsoft.com/office/drawing/2014/main" id="{48147645-F5CB-BEB3-601A-C12CBC4FBBAE}"/>
              </a:ext>
            </a:extLst>
          </p:cNvPr>
          <p:cNvSpPr>
            <a:spLocks noGrp="1"/>
          </p:cNvSpPr>
          <p:nvPr>
            <p:ph type="body" sz="quarter" idx="18"/>
          </p:nvPr>
        </p:nvSpPr>
        <p:spPr>
          <a:xfrm>
            <a:off x="412001" y="1014092"/>
            <a:ext cx="1947024" cy="215444"/>
          </a:xfrm>
        </p:spPr>
        <p:txBody>
          <a:bodyPr/>
          <a:lstStyle/>
          <a:p>
            <a:r>
              <a:rPr lang="en-US"/>
              <a:t>Idea: Using Methods</a:t>
            </a:r>
          </a:p>
        </p:txBody>
      </p:sp>
      <p:sp>
        <p:nvSpPr>
          <p:cNvPr id="42" name="TextBox 41">
            <a:extLst>
              <a:ext uri="{FF2B5EF4-FFF2-40B4-BE49-F238E27FC236}">
                <a16:creationId xmlns:a16="http://schemas.microsoft.com/office/drawing/2014/main" id="{4EC780FA-8826-4B47-9CC6-3C3ACC11BFD0}"/>
              </a:ext>
            </a:extLst>
          </p:cNvPr>
          <p:cNvSpPr txBox="1"/>
          <p:nvPr/>
        </p:nvSpPr>
        <p:spPr>
          <a:xfrm>
            <a:off x="7387182" y="1935452"/>
            <a:ext cx="492443" cy="246221"/>
          </a:xfrm>
          <a:prstGeom prst="rect">
            <a:avLst/>
          </a:prstGeom>
          <a:noFill/>
        </p:spPr>
        <p:txBody>
          <a:bodyPr wrap="none" rtlCol="0">
            <a:spAutoFit/>
          </a:bodyPr>
          <a:lstStyle/>
          <a:p>
            <a:r>
              <a:rPr lang="en-US" sz="1000">
                <a:solidFill>
                  <a:schemeClr val="bg1"/>
                </a:solidFill>
              </a:rPr>
              <a:t>&gt; “H”</a:t>
            </a:r>
          </a:p>
        </p:txBody>
      </p:sp>
      <p:sp>
        <p:nvSpPr>
          <p:cNvPr id="44" name="TextBox 43">
            <a:extLst>
              <a:ext uri="{FF2B5EF4-FFF2-40B4-BE49-F238E27FC236}">
                <a16:creationId xmlns:a16="http://schemas.microsoft.com/office/drawing/2014/main" id="{4C41F384-C23E-E548-BB2B-CE9595ECA059}"/>
              </a:ext>
            </a:extLst>
          </p:cNvPr>
          <p:cNvSpPr txBox="1"/>
          <p:nvPr/>
        </p:nvSpPr>
        <p:spPr>
          <a:xfrm>
            <a:off x="7387182" y="2061286"/>
            <a:ext cx="434734" cy="246221"/>
          </a:xfrm>
          <a:prstGeom prst="rect">
            <a:avLst/>
          </a:prstGeom>
          <a:noFill/>
        </p:spPr>
        <p:txBody>
          <a:bodyPr wrap="none" rtlCol="0">
            <a:spAutoFit/>
          </a:bodyPr>
          <a:lstStyle/>
          <a:p>
            <a:r>
              <a:rPr lang="en-US" sz="1000">
                <a:solidFill>
                  <a:schemeClr val="bg1"/>
                </a:solidFill>
              </a:rPr>
              <a:t>&gt; “!”</a:t>
            </a:r>
          </a:p>
        </p:txBody>
      </p:sp>
      <p:sp>
        <p:nvSpPr>
          <p:cNvPr id="46" name="TextBox 45">
            <a:extLst>
              <a:ext uri="{FF2B5EF4-FFF2-40B4-BE49-F238E27FC236}">
                <a16:creationId xmlns:a16="http://schemas.microsoft.com/office/drawing/2014/main" id="{F75E9984-71DA-8845-A21A-D249DB7CC22A}"/>
              </a:ext>
            </a:extLst>
          </p:cNvPr>
          <p:cNvSpPr txBox="1"/>
          <p:nvPr/>
        </p:nvSpPr>
        <p:spPr>
          <a:xfrm>
            <a:off x="7387182" y="2312956"/>
            <a:ext cx="434734" cy="246221"/>
          </a:xfrm>
          <a:prstGeom prst="rect">
            <a:avLst/>
          </a:prstGeom>
          <a:noFill/>
        </p:spPr>
        <p:txBody>
          <a:bodyPr wrap="none" rtlCol="0">
            <a:spAutoFit/>
          </a:bodyPr>
          <a:lstStyle/>
          <a:p>
            <a:r>
              <a:rPr lang="en-US" sz="1000">
                <a:solidFill>
                  <a:schemeClr val="bg1"/>
                </a:solidFill>
              </a:rPr>
              <a:t>&gt; “!”</a:t>
            </a:r>
          </a:p>
        </p:txBody>
      </p:sp>
      <p:sp>
        <p:nvSpPr>
          <p:cNvPr id="48" name="TextBox 47">
            <a:extLst>
              <a:ext uri="{FF2B5EF4-FFF2-40B4-BE49-F238E27FC236}">
                <a16:creationId xmlns:a16="http://schemas.microsoft.com/office/drawing/2014/main" id="{03404B6C-A24A-7C49-9A6B-8279E0EF54EB}"/>
              </a:ext>
            </a:extLst>
          </p:cNvPr>
          <p:cNvSpPr txBox="1"/>
          <p:nvPr/>
        </p:nvSpPr>
        <p:spPr>
          <a:xfrm>
            <a:off x="7387182" y="2455569"/>
            <a:ext cx="492443" cy="246221"/>
          </a:xfrm>
          <a:prstGeom prst="rect">
            <a:avLst/>
          </a:prstGeom>
          <a:noFill/>
        </p:spPr>
        <p:txBody>
          <a:bodyPr wrap="none" rtlCol="0">
            <a:spAutoFit/>
          </a:bodyPr>
          <a:lstStyle/>
          <a:p>
            <a:r>
              <a:rPr lang="en-US" sz="1000">
                <a:solidFill>
                  <a:schemeClr val="bg1"/>
                </a:solidFill>
              </a:rPr>
              <a:t>&gt; “H”</a:t>
            </a:r>
          </a:p>
        </p:txBody>
      </p:sp>
      <p:sp>
        <p:nvSpPr>
          <p:cNvPr id="50" name="TextBox 49">
            <a:extLst>
              <a:ext uri="{FF2B5EF4-FFF2-40B4-BE49-F238E27FC236}">
                <a16:creationId xmlns:a16="http://schemas.microsoft.com/office/drawing/2014/main" id="{250BB7BA-3E97-EF47-BB7E-A91C0C05CFC9}"/>
              </a:ext>
            </a:extLst>
          </p:cNvPr>
          <p:cNvSpPr txBox="1"/>
          <p:nvPr/>
        </p:nvSpPr>
        <p:spPr>
          <a:xfrm>
            <a:off x="7387182" y="2682072"/>
            <a:ext cx="681597" cy="246221"/>
          </a:xfrm>
          <a:prstGeom prst="rect">
            <a:avLst/>
          </a:prstGeom>
          <a:noFill/>
        </p:spPr>
        <p:txBody>
          <a:bodyPr wrap="none" rtlCol="0">
            <a:spAutoFit/>
          </a:bodyPr>
          <a:lstStyle/>
          <a:p>
            <a:r>
              <a:rPr lang="en-US" sz="1000">
                <a:solidFill>
                  <a:schemeClr val="bg1"/>
                </a:solidFill>
              </a:rPr>
              <a:t>&gt; “Hello”</a:t>
            </a:r>
          </a:p>
        </p:txBody>
      </p:sp>
      <p:sp>
        <p:nvSpPr>
          <p:cNvPr id="52" name="TextBox 51">
            <a:extLst>
              <a:ext uri="{FF2B5EF4-FFF2-40B4-BE49-F238E27FC236}">
                <a16:creationId xmlns:a16="http://schemas.microsoft.com/office/drawing/2014/main" id="{7CF3D053-1391-1D49-BA69-D55FE11DBE81}"/>
              </a:ext>
            </a:extLst>
          </p:cNvPr>
          <p:cNvSpPr txBox="1"/>
          <p:nvPr/>
        </p:nvSpPr>
        <p:spPr>
          <a:xfrm>
            <a:off x="7387182" y="2816296"/>
            <a:ext cx="782587" cy="246221"/>
          </a:xfrm>
          <a:prstGeom prst="rect">
            <a:avLst/>
          </a:prstGeom>
          <a:noFill/>
        </p:spPr>
        <p:txBody>
          <a:bodyPr wrap="none" rtlCol="0">
            <a:spAutoFit/>
          </a:bodyPr>
          <a:lstStyle/>
          <a:p>
            <a:r>
              <a:rPr lang="en-US" sz="1000">
                <a:solidFill>
                  <a:schemeClr val="bg1"/>
                </a:solidFill>
              </a:rPr>
              <a:t>&gt; “World!”</a:t>
            </a:r>
          </a:p>
        </p:txBody>
      </p:sp>
      <p:sp>
        <p:nvSpPr>
          <p:cNvPr id="7" name="Textfeld 6">
            <a:extLst>
              <a:ext uri="{FF2B5EF4-FFF2-40B4-BE49-F238E27FC236}">
                <a16:creationId xmlns:a16="http://schemas.microsoft.com/office/drawing/2014/main" id="{88402065-B0C1-1FFD-5746-47118007C7AA}"/>
              </a:ext>
            </a:extLst>
          </p:cNvPr>
          <p:cNvSpPr txBox="1"/>
          <p:nvPr/>
        </p:nvSpPr>
        <p:spPr>
          <a:xfrm>
            <a:off x="320749" y="1257728"/>
            <a:ext cx="3228856" cy="2693045"/>
          </a:xfrm>
          <a:prstGeom prst="rect">
            <a:avLst/>
          </a:prstGeom>
          <a:noFill/>
        </p:spPr>
        <p:txBody>
          <a:bodyPr wrap="square" rtlCol="0">
            <a:spAutoFit/>
          </a:bodyPr>
          <a:lstStyle/>
          <a:p>
            <a:r>
              <a:rPr lang="en-US" sz="1300"/>
              <a:t>Instead of accessing attributes, we can also use methods to get and set attribute values. This allows us to intervene, in case this may be necessary. E.g.: not letting users get a password, or not letting them set an unreasonable value.</a:t>
            </a:r>
          </a:p>
          <a:p>
            <a:endParaRPr lang="en-US" sz="1300"/>
          </a:p>
          <a:p>
            <a:r>
              <a:rPr lang="en-US" sz="1300"/>
              <a:t>To implement this, we could just define methods, see example code. </a:t>
            </a:r>
          </a:p>
          <a:p>
            <a:endParaRPr lang="en-US" sz="1300"/>
          </a:p>
          <a:p>
            <a:r>
              <a:rPr lang="en-US" sz="1300"/>
              <a:t>(</a:t>
            </a:r>
            <a:r>
              <a:rPr lang="en-US" sz="1300">
                <a:solidFill>
                  <a:srgbClr val="FF0000"/>
                </a:solidFill>
              </a:rPr>
              <a:t>note: </a:t>
            </a:r>
            <a:r>
              <a:rPr lang="en-US" sz="1300"/>
              <a:t>This does not protect from overwriting attributes directly as seen on the last two slides)</a:t>
            </a:r>
          </a:p>
        </p:txBody>
      </p:sp>
      <p:sp>
        <p:nvSpPr>
          <p:cNvPr id="9" name="Text Placeholder 8">
            <a:extLst>
              <a:ext uri="{FF2B5EF4-FFF2-40B4-BE49-F238E27FC236}">
                <a16:creationId xmlns:a16="http://schemas.microsoft.com/office/drawing/2014/main" id="{34362B25-9F4C-89DC-157D-3D8145E086C7}"/>
              </a:ext>
            </a:extLst>
          </p:cNvPr>
          <p:cNvSpPr>
            <a:spLocks noGrp="1"/>
          </p:cNvSpPr>
          <p:nvPr>
            <p:ph type="body" sz="quarter" idx="19"/>
          </p:nvPr>
        </p:nvSpPr>
        <p:spPr>
          <a:xfrm>
            <a:off x="3769744" y="376238"/>
            <a:ext cx="1438987" cy="222841"/>
          </a:xfrm>
        </p:spPr>
        <p:txBody>
          <a:bodyPr/>
          <a:lstStyle/>
          <a:p>
            <a:r>
              <a:rPr lang="de-CH"/>
              <a:t>Code</a:t>
            </a:r>
            <a:endParaRPr lang="en-GB"/>
          </a:p>
        </p:txBody>
      </p:sp>
      <p:sp>
        <p:nvSpPr>
          <p:cNvPr id="10" name="TextBox 9">
            <a:extLst>
              <a:ext uri="{FF2B5EF4-FFF2-40B4-BE49-F238E27FC236}">
                <a16:creationId xmlns:a16="http://schemas.microsoft.com/office/drawing/2014/main" id="{D22D5D8D-D185-65BD-F898-745062A80542}"/>
              </a:ext>
            </a:extLst>
          </p:cNvPr>
          <p:cNvSpPr txBox="1"/>
          <p:nvPr/>
        </p:nvSpPr>
        <p:spPr>
          <a:xfrm>
            <a:off x="3769744" y="630112"/>
            <a:ext cx="4963694" cy="3785652"/>
          </a:xfrm>
          <a:prstGeom prst="rect">
            <a:avLst/>
          </a:prstGeom>
          <a:solidFill>
            <a:schemeClr val="tx1"/>
          </a:solidFill>
          <a:ln>
            <a:noFill/>
          </a:ln>
        </p:spPr>
        <p:txBody>
          <a:bodyPr wrap="square" rtlCol="0">
            <a:spAutoFit/>
          </a:bodyPr>
          <a:lstStyle/>
          <a:p>
            <a:r>
              <a:rPr lang="en-GB" sz="1200" b="0">
                <a:solidFill>
                  <a:srgbClr val="569CD6"/>
                </a:solidFill>
                <a:effectLst/>
                <a:latin typeface="Consolas" panose="020B0609020204030204" pitchFamily="49" charset="0"/>
              </a:rPr>
              <a:t>class</a:t>
            </a:r>
            <a:r>
              <a:rPr lang="en-GB" sz="1200" b="0">
                <a:solidFill>
                  <a:srgbClr val="D4D4D4"/>
                </a:solidFill>
                <a:effectLst/>
                <a:latin typeface="Consolas" panose="020B0609020204030204" pitchFamily="49" charset="0"/>
              </a:rPr>
              <a:t> </a:t>
            </a:r>
            <a:r>
              <a:rPr lang="en-GB" sz="1200" b="0">
                <a:solidFill>
                  <a:srgbClr val="4EC9B0"/>
                </a:solidFill>
                <a:effectLst/>
                <a:latin typeface="Consolas" panose="020B0609020204030204" pitchFamily="49" charset="0"/>
              </a:rPr>
              <a:t>Celsius</a:t>
            </a:r>
            <a:r>
              <a:rPr lang="en-GB" sz="1200" b="0">
                <a:solidFill>
                  <a:srgbClr val="D4D4D4"/>
                </a:solidFill>
                <a:effectLst/>
                <a:latin typeface="Consolas" panose="020B0609020204030204" pitchFamily="49" charset="0"/>
              </a:rPr>
              <a:t>:</a:t>
            </a:r>
          </a:p>
          <a:p>
            <a:r>
              <a:rPr lang="en-GB" sz="1200" b="0">
                <a:solidFill>
                  <a:srgbClr val="D4D4D4"/>
                </a:solidFill>
                <a:effectLst/>
                <a:latin typeface="Consolas" panose="020B0609020204030204" pitchFamily="49" charset="0"/>
              </a:rPr>
              <a:t>    </a:t>
            </a:r>
            <a:r>
              <a:rPr lang="en-GB" sz="1200" b="0">
                <a:solidFill>
                  <a:srgbClr val="569CD6"/>
                </a:solidFill>
                <a:effectLst/>
                <a:latin typeface="Consolas" panose="020B0609020204030204" pitchFamily="49" charset="0"/>
              </a:rPr>
              <a:t>def</a:t>
            </a:r>
            <a:r>
              <a:rPr lang="en-GB" sz="1200" b="0">
                <a:solidFill>
                  <a:srgbClr val="D4D4D4"/>
                </a:solidFill>
                <a:effectLst/>
                <a:latin typeface="Consolas" panose="020B0609020204030204" pitchFamily="49" charset="0"/>
              </a:rPr>
              <a:t> </a:t>
            </a:r>
            <a:r>
              <a:rPr lang="en-GB" sz="1200" b="0">
                <a:solidFill>
                  <a:srgbClr val="DCDCAA"/>
                </a:solidFill>
                <a:effectLst/>
                <a:latin typeface="Consolas" panose="020B0609020204030204" pitchFamily="49" charset="0"/>
              </a:rPr>
              <a:t>__</a:t>
            </a:r>
            <a:r>
              <a:rPr lang="en-GB" sz="1200" b="0" err="1">
                <a:solidFill>
                  <a:srgbClr val="DCDCAA"/>
                </a:solidFill>
                <a:effectLst/>
                <a:latin typeface="Consolas" panose="020B0609020204030204" pitchFamily="49" charset="0"/>
              </a:rPr>
              <a:t>init</a:t>
            </a:r>
            <a:r>
              <a:rPr lang="en-GB" sz="1200" b="0">
                <a:solidFill>
                  <a:srgbClr val="DCDCAA"/>
                </a:solidFill>
                <a:effectLst/>
                <a:latin typeface="Consolas" panose="020B0609020204030204" pitchFamily="49" charset="0"/>
              </a:rPr>
              <a:t>__</a:t>
            </a:r>
            <a:r>
              <a:rPr lang="en-GB" sz="1200" b="0">
                <a:solidFill>
                  <a:srgbClr val="D4D4D4"/>
                </a:solidFill>
                <a:effectLst/>
                <a:latin typeface="Consolas" panose="020B0609020204030204" pitchFamily="49" charset="0"/>
              </a:rPr>
              <a:t>(</a:t>
            </a:r>
            <a:r>
              <a:rPr lang="en-GB" sz="1200" b="0">
                <a:solidFill>
                  <a:srgbClr val="9CDCFE"/>
                </a:solidFill>
                <a:effectLst/>
                <a:latin typeface="Consolas" panose="020B0609020204030204" pitchFamily="49" charset="0"/>
              </a:rPr>
              <a:t>self</a:t>
            </a:r>
            <a:r>
              <a:rPr lang="en-GB" sz="1200" b="0">
                <a:solidFill>
                  <a:srgbClr val="D4D4D4"/>
                </a:solidFill>
                <a:effectLst/>
                <a:latin typeface="Consolas" panose="020B0609020204030204" pitchFamily="49" charset="0"/>
              </a:rPr>
              <a:t>, </a:t>
            </a:r>
            <a:r>
              <a:rPr lang="en-GB" sz="1200" b="0">
                <a:solidFill>
                  <a:srgbClr val="9CDCFE"/>
                </a:solidFill>
                <a:effectLst/>
                <a:latin typeface="Consolas" panose="020B0609020204030204" pitchFamily="49" charset="0"/>
              </a:rPr>
              <a:t>temperature</a:t>
            </a:r>
            <a:r>
              <a:rPr lang="en-GB" sz="1200" b="0">
                <a:solidFill>
                  <a:srgbClr val="D4D4D4"/>
                </a:solidFill>
                <a:effectLst/>
                <a:latin typeface="Consolas" panose="020B0609020204030204" pitchFamily="49" charset="0"/>
              </a:rPr>
              <a:t>=</a:t>
            </a:r>
            <a:r>
              <a:rPr lang="en-GB" sz="1200" b="0">
                <a:solidFill>
                  <a:srgbClr val="B5CEA8"/>
                </a:solidFill>
                <a:effectLst/>
                <a:latin typeface="Consolas" panose="020B0609020204030204" pitchFamily="49" charset="0"/>
              </a:rPr>
              <a:t>0</a:t>
            </a:r>
            <a:r>
              <a:rPr lang="en-GB" sz="1200" b="0">
                <a:solidFill>
                  <a:srgbClr val="D4D4D4"/>
                </a:solidFill>
                <a:effectLst/>
                <a:latin typeface="Consolas" panose="020B0609020204030204" pitchFamily="49" charset="0"/>
              </a:rPr>
              <a:t>):</a:t>
            </a:r>
          </a:p>
          <a:p>
            <a:r>
              <a:rPr lang="en-GB" sz="1200" b="0">
                <a:solidFill>
                  <a:srgbClr val="D4D4D4"/>
                </a:solidFill>
                <a:effectLst/>
                <a:latin typeface="Consolas" panose="020B0609020204030204" pitchFamily="49" charset="0"/>
              </a:rPr>
              <a:t>        </a:t>
            </a:r>
            <a:r>
              <a:rPr lang="en-GB" sz="1200" b="0" err="1">
                <a:solidFill>
                  <a:srgbClr val="9CDCFE"/>
                </a:solidFill>
                <a:effectLst/>
                <a:latin typeface="Consolas" panose="020B0609020204030204" pitchFamily="49" charset="0"/>
              </a:rPr>
              <a:t>self</a:t>
            </a:r>
            <a:r>
              <a:rPr lang="en-GB" sz="1200" b="0" err="1">
                <a:solidFill>
                  <a:srgbClr val="D4D4D4"/>
                </a:solidFill>
                <a:effectLst/>
                <a:latin typeface="Consolas" panose="020B0609020204030204" pitchFamily="49" charset="0"/>
              </a:rPr>
              <a:t>.</a:t>
            </a:r>
            <a:r>
              <a:rPr lang="en-GB" sz="1200" b="0" err="1">
                <a:solidFill>
                  <a:srgbClr val="DCDCAA"/>
                </a:solidFill>
                <a:effectLst/>
                <a:latin typeface="Consolas" panose="020B0609020204030204" pitchFamily="49" charset="0"/>
              </a:rPr>
              <a:t>set_temperature</a:t>
            </a:r>
            <a:r>
              <a:rPr lang="en-GB" sz="1200" b="0">
                <a:solidFill>
                  <a:srgbClr val="D4D4D4"/>
                </a:solidFill>
                <a:effectLst/>
                <a:latin typeface="Consolas" panose="020B0609020204030204" pitchFamily="49" charset="0"/>
              </a:rPr>
              <a:t>(</a:t>
            </a:r>
            <a:r>
              <a:rPr lang="en-GB" sz="1200" b="0">
                <a:solidFill>
                  <a:srgbClr val="9CDCFE"/>
                </a:solidFill>
                <a:effectLst/>
                <a:latin typeface="Consolas" panose="020B0609020204030204" pitchFamily="49" charset="0"/>
              </a:rPr>
              <a:t>temperature</a:t>
            </a:r>
            <a:r>
              <a:rPr lang="en-GB" sz="1200" b="0">
                <a:solidFill>
                  <a:srgbClr val="D4D4D4"/>
                </a:solidFill>
                <a:effectLst/>
                <a:latin typeface="Consolas" panose="020B0609020204030204" pitchFamily="49" charset="0"/>
              </a:rPr>
              <a:t>)</a:t>
            </a:r>
          </a:p>
          <a:p>
            <a:br>
              <a:rPr lang="en-GB" sz="1200" b="0">
                <a:solidFill>
                  <a:srgbClr val="D4D4D4"/>
                </a:solidFill>
                <a:effectLst/>
                <a:latin typeface="Consolas" panose="020B0609020204030204" pitchFamily="49" charset="0"/>
              </a:rPr>
            </a:br>
            <a:r>
              <a:rPr lang="en-GB" sz="1200" b="0">
                <a:solidFill>
                  <a:srgbClr val="D4D4D4"/>
                </a:solidFill>
                <a:effectLst/>
                <a:latin typeface="Consolas" panose="020B0609020204030204" pitchFamily="49" charset="0"/>
              </a:rPr>
              <a:t>    </a:t>
            </a:r>
            <a:r>
              <a:rPr lang="en-GB" sz="1200" b="0">
                <a:solidFill>
                  <a:srgbClr val="569CD6"/>
                </a:solidFill>
                <a:effectLst/>
                <a:latin typeface="Consolas" panose="020B0609020204030204" pitchFamily="49" charset="0"/>
              </a:rPr>
              <a:t>def</a:t>
            </a:r>
            <a:r>
              <a:rPr lang="en-GB" sz="1200" b="0">
                <a:solidFill>
                  <a:srgbClr val="D4D4D4"/>
                </a:solidFill>
                <a:effectLst/>
                <a:latin typeface="Consolas" panose="020B0609020204030204" pitchFamily="49" charset="0"/>
              </a:rPr>
              <a:t> </a:t>
            </a:r>
            <a:r>
              <a:rPr lang="en-GB" sz="1200" b="0" err="1">
                <a:solidFill>
                  <a:srgbClr val="DCDCAA"/>
                </a:solidFill>
                <a:effectLst/>
                <a:latin typeface="Consolas" panose="020B0609020204030204" pitchFamily="49" charset="0"/>
              </a:rPr>
              <a:t>to_fahrenheit</a:t>
            </a:r>
            <a:r>
              <a:rPr lang="en-GB" sz="1200" b="0">
                <a:solidFill>
                  <a:srgbClr val="D4D4D4"/>
                </a:solidFill>
                <a:effectLst/>
                <a:latin typeface="Consolas" panose="020B0609020204030204" pitchFamily="49" charset="0"/>
              </a:rPr>
              <a:t>(</a:t>
            </a:r>
            <a:r>
              <a:rPr lang="en-GB" sz="1200" b="0">
                <a:solidFill>
                  <a:srgbClr val="9CDCFE"/>
                </a:solidFill>
                <a:effectLst/>
                <a:latin typeface="Consolas" panose="020B0609020204030204" pitchFamily="49" charset="0"/>
              </a:rPr>
              <a:t>self</a:t>
            </a:r>
            <a:r>
              <a:rPr lang="en-GB" sz="1200" b="0">
                <a:solidFill>
                  <a:srgbClr val="D4D4D4"/>
                </a:solidFill>
                <a:effectLst/>
                <a:latin typeface="Consolas" panose="020B0609020204030204" pitchFamily="49" charset="0"/>
              </a:rPr>
              <a:t>):</a:t>
            </a:r>
          </a:p>
          <a:p>
            <a:r>
              <a:rPr lang="en-GB" sz="1200" b="0">
                <a:solidFill>
                  <a:srgbClr val="D4D4D4"/>
                </a:solidFill>
                <a:effectLst/>
                <a:latin typeface="Consolas" panose="020B0609020204030204" pitchFamily="49" charset="0"/>
              </a:rPr>
              <a:t>        </a:t>
            </a:r>
            <a:r>
              <a:rPr lang="en-GB" sz="1200" b="0">
                <a:solidFill>
                  <a:srgbClr val="C586C0"/>
                </a:solidFill>
                <a:effectLst/>
                <a:latin typeface="Consolas" panose="020B0609020204030204" pitchFamily="49" charset="0"/>
              </a:rPr>
              <a:t>return</a:t>
            </a:r>
            <a:r>
              <a:rPr lang="en-GB" sz="1200" b="0">
                <a:solidFill>
                  <a:srgbClr val="D4D4D4"/>
                </a:solidFill>
                <a:effectLst/>
                <a:latin typeface="Consolas" panose="020B0609020204030204" pitchFamily="49" charset="0"/>
              </a:rPr>
              <a:t> (</a:t>
            </a:r>
            <a:r>
              <a:rPr lang="en-GB" sz="1200" b="0" err="1">
                <a:solidFill>
                  <a:srgbClr val="9CDCFE"/>
                </a:solidFill>
                <a:effectLst/>
                <a:latin typeface="Consolas" panose="020B0609020204030204" pitchFamily="49" charset="0"/>
              </a:rPr>
              <a:t>self</a:t>
            </a:r>
            <a:r>
              <a:rPr lang="en-GB" sz="1200" b="0" err="1">
                <a:solidFill>
                  <a:srgbClr val="D4D4D4"/>
                </a:solidFill>
                <a:effectLst/>
                <a:latin typeface="Consolas" panose="020B0609020204030204" pitchFamily="49" charset="0"/>
              </a:rPr>
              <a:t>.</a:t>
            </a:r>
            <a:r>
              <a:rPr lang="en-GB" sz="1200" b="0" err="1">
                <a:solidFill>
                  <a:srgbClr val="DCDCAA"/>
                </a:solidFill>
                <a:effectLst/>
                <a:latin typeface="Consolas" panose="020B0609020204030204" pitchFamily="49" charset="0"/>
              </a:rPr>
              <a:t>get_temperature</a:t>
            </a:r>
            <a:r>
              <a:rPr lang="en-GB" sz="1200" b="0">
                <a:solidFill>
                  <a:srgbClr val="D4D4D4"/>
                </a:solidFill>
                <a:effectLst/>
                <a:latin typeface="Consolas" panose="020B0609020204030204" pitchFamily="49" charset="0"/>
              </a:rPr>
              <a:t>() * </a:t>
            </a:r>
            <a:r>
              <a:rPr lang="en-GB" sz="1200" b="0">
                <a:solidFill>
                  <a:srgbClr val="B5CEA8"/>
                </a:solidFill>
                <a:effectLst/>
                <a:latin typeface="Consolas" panose="020B0609020204030204" pitchFamily="49" charset="0"/>
              </a:rPr>
              <a:t>1.8</a:t>
            </a:r>
            <a:r>
              <a:rPr lang="en-GB" sz="1200" b="0">
                <a:solidFill>
                  <a:srgbClr val="D4D4D4"/>
                </a:solidFill>
                <a:effectLst/>
                <a:latin typeface="Consolas" panose="020B0609020204030204" pitchFamily="49" charset="0"/>
              </a:rPr>
              <a:t>) + </a:t>
            </a:r>
            <a:r>
              <a:rPr lang="en-GB" sz="1200" b="0">
                <a:solidFill>
                  <a:srgbClr val="B5CEA8"/>
                </a:solidFill>
                <a:effectLst/>
                <a:latin typeface="Consolas" panose="020B0609020204030204" pitchFamily="49" charset="0"/>
              </a:rPr>
              <a:t>32</a:t>
            </a:r>
            <a:endParaRPr lang="en-GB" sz="1200" b="0">
              <a:solidFill>
                <a:srgbClr val="D4D4D4"/>
              </a:solidFill>
              <a:effectLst/>
              <a:latin typeface="Consolas" panose="020B0609020204030204" pitchFamily="49" charset="0"/>
            </a:endParaRPr>
          </a:p>
          <a:p>
            <a:endParaRPr lang="en-GB" sz="1200" b="0">
              <a:solidFill>
                <a:srgbClr val="D4D4D4"/>
              </a:solidFill>
              <a:effectLst/>
              <a:latin typeface="Consolas" panose="020B0609020204030204" pitchFamily="49" charset="0"/>
            </a:endParaRPr>
          </a:p>
          <a:p>
            <a:r>
              <a:rPr lang="en-GB" sz="1200" b="0">
                <a:solidFill>
                  <a:srgbClr val="D4D4D4"/>
                </a:solidFill>
                <a:effectLst/>
                <a:latin typeface="Consolas" panose="020B0609020204030204" pitchFamily="49" charset="0"/>
              </a:rPr>
              <a:t>    </a:t>
            </a:r>
            <a:r>
              <a:rPr lang="en-GB" sz="1200" b="0">
                <a:solidFill>
                  <a:srgbClr val="569CD6"/>
                </a:solidFill>
                <a:effectLst/>
                <a:latin typeface="Consolas" panose="020B0609020204030204" pitchFamily="49" charset="0"/>
              </a:rPr>
              <a:t>def</a:t>
            </a:r>
            <a:r>
              <a:rPr lang="en-GB" sz="1200" b="0">
                <a:solidFill>
                  <a:srgbClr val="D4D4D4"/>
                </a:solidFill>
                <a:effectLst/>
                <a:latin typeface="Consolas" panose="020B0609020204030204" pitchFamily="49" charset="0"/>
              </a:rPr>
              <a:t> </a:t>
            </a:r>
            <a:r>
              <a:rPr lang="en-GB" sz="1200" b="0" err="1">
                <a:solidFill>
                  <a:srgbClr val="DCDCAA"/>
                </a:solidFill>
                <a:effectLst/>
                <a:latin typeface="Consolas" panose="020B0609020204030204" pitchFamily="49" charset="0"/>
              </a:rPr>
              <a:t>get_temperature</a:t>
            </a:r>
            <a:r>
              <a:rPr lang="en-GB" sz="1200" b="0">
                <a:solidFill>
                  <a:srgbClr val="D4D4D4"/>
                </a:solidFill>
                <a:effectLst/>
                <a:latin typeface="Consolas" panose="020B0609020204030204" pitchFamily="49" charset="0"/>
              </a:rPr>
              <a:t>(</a:t>
            </a:r>
            <a:r>
              <a:rPr lang="en-GB" sz="1200" b="0">
                <a:solidFill>
                  <a:srgbClr val="9CDCFE"/>
                </a:solidFill>
                <a:effectLst/>
                <a:latin typeface="Consolas" panose="020B0609020204030204" pitchFamily="49" charset="0"/>
              </a:rPr>
              <a:t>self</a:t>
            </a:r>
            <a:r>
              <a:rPr lang="en-GB" sz="1200" b="0">
                <a:solidFill>
                  <a:srgbClr val="D4D4D4"/>
                </a:solidFill>
                <a:effectLst/>
                <a:latin typeface="Consolas" panose="020B0609020204030204" pitchFamily="49" charset="0"/>
              </a:rPr>
              <a:t>):</a:t>
            </a:r>
          </a:p>
          <a:p>
            <a:r>
              <a:rPr lang="en-GB" sz="1200" b="0">
                <a:solidFill>
                  <a:srgbClr val="D4D4D4"/>
                </a:solidFill>
                <a:effectLst/>
                <a:latin typeface="Consolas" panose="020B0609020204030204" pitchFamily="49" charset="0"/>
              </a:rPr>
              <a:t>        </a:t>
            </a:r>
            <a:r>
              <a:rPr lang="en-GB" sz="1200" b="0">
                <a:solidFill>
                  <a:srgbClr val="C586C0"/>
                </a:solidFill>
                <a:effectLst/>
                <a:latin typeface="Consolas" panose="020B0609020204030204" pitchFamily="49" charset="0"/>
              </a:rPr>
              <a:t>return</a:t>
            </a:r>
            <a:r>
              <a:rPr lang="en-GB" sz="1200" b="0">
                <a:solidFill>
                  <a:srgbClr val="D4D4D4"/>
                </a:solidFill>
                <a:effectLst/>
                <a:latin typeface="Consolas" panose="020B0609020204030204" pitchFamily="49" charset="0"/>
              </a:rPr>
              <a:t> </a:t>
            </a:r>
            <a:r>
              <a:rPr lang="en-GB" sz="1200" b="0" err="1">
                <a:solidFill>
                  <a:srgbClr val="9CDCFE"/>
                </a:solidFill>
                <a:effectLst/>
                <a:latin typeface="Consolas" panose="020B0609020204030204" pitchFamily="49" charset="0"/>
              </a:rPr>
              <a:t>self</a:t>
            </a:r>
            <a:r>
              <a:rPr lang="en-GB" sz="1200" b="0" err="1">
                <a:solidFill>
                  <a:srgbClr val="D4D4D4"/>
                </a:solidFill>
                <a:effectLst/>
                <a:latin typeface="Consolas" panose="020B0609020204030204" pitchFamily="49" charset="0"/>
              </a:rPr>
              <a:t>.</a:t>
            </a:r>
            <a:r>
              <a:rPr lang="en-GB" sz="1200" b="0" err="1">
                <a:solidFill>
                  <a:srgbClr val="9CDCFE"/>
                </a:solidFill>
                <a:effectLst/>
                <a:latin typeface="Consolas" panose="020B0609020204030204" pitchFamily="49" charset="0"/>
              </a:rPr>
              <a:t>_temperature</a:t>
            </a:r>
            <a:endParaRPr lang="en-GB" sz="1200" b="0">
              <a:solidFill>
                <a:srgbClr val="D4D4D4"/>
              </a:solidFill>
              <a:effectLst/>
              <a:latin typeface="Consolas" panose="020B0609020204030204" pitchFamily="49" charset="0"/>
            </a:endParaRPr>
          </a:p>
          <a:p>
            <a:br>
              <a:rPr lang="en-GB" sz="1200" b="0">
                <a:solidFill>
                  <a:srgbClr val="D4D4D4"/>
                </a:solidFill>
                <a:effectLst/>
                <a:latin typeface="Consolas" panose="020B0609020204030204" pitchFamily="49" charset="0"/>
              </a:rPr>
            </a:br>
            <a:r>
              <a:rPr lang="en-GB" sz="1200" b="0">
                <a:solidFill>
                  <a:srgbClr val="D4D4D4"/>
                </a:solidFill>
                <a:effectLst/>
                <a:latin typeface="Consolas" panose="020B0609020204030204" pitchFamily="49" charset="0"/>
              </a:rPr>
              <a:t>    </a:t>
            </a:r>
            <a:r>
              <a:rPr lang="en-GB" sz="1200" b="0">
                <a:solidFill>
                  <a:srgbClr val="569CD6"/>
                </a:solidFill>
                <a:effectLst/>
                <a:latin typeface="Consolas" panose="020B0609020204030204" pitchFamily="49" charset="0"/>
              </a:rPr>
              <a:t>def</a:t>
            </a:r>
            <a:r>
              <a:rPr lang="en-GB" sz="1200" b="0">
                <a:solidFill>
                  <a:srgbClr val="D4D4D4"/>
                </a:solidFill>
                <a:effectLst/>
                <a:latin typeface="Consolas" panose="020B0609020204030204" pitchFamily="49" charset="0"/>
              </a:rPr>
              <a:t> </a:t>
            </a:r>
            <a:r>
              <a:rPr lang="en-GB" sz="1200" b="0" err="1">
                <a:solidFill>
                  <a:srgbClr val="DCDCAA"/>
                </a:solidFill>
                <a:effectLst/>
                <a:latin typeface="Consolas" panose="020B0609020204030204" pitchFamily="49" charset="0"/>
              </a:rPr>
              <a:t>set_temperature</a:t>
            </a:r>
            <a:r>
              <a:rPr lang="en-GB" sz="1200" b="0">
                <a:solidFill>
                  <a:srgbClr val="D4D4D4"/>
                </a:solidFill>
                <a:effectLst/>
                <a:latin typeface="Consolas" panose="020B0609020204030204" pitchFamily="49" charset="0"/>
              </a:rPr>
              <a:t>(</a:t>
            </a:r>
            <a:r>
              <a:rPr lang="en-GB" sz="1200" b="0">
                <a:solidFill>
                  <a:srgbClr val="9CDCFE"/>
                </a:solidFill>
                <a:effectLst/>
                <a:latin typeface="Consolas" panose="020B0609020204030204" pitchFamily="49" charset="0"/>
              </a:rPr>
              <a:t>self</a:t>
            </a:r>
            <a:r>
              <a:rPr lang="en-GB" sz="1200" b="0">
                <a:solidFill>
                  <a:srgbClr val="D4D4D4"/>
                </a:solidFill>
                <a:effectLst/>
                <a:latin typeface="Consolas" panose="020B0609020204030204" pitchFamily="49" charset="0"/>
              </a:rPr>
              <a:t>, </a:t>
            </a:r>
            <a:r>
              <a:rPr lang="en-GB" sz="1200" b="0">
                <a:solidFill>
                  <a:srgbClr val="9CDCFE"/>
                </a:solidFill>
                <a:effectLst/>
                <a:latin typeface="Consolas" panose="020B0609020204030204" pitchFamily="49" charset="0"/>
              </a:rPr>
              <a:t>value</a:t>
            </a:r>
            <a:r>
              <a:rPr lang="en-GB" sz="1200" b="0">
                <a:solidFill>
                  <a:srgbClr val="D4D4D4"/>
                </a:solidFill>
                <a:effectLst/>
                <a:latin typeface="Consolas" panose="020B0609020204030204" pitchFamily="49" charset="0"/>
              </a:rPr>
              <a:t>):</a:t>
            </a:r>
          </a:p>
          <a:p>
            <a:r>
              <a:rPr lang="en-GB" sz="1200" b="0">
                <a:solidFill>
                  <a:srgbClr val="D4D4D4"/>
                </a:solidFill>
                <a:effectLst/>
                <a:latin typeface="Consolas" panose="020B0609020204030204" pitchFamily="49" charset="0"/>
              </a:rPr>
              <a:t>        </a:t>
            </a:r>
            <a:r>
              <a:rPr lang="en-GB" sz="1200" b="0">
                <a:solidFill>
                  <a:srgbClr val="C586C0"/>
                </a:solidFill>
                <a:effectLst/>
                <a:latin typeface="Consolas" panose="020B0609020204030204" pitchFamily="49" charset="0"/>
              </a:rPr>
              <a:t>if</a:t>
            </a:r>
            <a:r>
              <a:rPr lang="en-GB" sz="1200" b="0">
                <a:solidFill>
                  <a:srgbClr val="D4D4D4"/>
                </a:solidFill>
                <a:effectLst/>
                <a:latin typeface="Consolas" panose="020B0609020204030204" pitchFamily="49" charset="0"/>
              </a:rPr>
              <a:t> </a:t>
            </a:r>
            <a:r>
              <a:rPr lang="en-GB" sz="1200" b="0">
                <a:solidFill>
                  <a:srgbClr val="9CDCFE"/>
                </a:solidFill>
                <a:effectLst/>
                <a:latin typeface="Consolas" panose="020B0609020204030204" pitchFamily="49" charset="0"/>
              </a:rPr>
              <a:t>value</a:t>
            </a:r>
            <a:r>
              <a:rPr lang="en-GB" sz="1200" b="0">
                <a:solidFill>
                  <a:srgbClr val="D4D4D4"/>
                </a:solidFill>
                <a:effectLst/>
                <a:latin typeface="Consolas" panose="020B0609020204030204" pitchFamily="49" charset="0"/>
              </a:rPr>
              <a:t> &lt; -</a:t>
            </a:r>
            <a:r>
              <a:rPr lang="en-GB" sz="1200" b="0">
                <a:solidFill>
                  <a:srgbClr val="B5CEA8"/>
                </a:solidFill>
                <a:effectLst/>
                <a:latin typeface="Consolas" panose="020B0609020204030204" pitchFamily="49" charset="0"/>
              </a:rPr>
              <a:t>273.15</a:t>
            </a:r>
            <a:r>
              <a:rPr lang="en-GB" sz="1200" b="0">
                <a:solidFill>
                  <a:srgbClr val="D4D4D4"/>
                </a:solidFill>
                <a:effectLst/>
                <a:latin typeface="Consolas" panose="020B0609020204030204" pitchFamily="49" charset="0"/>
              </a:rPr>
              <a:t>:</a:t>
            </a:r>
          </a:p>
          <a:p>
            <a:r>
              <a:rPr lang="en-GB" sz="1200" b="0">
                <a:solidFill>
                  <a:srgbClr val="D4D4D4"/>
                </a:solidFill>
                <a:effectLst/>
                <a:latin typeface="Consolas" panose="020B0609020204030204" pitchFamily="49" charset="0"/>
              </a:rPr>
              <a:t>            </a:t>
            </a:r>
            <a:r>
              <a:rPr lang="en-GB" sz="1200" b="0">
                <a:solidFill>
                  <a:srgbClr val="C586C0"/>
                </a:solidFill>
                <a:effectLst/>
                <a:latin typeface="Consolas" panose="020B0609020204030204" pitchFamily="49" charset="0"/>
              </a:rPr>
              <a:t>raise</a:t>
            </a:r>
            <a:r>
              <a:rPr lang="en-GB" sz="1200" b="0">
                <a:solidFill>
                  <a:srgbClr val="D4D4D4"/>
                </a:solidFill>
                <a:effectLst/>
                <a:latin typeface="Consolas" panose="020B0609020204030204" pitchFamily="49" charset="0"/>
              </a:rPr>
              <a:t> </a:t>
            </a:r>
            <a:r>
              <a:rPr lang="en-GB" sz="1200" b="0" err="1">
                <a:solidFill>
                  <a:srgbClr val="4EC9B0"/>
                </a:solidFill>
                <a:effectLst/>
                <a:latin typeface="Consolas" panose="020B0609020204030204" pitchFamily="49" charset="0"/>
              </a:rPr>
              <a:t>ValueError</a:t>
            </a:r>
            <a:r>
              <a:rPr lang="en-GB" sz="1200" b="0">
                <a:solidFill>
                  <a:srgbClr val="D4D4D4"/>
                </a:solidFill>
                <a:effectLst/>
                <a:latin typeface="Consolas" panose="020B0609020204030204" pitchFamily="49" charset="0"/>
              </a:rPr>
              <a:t>(</a:t>
            </a:r>
            <a:r>
              <a:rPr lang="en-GB" sz="1200" b="0">
                <a:solidFill>
                  <a:srgbClr val="CE9178"/>
                </a:solidFill>
                <a:effectLst/>
                <a:latin typeface="Consolas" panose="020B0609020204030204" pitchFamily="49" charset="0"/>
              </a:rPr>
              <a:t>“T &lt; -273.15 not possible"</a:t>
            </a:r>
            <a:r>
              <a:rPr lang="en-GB" sz="1200" b="0">
                <a:solidFill>
                  <a:srgbClr val="D4D4D4"/>
                </a:solidFill>
                <a:effectLst/>
                <a:latin typeface="Consolas" panose="020B0609020204030204" pitchFamily="49" charset="0"/>
              </a:rPr>
              <a:t>)</a:t>
            </a:r>
          </a:p>
          <a:p>
            <a:r>
              <a:rPr lang="en-GB" sz="1200" b="0">
                <a:solidFill>
                  <a:srgbClr val="D4D4D4"/>
                </a:solidFill>
                <a:effectLst/>
                <a:latin typeface="Consolas" panose="020B0609020204030204" pitchFamily="49" charset="0"/>
              </a:rPr>
              <a:t>        </a:t>
            </a:r>
            <a:r>
              <a:rPr lang="en-GB" sz="1200" b="0" err="1">
                <a:solidFill>
                  <a:srgbClr val="9CDCFE"/>
                </a:solidFill>
                <a:effectLst/>
                <a:latin typeface="Consolas" panose="020B0609020204030204" pitchFamily="49" charset="0"/>
              </a:rPr>
              <a:t>self</a:t>
            </a:r>
            <a:r>
              <a:rPr lang="en-GB" sz="1200" b="0" err="1">
                <a:solidFill>
                  <a:srgbClr val="D4D4D4"/>
                </a:solidFill>
                <a:effectLst/>
                <a:latin typeface="Consolas" panose="020B0609020204030204" pitchFamily="49" charset="0"/>
              </a:rPr>
              <a:t>.</a:t>
            </a:r>
            <a:r>
              <a:rPr lang="en-GB" sz="1200" b="0" err="1">
                <a:solidFill>
                  <a:srgbClr val="9CDCFE"/>
                </a:solidFill>
                <a:effectLst/>
                <a:latin typeface="Consolas" panose="020B0609020204030204" pitchFamily="49" charset="0"/>
              </a:rPr>
              <a:t>_temperature</a:t>
            </a:r>
            <a:r>
              <a:rPr lang="en-GB" sz="1200" b="0">
                <a:solidFill>
                  <a:srgbClr val="D4D4D4"/>
                </a:solidFill>
                <a:effectLst/>
                <a:latin typeface="Consolas" panose="020B0609020204030204" pitchFamily="49" charset="0"/>
              </a:rPr>
              <a:t> = </a:t>
            </a:r>
            <a:r>
              <a:rPr lang="en-GB" sz="1200" b="0">
                <a:solidFill>
                  <a:srgbClr val="9CDCFE"/>
                </a:solidFill>
                <a:effectLst/>
                <a:latin typeface="Consolas" panose="020B0609020204030204" pitchFamily="49" charset="0"/>
              </a:rPr>
              <a:t>value</a:t>
            </a:r>
            <a:endParaRPr lang="en-GB" sz="1200" b="0">
              <a:solidFill>
                <a:srgbClr val="D4D4D4"/>
              </a:solidFill>
              <a:effectLst/>
              <a:latin typeface="Consolas" panose="020B0609020204030204" pitchFamily="49" charset="0"/>
            </a:endParaRPr>
          </a:p>
          <a:p>
            <a:endParaRPr lang="en-GB" sz="1200" b="0">
              <a:solidFill>
                <a:srgbClr val="D4D4D4"/>
              </a:solidFill>
              <a:effectLst/>
              <a:latin typeface="Consolas" panose="020B0609020204030204" pitchFamily="49" charset="0"/>
            </a:endParaRPr>
          </a:p>
          <a:p>
            <a:r>
              <a:rPr lang="en-GB" sz="1200" b="0">
                <a:solidFill>
                  <a:srgbClr val="9CDCFE"/>
                </a:solidFill>
                <a:effectLst/>
                <a:latin typeface="Consolas" panose="020B0609020204030204" pitchFamily="49" charset="0"/>
              </a:rPr>
              <a:t>human</a:t>
            </a:r>
            <a:r>
              <a:rPr lang="en-GB" sz="1200" b="0">
                <a:solidFill>
                  <a:srgbClr val="D4D4D4"/>
                </a:solidFill>
                <a:effectLst/>
                <a:latin typeface="Consolas" panose="020B0609020204030204" pitchFamily="49" charset="0"/>
              </a:rPr>
              <a:t> = </a:t>
            </a:r>
            <a:r>
              <a:rPr lang="en-GB" sz="1200" b="0">
                <a:solidFill>
                  <a:srgbClr val="4EC9B0"/>
                </a:solidFill>
                <a:effectLst/>
                <a:latin typeface="Consolas" panose="020B0609020204030204" pitchFamily="49" charset="0"/>
              </a:rPr>
              <a:t>Celsius</a:t>
            </a:r>
            <a:r>
              <a:rPr lang="en-GB" sz="1200" b="0">
                <a:solidFill>
                  <a:srgbClr val="D4D4D4"/>
                </a:solidFill>
                <a:effectLst/>
                <a:latin typeface="Consolas" panose="020B0609020204030204" pitchFamily="49" charset="0"/>
              </a:rPr>
              <a:t>()</a:t>
            </a:r>
          </a:p>
          <a:p>
            <a:r>
              <a:rPr lang="en-GB" sz="1200" b="0">
                <a:solidFill>
                  <a:srgbClr val="DCDCAA"/>
                </a:solidFill>
                <a:effectLst/>
                <a:latin typeface="Consolas" panose="020B0609020204030204" pitchFamily="49" charset="0"/>
              </a:rPr>
              <a:t>print</a:t>
            </a:r>
            <a:r>
              <a:rPr lang="en-GB" sz="1200" b="0">
                <a:solidFill>
                  <a:srgbClr val="D4D4D4"/>
                </a:solidFill>
                <a:effectLst/>
                <a:latin typeface="Consolas" panose="020B0609020204030204" pitchFamily="49" charset="0"/>
              </a:rPr>
              <a:t>(</a:t>
            </a:r>
            <a:r>
              <a:rPr lang="en-GB" sz="1200" b="0" err="1">
                <a:solidFill>
                  <a:srgbClr val="9CDCFE"/>
                </a:solidFill>
                <a:effectLst/>
                <a:latin typeface="Consolas" panose="020B0609020204030204" pitchFamily="49" charset="0"/>
              </a:rPr>
              <a:t>human</a:t>
            </a:r>
            <a:r>
              <a:rPr lang="en-GB" sz="1200" b="0" err="1">
                <a:solidFill>
                  <a:srgbClr val="D4D4D4"/>
                </a:solidFill>
                <a:effectLst/>
                <a:latin typeface="Consolas" panose="020B0609020204030204" pitchFamily="49" charset="0"/>
              </a:rPr>
              <a:t>.</a:t>
            </a:r>
            <a:r>
              <a:rPr lang="en-GB" sz="1200" b="0" err="1">
                <a:solidFill>
                  <a:srgbClr val="DCDCAA"/>
                </a:solidFill>
                <a:effectLst/>
                <a:latin typeface="Consolas" panose="020B0609020204030204" pitchFamily="49" charset="0"/>
              </a:rPr>
              <a:t>get_temperature</a:t>
            </a:r>
            <a:r>
              <a:rPr lang="en-GB" sz="1200" b="0">
                <a:solidFill>
                  <a:srgbClr val="D4D4D4"/>
                </a:solidFill>
                <a:effectLst/>
                <a:latin typeface="Consolas" panose="020B0609020204030204" pitchFamily="49" charset="0"/>
              </a:rPr>
              <a:t>())</a:t>
            </a:r>
            <a:endParaRPr lang="en-GB" sz="1200">
              <a:solidFill>
                <a:srgbClr val="D4D4D4"/>
              </a:solidFill>
              <a:latin typeface="Consolas" panose="020B0609020204030204" pitchFamily="49" charset="0"/>
            </a:endParaRPr>
          </a:p>
          <a:p>
            <a:r>
              <a:rPr lang="en-GB" sz="1200" b="0" err="1">
                <a:solidFill>
                  <a:srgbClr val="9CDCFE"/>
                </a:solidFill>
                <a:effectLst/>
                <a:latin typeface="Consolas" panose="020B0609020204030204" pitchFamily="49" charset="0"/>
              </a:rPr>
              <a:t>human</a:t>
            </a:r>
            <a:r>
              <a:rPr lang="en-GB" sz="1200" b="0" err="1">
                <a:solidFill>
                  <a:srgbClr val="D4D4D4"/>
                </a:solidFill>
                <a:effectLst/>
                <a:latin typeface="Consolas" panose="020B0609020204030204" pitchFamily="49" charset="0"/>
              </a:rPr>
              <a:t>.</a:t>
            </a:r>
            <a:r>
              <a:rPr lang="en-GB" sz="1200" b="0" err="1">
                <a:solidFill>
                  <a:srgbClr val="DCDCAA"/>
                </a:solidFill>
                <a:effectLst/>
                <a:latin typeface="Consolas" panose="020B0609020204030204" pitchFamily="49" charset="0"/>
              </a:rPr>
              <a:t>set_temperature</a:t>
            </a:r>
            <a:r>
              <a:rPr lang="en-GB" sz="1200" b="0">
                <a:solidFill>
                  <a:srgbClr val="D4D4D4"/>
                </a:solidFill>
                <a:effectLst/>
                <a:latin typeface="Consolas" panose="020B0609020204030204" pitchFamily="49" charset="0"/>
              </a:rPr>
              <a:t>(37) </a:t>
            </a:r>
            <a:r>
              <a:rPr lang="en-GB" sz="1200" b="0">
                <a:solidFill>
                  <a:srgbClr val="6A9955"/>
                </a:solidFill>
                <a:effectLst/>
                <a:latin typeface="Consolas" panose="020B0609020204030204" pitchFamily="49" charset="0"/>
              </a:rPr>
              <a:t># try constraint with -300</a:t>
            </a:r>
            <a:endParaRPr lang="en-GB" sz="1200" b="0">
              <a:solidFill>
                <a:srgbClr val="D4D4D4"/>
              </a:solidFill>
              <a:effectLst/>
              <a:latin typeface="Consolas" panose="020B0609020204030204" pitchFamily="49" charset="0"/>
            </a:endParaRPr>
          </a:p>
          <a:p>
            <a:r>
              <a:rPr lang="en-GB" sz="1200" b="0">
                <a:solidFill>
                  <a:srgbClr val="DCDCAA"/>
                </a:solidFill>
                <a:effectLst/>
                <a:latin typeface="Consolas" panose="020B0609020204030204" pitchFamily="49" charset="0"/>
              </a:rPr>
              <a:t>print</a:t>
            </a:r>
            <a:r>
              <a:rPr lang="en-GB" sz="1200" b="0">
                <a:solidFill>
                  <a:srgbClr val="D4D4D4"/>
                </a:solidFill>
                <a:effectLst/>
                <a:latin typeface="Consolas" panose="020B0609020204030204" pitchFamily="49" charset="0"/>
              </a:rPr>
              <a:t>(</a:t>
            </a:r>
            <a:r>
              <a:rPr lang="en-GB" sz="1200" b="0" err="1">
                <a:solidFill>
                  <a:srgbClr val="9CDCFE"/>
                </a:solidFill>
                <a:effectLst/>
                <a:latin typeface="Consolas" panose="020B0609020204030204" pitchFamily="49" charset="0"/>
              </a:rPr>
              <a:t>human</a:t>
            </a:r>
            <a:r>
              <a:rPr lang="en-GB" sz="1200" b="0" err="1">
                <a:solidFill>
                  <a:srgbClr val="D4D4D4"/>
                </a:solidFill>
                <a:effectLst/>
                <a:latin typeface="Consolas" panose="020B0609020204030204" pitchFamily="49" charset="0"/>
              </a:rPr>
              <a:t>.</a:t>
            </a:r>
            <a:r>
              <a:rPr lang="en-GB" sz="1200" b="0" err="1">
                <a:solidFill>
                  <a:srgbClr val="DCDCAA"/>
                </a:solidFill>
                <a:effectLst/>
                <a:latin typeface="Consolas" panose="020B0609020204030204" pitchFamily="49" charset="0"/>
              </a:rPr>
              <a:t>get_temperature</a:t>
            </a:r>
            <a:r>
              <a:rPr lang="en-GB" sz="1200" b="0">
                <a:solidFill>
                  <a:srgbClr val="D4D4D4"/>
                </a:solidFill>
                <a:effectLst/>
                <a:latin typeface="Consolas" panose="020B0609020204030204" pitchFamily="49" charset="0"/>
              </a:rPr>
              <a:t>())</a:t>
            </a:r>
            <a:br>
              <a:rPr lang="en-GB" sz="1200" b="0">
                <a:solidFill>
                  <a:srgbClr val="D4D4D4"/>
                </a:solidFill>
                <a:effectLst/>
                <a:latin typeface="Consolas" panose="020B0609020204030204" pitchFamily="49" charset="0"/>
              </a:rPr>
            </a:br>
            <a:r>
              <a:rPr lang="en-GB" sz="1200" b="0">
                <a:solidFill>
                  <a:srgbClr val="DCDCAA"/>
                </a:solidFill>
                <a:effectLst/>
                <a:latin typeface="Consolas" panose="020B0609020204030204" pitchFamily="49" charset="0"/>
              </a:rPr>
              <a:t>print</a:t>
            </a:r>
            <a:r>
              <a:rPr lang="en-GB" sz="1200" b="0">
                <a:solidFill>
                  <a:srgbClr val="D4D4D4"/>
                </a:solidFill>
                <a:effectLst/>
                <a:latin typeface="Consolas" panose="020B0609020204030204" pitchFamily="49" charset="0"/>
              </a:rPr>
              <a:t>(</a:t>
            </a:r>
            <a:r>
              <a:rPr lang="en-GB" sz="1200" b="0" err="1">
                <a:solidFill>
                  <a:srgbClr val="9CDCFE"/>
                </a:solidFill>
                <a:effectLst/>
                <a:latin typeface="Consolas" panose="020B0609020204030204" pitchFamily="49" charset="0"/>
              </a:rPr>
              <a:t>human</a:t>
            </a:r>
            <a:r>
              <a:rPr lang="en-GB" sz="1200" b="0" err="1">
                <a:solidFill>
                  <a:srgbClr val="D4D4D4"/>
                </a:solidFill>
                <a:effectLst/>
                <a:latin typeface="Consolas" panose="020B0609020204030204" pitchFamily="49" charset="0"/>
              </a:rPr>
              <a:t>.</a:t>
            </a:r>
            <a:r>
              <a:rPr lang="en-GB" sz="1200" b="0" err="1">
                <a:solidFill>
                  <a:srgbClr val="DCDCAA"/>
                </a:solidFill>
                <a:effectLst/>
                <a:latin typeface="Consolas" panose="020B0609020204030204" pitchFamily="49" charset="0"/>
              </a:rPr>
              <a:t>to_fahrenheit</a:t>
            </a:r>
            <a:r>
              <a:rPr lang="en-GB" sz="1200" b="0">
                <a:solidFill>
                  <a:srgbClr val="D4D4D4"/>
                </a:solidFill>
                <a:effectLst/>
                <a:latin typeface="Consolas" panose="020B0609020204030204" pitchFamily="49" charset="0"/>
              </a:rPr>
              <a:t>())</a:t>
            </a:r>
            <a:endParaRPr lang="en-GB" sz="1200"/>
          </a:p>
        </p:txBody>
      </p:sp>
      <p:pic>
        <p:nvPicPr>
          <p:cNvPr id="13" name="Picture 12">
            <a:extLst>
              <a:ext uri="{FF2B5EF4-FFF2-40B4-BE49-F238E27FC236}">
                <a16:creationId xmlns:a16="http://schemas.microsoft.com/office/drawing/2014/main" id="{7CE2186C-CF34-DA5D-436B-9C59407D0CD5}"/>
              </a:ext>
            </a:extLst>
          </p:cNvPr>
          <p:cNvPicPr>
            <a:picLocks noChangeAspect="1"/>
          </p:cNvPicPr>
          <p:nvPr/>
        </p:nvPicPr>
        <p:blipFill>
          <a:blip r:embed="rId3"/>
          <a:stretch>
            <a:fillRect/>
          </a:stretch>
        </p:blipFill>
        <p:spPr>
          <a:xfrm>
            <a:off x="7423933" y="3794539"/>
            <a:ext cx="1249630" cy="556343"/>
          </a:xfrm>
          <a:prstGeom prst="rect">
            <a:avLst/>
          </a:prstGeom>
          <a:ln w="19050">
            <a:solidFill>
              <a:srgbClr val="FF0000"/>
            </a:solidFill>
          </a:ln>
        </p:spPr>
      </p:pic>
    </p:spTree>
    <p:extLst>
      <p:ext uri="{BB962C8B-B14F-4D97-AF65-F5344CB8AC3E}">
        <p14:creationId xmlns:p14="http://schemas.microsoft.com/office/powerpoint/2010/main" val="156073291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F1B61B-0C25-A347-8E82-9E36B55C7C82}"/>
              </a:ext>
            </a:extLst>
          </p:cNvPr>
          <p:cNvSpPr>
            <a:spLocks noGrp="1"/>
          </p:cNvSpPr>
          <p:nvPr>
            <p:ph type="title"/>
          </p:nvPr>
        </p:nvSpPr>
        <p:spPr>
          <a:xfrm>
            <a:off x="358775" y="376238"/>
            <a:ext cx="8426450" cy="609662"/>
          </a:xfrm>
        </p:spPr>
        <p:txBody>
          <a:bodyPr vert="horz" lIns="0" tIns="0" rIns="0" bIns="0" rtlCol="0" anchor="t">
            <a:normAutofit/>
          </a:bodyPr>
          <a:lstStyle/>
          <a:p>
            <a:r>
              <a:rPr lang="en-US"/>
              <a:t>Using @ Decorator</a:t>
            </a:r>
          </a:p>
        </p:txBody>
      </p:sp>
      <p:sp>
        <p:nvSpPr>
          <p:cNvPr id="3" name="Content Placeholder 2">
            <a:extLst>
              <a:ext uri="{FF2B5EF4-FFF2-40B4-BE49-F238E27FC236}">
                <a16:creationId xmlns:a16="http://schemas.microsoft.com/office/drawing/2014/main" id="{C1C055D0-88FC-814E-85AF-F5DD6D247310}"/>
              </a:ext>
            </a:extLst>
          </p:cNvPr>
          <p:cNvSpPr>
            <a:spLocks noGrp="1"/>
          </p:cNvSpPr>
          <p:nvPr>
            <p:ph sz="half" idx="1"/>
          </p:nvPr>
        </p:nvSpPr>
        <p:spPr>
          <a:xfrm>
            <a:off x="358776" y="1079592"/>
            <a:ext cx="3152802" cy="3400333"/>
          </a:xfrm>
        </p:spPr>
        <p:txBody>
          <a:bodyPr vert="horz" lIns="90000" tIns="144000" rIns="54000" bIns="54000" rtlCol="0">
            <a:normAutofit/>
          </a:bodyPr>
          <a:lstStyle/>
          <a:p>
            <a:pPr marL="0" indent="0">
              <a:spcAft>
                <a:spcPts val="600"/>
              </a:spcAft>
            </a:pPr>
            <a:endParaRPr lang="en-US"/>
          </a:p>
          <a:p>
            <a:pPr marL="0" indent="0">
              <a:spcAft>
                <a:spcPts val="600"/>
              </a:spcAft>
            </a:pPr>
            <a:endParaRPr lang="en-US"/>
          </a:p>
        </p:txBody>
      </p:sp>
      <p:sp>
        <p:nvSpPr>
          <p:cNvPr id="5" name="Content Placeholder 2">
            <a:extLst>
              <a:ext uri="{FF2B5EF4-FFF2-40B4-BE49-F238E27FC236}">
                <a16:creationId xmlns:a16="http://schemas.microsoft.com/office/drawing/2014/main" id="{DABB2ADA-E1DB-4B4A-B517-713666D358EF}"/>
              </a:ext>
            </a:extLst>
          </p:cNvPr>
          <p:cNvSpPr txBox="1">
            <a:spLocks/>
          </p:cNvSpPr>
          <p:nvPr/>
        </p:nvSpPr>
        <p:spPr>
          <a:xfrm>
            <a:off x="3700732" y="222841"/>
            <a:ext cx="5084493" cy="4257085"/>
          </a:xfrm>
          <a:prstGeom prst="rect">
            <a:avLst/>
          </a:prstGeom>
          <a:ln w="12700" cap="flat" cmpd="sng" algn="ctr">
            <a:solidFill>
              <a:srgbClr val="A0A0A0"/>
            </a:solidFill>
            <a:prstDash val="solid"/>
            <a:round/>
            <a:headEnd type="none" w="med" len="med"/>
            <a:tailEnd type="none" w="med" len="med"/>
          </a:ln>
        </p:spPr>
        <p:txBody>
          <a:bodyPr vert="horz" lIns="90000" tIns="144000" rIns="54000" bIns="54000" rtlCol="0">
            <a:normAutofit/>
          </a:bodyPr>
          <a:lstStyle>
            <a:lvl1pPr marL="180000" indent="-180000" algn="l" defTabSz="685800" rtl="0" eaLnBrk="1" latinLnBrk="0" hangingPunct="1">
              <a:lnSpc>
                <a:spcPct val="100000"/>
              </a:lnSpc>
              <a:spcBef>
                <a:spcPts val="0"/>
              </a:spcBef>
              <a:buFont typeface="Arial" panose="020B0604020202020204" pitchFamily="34" charset="0"/>
              <a:buNone/>
              <a:defRPr sz="1400" kern="1200">
                <a:solidFill>
                  <a:schemeClr val="tx1"/>
                </a:solidFill>
                <a:latin typeface="+mn-lt"/>
                <a:ea typeface="+mn-ea"/>
                <a:cs typeface="+mn-cs"/>
              </a:defRPr>
            </a:lvl1pPr>
            <a:lvl2pPr marL="358775" indent="-179388" algn="l" defTabSz="685800" rtl="0" eaLnBrk="1" latinLnBrk="0" hangingPunct="1">
              <a:lnSpc>
                <a:spcPct val="100000"/>
              </a:lnSpc>
              <a:spcBef>
                <a:spcPts val="0"/>
              </a:spcBef>
              <a:spcAft>
                <a:spcPts val="400"/>
              </a:spcAft>
              <a:buFont typeface="Arial" panose="020B0604020202020204" pitchFamily="34" charset="0"/>
              <a:buChar char="‒"/>
              <a:defRPr lang="de-DE" sz="1400" kern="1200" dirty="0" smtClean="0">
                <a:solidFill>
                  <a:schemeClr val="tx1"/>
                </a:solidFill>
                <a:latin typeface="+mn-lt"/>
                <a:ea typeface="+mn-ea"/>
                <a:cs typeface="+mn-cs"/>
              </a:defRPr>
            </a:lvl2pPr>
            <a:lvl3pPr marL="539750" indent="-179388" algn="l" defTabSz="685800" rtl="0" eaLnBrk="1" latinLnBrk="0" hangingPunct="1">
              <a:lnSpc>
                <a:spcPct val="100000"/>
              </a:lnSpc>
              <a:spcBef>
                <a:spcPts val="0"/>
              </a:spcBef>
              <a:spcAft>
                <a:spcPts val="400"/>
              </a:spcAft>
              <a:buFont typeface="Arial" panose="020B0604020202020204" pitchFamily="34" charset="0"/>
              <a:buChar char="•"/>
              <a:defRPr lang="de-DE" sz="1400" kern="1200" dirty="0" smtClean="0">
                <a:solidFill>
                  <a:schemeClr val="tx1"/>
                </a:solidFill>
                <a:latin typeface="+mn-lt"/>
                <a:ea typeface="+mn-ea"/>
                <a:cs typeface="+mn-cs"/>
              </a:defRPr>
            </a:lvl3pPr>
            <a:lvl4pPr marL="717550" indent="-179388" algn="l" defTabSz="685800" rtl="0" eaLnBrk="1" latinLnBrk="0" hangingPunct="1">
              <a:lnSpc>
                <a:spcPct val="100000"/>
              </a:lnSpc>
              <a:spcBef>
                <a:spcPts val="0"/>
              </a:spcBef>
              <a:spcAft>
                <a:spcPts val="400"/>
              </a:spcAft>
              <a:buSzPct val="110000"/>
              <a:buFont typeface="Arial" panose="020B0604020202020204" pitchFamily="34" charset="0"/>
              <a:buChar char="◦"/>
              <a:defRPr lang="de-DE" sz="1400" kern="1200" dirty="0" smtClean="0">
                <a:solidFill>
                  <a:schemeClr val="tx1"/>
                </a:solidFill>
                <a:latin typeface="+mn-lt"/>
                <a:ea typeface="+mn-ea"/>
                <a:cs typeface="+mn-cs"/>
              </a:defRPr>
            </a:lvl4pPr>
            <a:lvl5pPr marL="898525" indent="-179388" algn="l" defTabSz="685800" rtl="0" eaLnBrk="1" latinLnBrk="0" hangingPunct="1">
              <a:lnSpc>
                <a:spcPct val="100000"/>
              </a:lnSpc>
              <a:spcBef>
                <a:spcPts val="0"/>
              </a:spcBef>
              <a:spcAft>
                <a:spcPts val="400"/>
              </a:spcAft>
              <a:buSzPct val="110000"/>
              <a:buFont typeface="Arial" panose="020B0604020202020204" pitchFamily="34" charset="0"/>
              <a:buChar char="◦"/>
              <a:defRPr lang="de-DE" sz="1400" kern="1200" dirty="0" smtClean="0">
                <a:solidFill>
                  <a:schemeClr val="tx1"/>
                </a:solidFill>
                <a:latin typeface="+mn-lt"/>
                <a:ea typeface="+mn-ea"/>
                <a:cs typeface="+mn-cs"/>
              </a:defRPr>
            </a:lvl5pPr>
            <a:lvl6pPr marL="1260000" indent="-180000" algn="l" defTabSz="685800" rtl="0" eaLnBrk="1" latinLnBrk="0" hangingPunct="1">
              <a:lnSpc>
                <a:spcPct val="100000"/>
              </a:lnSpc>
              <a:spcBef>
                <a:spcPts val="0"/>
              </a:spcBef>
              <a:spcAft>
                <a:spcPts val="400"/>
              </a:spcAft>
              <a:buSzPct val="110000"/>
              <a:buFont typeface="Arial" panose="020B0604020202020204" pitchFamily="34" charset="0"/>
              <a:buChar char="◦"/>
              <a:defRPr sz="1400" kern="1200">
                <a:solidFill>
                  <a:schemeClr val="tx1"/>
                </a:solidFill>
                <a:latin typeface="+mn-lt"/>
                <a:ea typeface="+mn-ea"/>
                <a:cs typeface="+mn-cs"/>
              </a:defRPr>
            </a:lvl6pPr>
            <a:lvl7pPr marL="1260000" indent="-180000" algn="l" defTabSz="685800" rtl="0" eaLnBrk="1" latinLnBrk="0" hangingPunct="1">
              <a:lnSpc>
                <a:spcPct val="100000"/>
              </a:lnSpc>
              <a:spcBef>
                <a:spcPts val="0"/>
              </a:spcBef>
              <a:spcAft>
                <a:spcPts val="400"/>
              </a:spcAft>
              <a:buSzPct val="110000"/>
              <a:buFont typeface="Arial" panose="020B0604020202020204" pitchFamily="34" charset="0"/>
              <a:buChar char="◦"/>
              <a:defRPr sz="1400" kern="1200">
                <a:solidFill>
                  <a:schemeClr val="tx1"/>
                </a:solidFill>
                <a:latin typeface="+mn-lt"/>
                <a:ea typeface="+mn-ea"/>
                <a:cs typeface="+mn-cs"/>
              </a:defRPr>
            </a:lvl7pPr>
            <a:lvl8pPr marL="1260000" indent="-180000" algn="l" defTabSz="685800" rtl="0" eaLnBrk="1" latinLnBrk="0" hangingPunct="1">
              <a:lnSpc>
                <a:spcPct val="100000"/>
              </a:lnSpc>
              <a:spcBef>
                <a:spcPts val="0"/>
              </a:spcBef>
              <a:spcAft>
                <a:spcPts val="400"/>
              </a:spcAft>
              <a:buSzPct val="110000"/>
              <a:buFont typeface="Arial" panose="020B0604020202020204" pitchFamily="34" charset="0"/>
              <a:buChar char="◦"/>
              <a:defRPr sz="1400" kern="1200">
                <a:solidFill>
                  <a:schemeClr val="tx1"/>
                </a:solidFill>
                <a:latin typeface="+mn-lt"/>
                <a:ea typeface="+mn-ea"/>
                <a:cs typeface="+mn-cs"/>
              </a:defRPr>
            </a:lvl8pPr>
            <a:lvl9pPr marL="1260000" indent="-180000" algn="l" defTabSz="685800" rtl="0" eaLnBrk="1" latinLnBrk="0" hangingPunct="1">
              <a:lnSpc>
                <a:spcPct val="100000"/>
              </a:lnSpc>
              <a:spcBef>
                <a:spcPts val="0"/>
              </a:spcBef>
              <a:spcAft>
                <a:spcPts val="400"/>
              </a:spcAft>
              <a:buSzPct val="110000"/>
              <a:buFont typeface="Arial" panose="020B0604020202020204" pitchFamily="34" charset="0"/>
              <a:buChar char="◦"/>
              <a:defRPr sz="1400" kern="1200">
                <a:solidFill>
                  <a:schemeClr val="tx1"/>
                </a:solidFill>
                <a:latin typeface="+mn-lt"/>
                <a:ea typeface="+mn-ea"/>
                <a:cs typeface="+mn-cs"/>
              </a:defRPr>
            </a:lvl9pPr>
          </a:lstStyle>
          <a:p>
            <a:pPr marL="0" indent="0">
              <a:spcAft>
                <a:spcPts val="600"/>
              </a:spcAft>
            </a:pPr>
            <a:endParaRPr lang="en-US"/>
          </a:p>
        </p:txBody>
      </p:sp>
      <p:sp>
        <p:nvSpPr>
          <p:cNvPr id="4" name="Slide Number Placeholder 3">
            <a:extLst>
              <a:ext uri="{FF2B5EF4-FFF2-40B4-BE49-F238E27FC236}">
                <a16:creationId xmlns:a16="http://schemas.microsoft.com/office/drawing/2014/main" id="{CB801007-AFBB-3849-8474-8C3300EC3066}"/>
              </a:ext>
            </a:extLst>
          </p:cNvPr>
          <p:cNvSpPr>
            <a:spLocks noGrp="1"/>
          </p:cNvSpPr>
          <p:nvPr>
            <p:ph type="sldNum" sz="quarter" idx="16"/>
          </p:nvPr>
        </p:nvSpPr>
        <p:spPr>
          <a:xfrm>
            <a:off x="8571600" y="4767263"/>
            <a:ext cx="216000" cy="273844"/>
          </a:xfrm>
        </p:spPr>
        <p:txBody>
          <a:bodyPr vert="horz" lIns="0" tIns="0" rIns="0" bIns="0" rtlCol="0" anchor="t">
            <a:normAutofit/>
          </a:bodyPr>
          <a:lstStyle/>
          <a:p>
            <a:pPr>
              <a:spcAft>
                <a:spcPts val="600"/>
              </a:spcAft>
            </a:pPr>
            <a:fld id="{7559FC98-AF75-4A00-A03C-DF9FEBF6BCB9}" type="slidenum">
              <a:rPr lang="en-US" smtClean="0"/>
              <a:pPr>
                <a:spcAft>
                  <a:spcPts val="600"/>
                </a:spcAft>
              </a:pPr>
              <a:t>29</a:t>
            </a:fld>
            <a:endParaRPr lang="en-US"/>
          </a:p>
        </p:txBody>
      </p:sp>
      <p:sp>
        <p:nvSpPr>
          <p:cNvPr id="12" name="Text Placeholder 6">
            <a:extLst>
              <a:ext uri="{FF2B5EF4-FFF2-40B4-BE49-F238E27FC236}">
                <a16:creationId xmlns:a16="http://schemas.microsoft.com/office/drawing/2014/main" id="{48147645-F5CB-BEB3-601A-C12CBC4FBBAE}"/>
              </a:ext>
            </a:extLst>
          </p:cNvPr>
          <p:cNvSpPr>
            <a:spLocks noGrp="1"/>
          </p:cNvSpPr>
          <p:nvPr>
            <p:ph type="body" sz="quarter" idx="18"/>
          </p:nvPr>
        </p:nvSpPr>
        <p:spPr>
          <a:xfrm>
            <a:off x="410563" y="936190"/>
            <a:ext cx="2885088" cy="269234"/>
          </a:xfrm>
        </p:spPr>
        <p:txBody>
          <a:bodyPr/>
          <a:lstStyle/>
          <a:p>
            <a:r>
              <a:rPr lang="en-US"/>
              <a:t>OOP Solution: Getters &amp; Setters</a:t>
            </a:r>
          </a:p>
        </p:txBody>
      </p:sp>
      <p:sp>
        <p:nvSpPr>
          <p:cNvPr id="42" name="TextBox 41">
            <a:extLst>
              <a:ext uri="{FF2B5EF4-FFF2-40B4-BE49-F238E27FC236}">
                <a16:creationId xmlns:a16="http://schemas.microsoft.com/office/drawing/2014/main" id="{4EC780FA-8826-4B47-9CC6-3C3ACC11BFD0}"/>
              </a:ext>
            </a:extLst>
          </p:cNvPr>
          <p:cNvSpPr txBox="1"/>
          <p:nvPr/>
        </p:nvSpPr>
        <p:spPr>
          <a:xfrm>
            <a:off x="7387182" y="1935452"/>
            <a:ext cx="492443" cy="246221"/>
          </a:xfrm>
          <a:prstGeom prst="rect">
            <a:avLst/>
          </a:prstGeom>
          <a:noFill/>
        </p:spPr>
        <p:txBody>
          <a:bodyPr wrap="none" rtlCol="0">
            <a:spAutoFit/>
          </a:bodyPr>
          <a:lstStyle/>
          <a:p>
            <a:r>
              <a:rPr lang="en-US" sz="1000">
                <a:solidFill>
                  <a:schemeClr val="bg1"/>
                </a:solidFill>
              </a:rPr>
              <a:t>&gt; “H”</a:t>
            </a:r>
          </a:p>
        </p:txBody>
      </p:sp>
      <p:sp>
        <p:nvSpPr>
          <p:cNvPr id="44" name="TextBox 43">
            <a:extLst>
              <a:ext uri="{FF2B5EF4-FFF2-40B4-BE49-F238E27FC236}">
                <a16:creationId xmlns:a16="http://schemas.microsoft.com/office/drawing/2014/main" id="{4C41F384-C23E-E548-BB2B-CE9595ECA059}"/>
              </a:ext>
            </a:extLst>
          </p:cNvPr>
          <p:cNvSpPr txBox="1"/>
          <p:nvPr/>
        </p:nvSpPr>
        <p:spPr>
          <a:xfrm>
            <a:off x="7387182" y="2061286"/>
            <a:ext cx="434734" cy="246221"/>
          </a:xfrm>
          <a:prstGeom prst="rect">
            <a:avLst/>
          </a:prstGeom>
          <a:noFill/>
        </p:spPr>
        <p:txBody>
          <a:bodyPr wrap="none" rtlCol="0">
            <a:spAutoFit/>
          </a:bodyPr>
          <a:lstStyle/>
          <a:p>
            <a:r>
              <a:rPr lang="en-US" sz="1000">
                <a:solidFill>
                  <a:schemeClr val="bg1"/>
                </a:solidFill>
              </a:rPr>
              <a:t>&gt; “!”</a:t>
            </a:r>
          </a:p>
        </p:txBody>
      </p:sp>
      <p:sp>
        <p:nvSpPr>
          <p:cNvPr id="46" name="TextBox 45">
            <a:extLst>
              <a:ext uri="{FF2B5EF4-FFF2-40B4-BE49-F238E27FC236}">
                <a16:creationId xmlns:a16="http://schemas.microsoft.com/office/drawing/2014/main" id="{F75E9984-71DA-8845-A21A-D249DB7CC22A}"/>
              </a:ext>
            </a:extLst>
          </p:cNvPr>
          <p:cNvSpPr txBox="1"/>
          <p:nvPr/>
        </p:nvSpPr>
        <p:spPr>
          <a:xfrm>
            <a:off x="7387182" y="2312956"/>
            <a:ext cx="434734" cy="246221"/>
          </a:xfrm>
          <a:prstGeom prst="rect">
            <a:avLst/>
          </a:prstGeom>
          <a:noFill/>
        </p:spPr>
        <p:txBody>
          <a:bodyPr wrap="none" rtlCol="0">
            <a:spAutoFit/>
          </a:bodyPr>
          <a:lstStyle/>
          <a:p>
            <a:r>
              <a:rPr lang="en-US" sz="1000">
                <a:solidFill>
                  <a:schemeClr val="bg1"/>
                </a:solidFill>
              </a:rPr>
              <a:t>&gt; “!”</a:t>
            </a:r>
          </a:p>
        </p:txBody>
      </p:sp>
      <p:sp>
        <p:nvSpPr>
          <p:cNvPr id="48" name="TextBox 47">
            <a:extLst>
              <a:ext uri="{FF2B5EF4-FFF2-40B4-BE49-F238E27FC236}">
                <a16:creationId xmlns:a16="http://schemas.microsoft.com/office/drawing/2014/main" id="{03404B6C-A24A-7C49-9A6B-8279E0EF54EB}"/>
              </a:ext>
            </a:extLst>
          </p:cNvPr>
          <p:cNvSpPr txBox="1"/>
          <p:nvPr/>
        </p:nvSpPr>
        <p:spPr>
          <a:xfrm>
            <a:off x="7387182" y="2455569"/>
            <a:ext cx="492443" cy="246221"/>
          </a:xfrm>
          <a:prstGeom prst="rect">
            <a:avLst/>
          </a:prstGeom>
          <a:noFill/>
        </p:spPr>
        <p:txBody>
          <a:bodyPr wrap="none" rtlCol="0">
            <a:spAutoFit/>
          </a:bodyPr>
          <a:lstStyle/>
          <a:p>
            <a:r>
              <a:rPr lang="en-US" sz="1000">
                <a:solidFill>
                  <a:schemeClr val="bg1"/>
                </a:solidFill>
              </a:rPr>
              <a:t>&gt; “H”</a:t>
            </a:r>
          </a:p>
        </p:txBody>
      </p:sp>
      <p:sp>
        <p:nvSpPr>
          <p:cNvPr id="50" name="TextBox 49">
            <a:extLst>
              <a:ext uri="{FF2B5EF4-FFF2-40B4-BE49-F238E27FC236}">
                <a16:creationId xmlns:a16="http://schemas.microsoft.com/office/drawing/2014/main" id="{250BB7BA-3E97-EF47-BB7E-A91C0C05CFC9}"/>
              </a:ext>
            </a:extLst>
          </p:cNvPr>
          <p:cNvSpPr txBox="1"/>
          <p:nvPr/>
        </p:nvSpPr>
        <p:spPr>
          <a:xfrm>
            <a:off x="7387182" y="2682072"/>
            <a:ext cx="681597" cy="246221"/>
          </a:xfrm>
          <a:prstGeom prst="rect">
            <a:avLst/>
          </a:prstGeom>
          <a:noFill/>
        </p:spPr>
        <p:txBody>
          <a:bodyPr wrap="none" rtlCol="0">
            <a:spAutoFit/>
          </a:bodyPr>
          <a:lstStyle/>
          <a:p>
            <a:r>
              <a:rPr lang="en-US" sz="1000">
                <a:solidFill>
                  <a:schemeClr val="bg1"/>
                </a:solidFill>
              </a:rPr>
              <a:t>&gt; “Hello”</a:t>
            </a:r>
          </a:p>
        </p:txBody>
      </p:sp>
      <p:sp>
        <p:nvSpPr>
          <p:cNvPr id="52" name="TextBox 51">
            <a:extLst>
              <a:ext uri="{FF2B5EF4-FFF2-40B4-BE49-F238E27FC236}">
                <a16:creationId xmlns:a16="http://schemas.microsoft.com/office/drawing/2014/main" id="{7CF3D053-1391-1D49-BA69-D55FE11DBE81}"/>
              </a:ext>
            </a:extLst>
          </p:cNvPr>
          <p:cNvSpPr txBox="1"/>
          <p:nvPr/>
        </p:nvSpPr>
        <p:spPr>
          <a:xfrm>
            <a:off x="7387182" y="2816296"/>
            <a:ext cx="782587" cy="246221"/>
          </a:xfrm>
          <a:prstGeom prst="rect">
            <a:avLst/>
          </a:prstGeom>
          <a:noFill/>
        </p:spPr>
        <p:txBody>
          <a:bodyPr wrap="none" rtlCol="0">
            <a:spAutoFit/>
          </a:bodyPr>
          <a:lstStyle/>
          <a:p>
            <a:r>
              <a:rPr lang="en-US" sz="1000">
                <a:solidFill>
                  <a:schemeClr val="bg1"/>
                </a:solidFill>
              </a:rPr>
              <a:t>&gt; “World!”</a:t>
            </a:r>
          </a:p>
        </p:txBody>
      </p:sp>
      <p:sp>
        <p:nvSpPr>
          <p:cNvPr id="7" name="Textfeld 6">
            <a:extLst>
              <a:ext uri="{FF2B5EF4-FFF2-40B4-BE49-F238E27FC236}">
                <a16:creationId xmlns:a16="http://schemas.microsoft.com/office/drawing/2014/main" id="{88402065-B0C1-1FFD-5746-47118007C7AA}"/>
              </a:ext>
            </a:extLst>
          </p:cNvPr>
          <p:cNvSpPr txBox="1"/>
          <p:nvPr/>
        </p:nvSpPr>
        <p:spPr>
          <a:xfrm>
            <a:off x="412001" y="1164499"/>
            <a:ext cx="3038565" cy="3416320"/>
          </a:xfrm>
          <a:prstGeom prst="rect">
            <a:avLst/>
          </a:prstGeom>
          <a:noFill/>
        </p:spPr>
        <p:txBody>
          <a:bodyPr wrap="square" rtlCol="0">
            <a:spAutoFit/>
          </a:bodyPr>
          <a:lstStyle/>
          <a:p>
            <a:r>
              <a:rPr lang="en-US"/>
              <a:t>In Python, there is an @ decorator we can use. It comes in two </a:t>
            </a:r>
            <a:r>
              <a:rPr lang="en-US" err="1"/>
              <a:t>flavours</a:t>
            </a:r>
            <a:r>
              <a:rPr lang="en-US"/>
              <a:t> and we write it right above a method definition:</a:t>
            </a:r>
          </a:p>
          <a:p>
            <a:endParaRPr lang="en-US" sz="800"/>
          </a:p>
          <a:p>
            <a:pPr marL="342900" indent="-342900">
              <a:buAutoNum type="arabicPeriod"/>
            </a:pPr>
            <a:r>
              <a:rPr lang="en-US"/>
              <a:t>Get a value (getter): To get a value, we use the </a:t>
            </a:r>
            <a:r>
              <a:rPr lang="en-US">
                <a:solidFill>
                  <a:schemeClr val="accent1"/>
                </a:solidFill>
              </a:rPr>
              <a:t>@property </a:t>
            </a:r>
            <a:r>
              <a:rPr lang="en-US"/>
              <a:t>decorator.</a:t>
            </a:r>
          </a:p>
          <a:p>
            <a:pPr marL="342900" indent="-342900">
              <a:buAutoNum type="arabicPeriod"/>
            </a:pPr>
            <a:r>
              <a:rPr lang="en-US"/>
              <a:t>Set a value (setter): we use the </a:t>
            </a:r>
            <a:r>
              <a:rPr lang="en-US">
                <a:solidFill>
                  <a:schemeClr val="accent1"/>
                </a:solidFill>
              </a:rPr>
              <a:t>@attribute_name</a:t>
            </a:r>
            <a:r>
              <a:rPr lang="en-US"/>
              <a:t>.</a:t>
            </a:r>
            <a:r>
              <a:rPr lang="en-US">
                <a:solidFill>
                  <a:schemeClr val="accent3"/>
                </a:solidFill>
              </a:rPr>
              <a:t>setter</a:t>
            </a:r>
            <a:r>
              <a:rPr lang="en-US"/>
              <a:t> decorator.</a:t>
            </a:r>
          </a:p>
          <a:p>
            <a:r>
              <a:rPr lang="en-US"/>
              <a:t>(see code example)</a:t>
            </a:r>
          </a:p>
          <a:p>
            <a:endParaRPr lang="en-US"/>
          </a:p>
          <a:p>
            <a:r>
              <a:rPr lang="en-US"/>
              <a:t>Getting and setting attribute values uses the syntax </a:t>
            </a:r>
            <a:r>
              <a:rPr lang="en-GB" err="1">
                <a:solidFill>
                  <a:schemeClr val="accent1"/>
                </a:solidFill>
              </a:rPr>
              <a:t>object_name</a:t>
            </a:r>
            <a:r>
              <a:rPr lang="en-GB" err="1"/>
              <a:t>.</a:t>
            </a:r>
            <a:r>
              <a:rPr lang="en-GB" err="1">
                <a:solidFill>
                  <a:schemeClr val="accent3"/>
                </a:solidFill>
              </a:rPr>
              <a:t>attribute_name</a:t>
            </a:r>
            <a:r>
              <a:rPr lang="en-GB"/>
              <a:t>.</a:t>
            </a:r>
            <a:r>
              <a:rPr lang="en-GB">
                <a:solidFill>
                  <a:schemeClr val="accent3"/>
                </a:solidFill>
              </a:rPr>
              <a:t> </a:t>
            </a:r>
            <a:r>
              <a:rPr lang="en-GB"/>
              <a:t>With our decorators, Python will see that this call (e.g. </a:t>
            </a:r>
            <a:r>
              <a:rPr lang="en-GB" err="1"/>
              <a:t>human.temperature</a:t>
            </a:r>
            <a:r>
              <a:rPr lang="en-GB"/>
              <a:t>) can be various things and correctly chooses the getter or setter method.</a:t>
            </a:r>
            <a:endParaRPr lang="en-US"/>
          </a:p>
        </p:txBody>
      </p:sp>
      <p:sp>
        <p:nvSpPr>
          <p:cNvPr id="9" name="Text Placeholder 8">
            <a:extLst>
              <a:ext uri="{FF2B5EF4-FFF2-40B4-BE49-F238E27FC236}">
                <a16:creationId xmlns:a16="http://schemas.microsoft.com/office/drawing/2014/main" id="{34362B25-9F4C-89DC-157D-3D8145E086C7}"/>
              </a:ext>
            </a:extLst>
          </p:cNvPr>
          <p:cNvSpPr>
            <a:spLocks noGrp="1"/>
          </p:cNvSpPr>
          <p:nvPr>
            <p:ph type="body" sz="quarter" idx="19"/>
          </p:nvPr>
        </p:nvSpPr>
        <p:spPr>
          <a:xfrm>
            <a:off x="3769744" y="59705"/>
            <a:ext cx="1438987" cy="222841"/>
          </a:xfrm>
        </p:spPr>
        <p:txBody>
          <a:bodyPr/>
          <a:lstStyle/>
          <a:p>
            <a:r>
              <a:rPr lang="de-CH"/>
              <a:t>Code</a:t>
            </a:r>
            <a:endParaRPr lang="en-GB"/>
          </a:p>
        </p:txBody>
      </p:sp>
      <p:sp>
        <p:nvSpPr>
          <p:cNvPr id="10" name="TextBox 9">
            <a:extLst>
              <a:ext uri="{FF2B5EF4-FFF2-40B4-BE49-F238E27FC236}">
                <a16:creationId xmlns:a16="http://schemas.microsoft.com/office/drawing/2014/main" id="{D22D5D8D-D185-65BD-F898-745062A80542}"/>
              </a:ext>
            </a:extLst>
          </p:cNvPr>
          <p:cNvSpPr txBox="1"/>
          <p:nvPr/>
        </p:nvSpPr>
        <p:spPr>
          <a:xfrm>
            <a:off x="3769744" y="291172"/>
            <a:ext cx="4963694" cy="4154984"/>
          </a:xfrm>
          <a:prstGeom prst="rect">
            <a:avLst/>
          </a:prstGeom>
          <a:solidFill>
            <a:schemeClr val="tx1"/>
          </a:solidFill>
          <a:ln>
            <a:noFill/>
          </a:ln>
        </p:spPr>
        <p:txBody>
          <a:bodyPr wrap="square" rtlCol="0">
            <a:spAutoFit/>
          </a:bodyPr>
          <a:lstStyle/>
          <a:p>
            <a:r>
              <a:rPr lang="en-GB" sz="1200" b="0">
                <a:solidFill>
                  <a:srgbClr val="569CD6"/>
                </a:solidFill>
                <a:effectLst/>
                <a:latin typeface="Consolas" panose="020B0609020204030204" pitchFamily="49" charset="0"/>
              </a:rPr>
              <a:t>class</a:t>
            </a:r>
            <a:r>
              <a:rPr lang="en-GB" sz="1200" b="0">
                <a:solidFill>
                  <a:srgbClr val="D4D4D4"/>
                </a:solidFill>
                <a:effectLst/>
                <a:latin typeface="Consolas" panose="020B0609020204030204" pitchFamily="49" charset="0"/>
              </a:rPr>
              <a:t> </a:t>
            </a:r>
            <a:r>
              <a:rPr lang="en-GB" sz="1200" b="0">
                <a:solidFill>
                  <a:srgbClr val="4EC9B0"/>
                </a:solidFill>
                <a:effectLst/>
                <a:latin typeface="Consolas" panose="020B0609020204030204" pitchFamily="49" charset="0"/>
              </a:rPr>
              <a:t>Celsius</a:t>
            </a:r>
            <a:r>
              <a:rPr lang="en-GB" sz="1200" b="0">
                <a:solidFill>
                  <a:srgbClr val="D4D4D4"/>
                </a:solidFill>
                <a:effectLst/>
                <a:latin typeface="Consolas" panose="020B0609020204030204" pitchFamily="49" charset="0"/>
              </a:rPr>
              <a:t>:</a:t>
            </a:r>
          </a:p>
          <a:p>
            <a:r>
              <a:rPr lang="en-GB" sz="1200" b="0">
                <a:solidFill>
                  <a:srgbClr val="D4D4D4"/>
                </a:solidFill>
                <a:effectLst/>
                <a:latin typeface="Consolas" panose="020B0609020204030204" pitchFamily="49" charset="0"/>
              </a:rPr>
              <a:t>    </a:t>
            </a:r>
            <a:r>
              <a:rPr lang="en-GB" sz="1200" b="0">
                <a:solidFill>
                  <a:srgbClr val="569CD6"/>
                </a:solidFill>
                <a:effectLst/>
                <a:latin typeface="Consolas" panose="020B0609020204030204" pitchFamily="49" charset="0"/>
              </a:rPr>
              <a:t>def</a:t>
            </a:r>
            <a:r>
              <a:rPr lang="en-GB" sz="1200" b="0">
                <a:solidFill>
                  <a:srgbClr val="D4D4D4"/>
                </a:solidFill>
                <a:effectLst/>
                <a:latin typeface="Consolas" panose="020B0609020204030204" pitchFamily="49" charset="0"/>
              </a:rPr>
              <a:t> </a:t>
            </a:r>
            <a:r>
              <a:rPr lang="en-GB" sz="1200" b="0">
                <a:solidFill>
                  <a:srgbClr val="DCDCAA"/>
                </a:solidFill>
                <a:effectLst/>
                <a:latin typeface="Consolas" panose="020B0609020204030204" pitchFamily="49" charset="0"/>
              </a:rPr>
              <a:t>__</a:t>
            </a:r>
            <a:r>
              <a:rPr lang="en-GB" sz="1200" b="0" err="1">
                <a:solidFill>
                  <a:srgbClr val="DCDCAA"/>
                </a:solidFill>
                <a:effectLst/>
                <a:latin typeface="Consolas" panose="020B0609020204030204" pitchFamily="49" charset="0"/>
              </a:rPr>
              <a:t>init</a:t>
            </a:r>
            <a:r>
              <a:rPr lang="en-GB" sz="1200" b="0">
                <a:solidFill>
                  <a:srgbClr val="DCDCAA"/>
                </a:solidFill>
                <a:effectLst/>
                <a:latin typeface="Consolas" panose="020B0609020204030204" pitchFamily="49" charset="0"/>
              </a:rPr>
              <a:t>__</a:t>
            </a:r>
            <a:r>
              <a:rPr lang="en-GB" sz="1200" b="0">
                <a:solidFill>
                  <a:srgbClr val="D4D4D4"/>
                </a:solidFill>
                <a:effectLst/>
                <a:latin typeface="Consolas" panose="020B0609020204030204" pitchFamily="49" charset="0"/>
              </a:rPr>
              <a:t>(</a:t>
            </a:r>
            <a:r>
              <a:rPr lang="en-GB" sz="1200" b="0">
                <a:solidFill>
                  <a:srgbClr val="9CDCFE"/>
                </a:solidFill>
                <a:effectLst/>
                <a:latin typeface="Consolas" panose="020B0609020204030204" pitchFamily="49" charset="0"/>
              </a:rPr>
              <a:t>self</a:t>
            </a:r>
            <a:r>
              <a:rPr lang="en-GB" sz="1200" b="0">
                <a:solidFill>
                  <a:srgbClr val="D4D4D4"/>
                </a:solidFill>
                <a:effectLst/>
                <a:latin typeface="Consolas" panose="020B0609020204030204" pitchFamily="49" charset="0"/>
              </a:rPr>
              <a:t>, </a:t>
            </a:r>
            <a:r>
              <a:rPr lang="en-GB" sz="1200" b="0">
                <a:solidFill>
                  <a:srgbClr val="9CDCFE"/>
                </a:solidFill>
                <a:effectLst/>
                <a:latin typeface="Consolas" panose="020B0609020204030204" pitchFamily="49" charset="0"/>
              </a:rPr>
              <a:t>temperature</a:t>
            </a:r>
            <a:r>
              <a:rPr lang="en-GB" sz="1200" b="0">
                <a:solidFill>
                  <a:srgbClr val="D4D4D4"/>
                </a:solidFill>
                <a:effectLst/>
                <a:latin typeface="Consolas" panose="020B0609020204030204" pitchFamily="49" charset="0"/>
              </a:rPr>
              <a:t>=</a:t>
            </a:r>
            <a:r>
              <a:rPr lang="en-GB" sz="1200" b="0">
                <a:solidFill>
                  <a:srgbClr val="B5CEA8"/>
                </a:solidFill>
                <a:effectLst/>
                <a:latin typeface="Consolas" panose="020B0609020204030204" pitchFamily="49" charset="0"/>
              </a:rPr>
              <a:t>0</a:t>
            </a:r>
            <a:r>
              <a:rPr lang="en-GB" sz="1200" b="0">
                <a:solidFill>
                  <a:srgbClr val="D4D4D4"/>
                </a:solidFill>
                <a:effectLst/>
                <a:latin typeface="Consolas" panose="020B0609020204030204" pitchFamily="49" charset="0"/>
              </a:rPr>
              <a:t>):</a:t>
            </a:r>
          </a:p>
          <a:p>
            <a:r>
              <a:rPr lang="en-GB" sz="1200" b="0">
                <a:solidFill>
                  <a:srgbClr val="D4D4D4"/>
                </a:solidFill>
                <a:effectLst/>
                <a:latin typeface="Consolas" panose="020B0609020204030204" pitchFamily="49" charset="0"/>
              </a:rPr>
              <a:t>        </a:t>
            </a:r>
            <a:r>
              <a:rPr lang="en-GB" sz="1200" b="0" err="1">
                <a:solidFill>
                  <a:srgbClr val="9CDCFE"/>
                </a:solidFill>
                <a:effectLst/>
                <a:latin typeface="Consolas" panose="020B0609020204030204" pitchFamily="49" charset="0"/>
              </a:rPr>
              <a:t>self</a:t>
            </a:r>
            <a:r>
              <a:rPr lang="en-GB" sz="1200" b="0" err="1">
                <a:solidFill>
                  <a:srgbClr val="D4D4D4"/>
                </a:solidFill>
                <a:effectLst/>
                <a:latin typeface="Consolas" panose="020B0609020204030204" pitchFamily="49" charset="0"/>
              </a:rPr>
              <a:t>.</a:t>
            </a:r>
            <a:r>
              <a:rPr lang="en-GB" sz="1200" b="0" err="1">
                <a:solidFill>
                  <a:srgbClr val="9CDCFE"/>
                </a:solidFill>
                <a:effectLst/>
                <a:latin typeface="Consolas" panose="020B0609020204030204" pitchFamily="49" charset="0"/>
              </a:rPr>
              <a:t>temperature</a:t>
            </a:r>
            <a:r>
              <a:rPr lang="en-GB" sz="1200" b="0">
                <a:solidFill>
                  <a:srgbClr val="D4D4D4"/>
                </a:solidFill>
                <a:effectLst/>
                <a:latin typeface="Consolas" panose="020B0609020204030204" pitchFamily="49" charset="0"/>
              </a:rPr>
              <a:t> = </a:t>
            </a:r>
            <a:r>
              <a:rPr lang="en-GB" sz="1200" b="0">
                <a:solidFill>
                  <a:srgbClr val="9CDCFE"/>
                </a:solidFill>
                <a:effectLst/>
                <a:latin typeface="Consolas" panose="020B0609020204030204" pitchFamily="49" charset="0"/>
              </a:rPr>
              <a:t>temperature</a:t>
            </a:r>
            <a:endParaRPr lang="en-GB" sz="1200" b="0">
              <a:solidFill>
                <a:srgbClr val="D4D4D4"/>
              </a:solidFill>
              <a:effectLst/>
              <a:latin typeface="Consolas" panose="020B0609020204030204" pitchFamily="49" charset="0"/>
            </a:endParaRPr>
          </a:p>
          <a:p>
            <a:br>
              <a:rPr lang="en-GB" sz="1200" b="0">
                <a:solidFill>
                  <a:srgbClr val="D4D4D4"/>
                </a:solidFill>
                <a:effectLst/>
                <a:latin typeface="Consolas" panose="020B0609020204030204" pitchFamily="49" charset="0"/>
              </a:rPr>
            </a:br>
            <a:r>
              <a:rPr lang="en-GB" sz="1200" b="0">
                <a:solidFill>
                  <a:srgbClr val="D4D4D4"/>
                </a:solidFill>
                <a:effectLst/>
                <a:latin typeface="Consolas" panose="020B0609020204030204" pitchFamily="49" charset="0"/>
              </a:rPr>
              <a:t>    </a:t>
            </a:r>
            <a:r>
              <a:rPr lang="en-GB" sz="1200" b="0">
                <a:solidFill>
                  <a:srgbClr val="569CD6"/>
                </a:solidFill>
                <a:effectLst/>
                <a:latin typeface="Consolas" panose="020B0609020204030204" pitchFamily="49" charset="0"/>
              </a:rPr>
              <a:t>def</a:t>
            </a:r>
            <a:r>
              <a:rPr lang="en-GB" sz="1200" b="0">
                <a:solidFill>
                  <a:srgbClr val="D4D4D4"/>
                </a:solidFill>
                <a:effectLst/>
                <a:latin typeface="Consolas" panose="020B0609020204030204" pitchFamily="49" charset="0"/>
              </a:rPr>
              <a:t> </a:t>
            </a:r>
            <a:r>
              <a:rPr lang="en-GB" sz="1200" b="0" err="1">
                <a:solidFill>
                  <a:srgbClr val="DCDCAA"/>
                </a:solidFill>
                <a:effectLst/>
                <a:latin typeface="Consolas" panose="020B0609020204030204" pitchFamily="49" charset="0"/>
              </a:rPr>
              <a:t>to_fahrenheit</a:t>
            </a:r>
            <a:r>
              <a:rPr lang="en-GB" sz="1200" b="0">
                <a:solidFill>
                  <a:srgbClr val="D4D4D4"/>
                </a:solidFill>
                <a:effectLst/>
                <a:latin typeface="Consolas" panose="020B0609020204030204" pitchFamily="49" charset="0"/>
              </a:rPr>
              <a:t>(</a:t>
            </a:r>
            <a:r>
              <a:rPr lang="en-GB" sz="1200" b="0">
                <a:solidFill>
                  <a:srgbClr val="9CDCFE"/>
                </a:solidFill>
                <a:effectLst/>
                <a:latin typeface="Consolas" panose="020B0609020204030204" pitchFamily="49" charset="0"/>
              </a:rPr>
              <a:t>self</a:t>
            </a:r>
            <a:r>
              <a:rPr lang="en-GB" sz="1200" b="0">
                <a:solidFill>
                  <a:srgbClr val="D4D4D4"/>
                </a:solidFill>
                <a:effectLst/>
                <a:latin typeface="Consolas" panose="020B0609020204030204" pitchFamily="49" charset="0"/>
              </a:rPr>
              <a:t>):</a:t>
            </a:r>
          </a:p>
          <a:p>
            <a:r>
              <a:rPr lang="en-GB" sz="1200" b="0">
                <a:solidFill>
                  <a:srgbClr val="D4D4D4"/>
                </a:solidFill>
                <a:effectLst/>
                <a:latin typeface="Consolas" panose="020B0609020204030204" pitchFamily="49" charset="0"/>
              </a:rPr>
              <a:t>        </a:t>
            </a:r>
            <a:r>
              <a:rPr lang="en-GB" sz="1200" b="0">
                <a:solidFill>
                  <a:srgbClr val="C586C0"/>
                </a:solidFill>
                <a:effectLst/>
                <a:latin typeface="Consolas" panose="020B0609020204030204" pitchFamily="49" charset="0"/>
              </a:rPr>
              <a:t>return</a:t>
            </a:r>
            <a:r>
              <a:rPr lang="en-GB" sz="1200" b="0">
                <a:solidFill>
                  <a:srgbClr val="D4D4D4"/>
                </a:solidFill>
                <a:effectLst/>
                <a:latin typeface="Consolas" panose="020B0609020204030204" pitchFamily="49" charset="0"/>
              </a:rPr>
              <a:t> (</a:t>
            </a:r>
            <a:r>
              <a:rPr lang="en-GB" sz="1200" b="0" err="1">
                <a:solidFill>
                  <a:srgbClr val="9CDCFE"/>
                </a:solidFill>
                <a:effectLst/>
                <a:latin typeface="Consolas" panose="020B0609020204030204" pitchFamily="49" charset="0"/>
              </a:rPr>
              <a:t>self</a:t>
            </a:r>
            <a:r>
              <a:rPr lang="en-GB" sz="1200" b="0" err="1">
                <a:solidFill>
                  <a:srgbClr val="D4D4D4"/>
                </a:solidFill>
                <a:effectLst/>
                <a:latin typeface="Consolas" panose="020B0609020204030204" pitchFamily="49" charset="0"/>
              </a:rPr>
              <a:t>.</a:t>
            </a:r>
            <a:r>
              <a:rPr lang="en-GB" sz="1200" b="0" err="1">
                <a:solidFill>
                  <a:srgbClr val="9CDCFE"/>
                </a:solidFill>
                <a:effectLst/>
                <a:latin typeface="Consolas" panose="020B0609020204030204" pitchFamily="49" charset="0"/>
              </a:rPr>
              <a:t>temperature</a:t>
            </a:r>
            <a:r>
              <a:rPr lang="en-GB" sz="1200" b="0">
                <a:solidFill>
                  <a:srgbClr val="D4D4D4"/>
                </a:solidFill>
                <a:effectLst/>
                <a:latin typeface="Consolas" panose="020B0609020204030204" pitchFamily="49" charset="0"/>
              </a:rPr>
              <a:t> * </a:t>
            </a:r>
            <a:r>
              <a:rPr lang="en-GB" sz="1200" b="0">
                <a:solidFill>
                  <a:srgbClr val="B5CEA8"/>
                </a:solidFill>
                <a:effectLst/>
                <a:latin typeface="Consolas" panose="020B0609020204030204" pitchFamily="49" charset="0"/>
              </a:rPr>
              <a:t>1.8</a:t>
            </a:r>
            <a:r>
              <a:rPr lang="en-GB" sz="1200" b="0">
                <a:solidFill>
                  <a:srgbClr val="D4D4D4"/>
                </a:solidFill>
                <a:effectLst/>
                <a:latin typeface="Consolas" panose="020B0609020204030204" pitchFamily="49" charset="0"/>
              </a:rPr>
              <a:t>) + </a:t>
            </a:r>
            <a:r>
              <a:rPr lang="en-GB" sz="1200" b="0">
                <a:solidFill>
                  <a:srgbClr val="B5CEA8"/>
                </a:solidFill>
                <a:effectLst/>
                <a:latin typeface="Consolas" panose="020B0609020204030204" pitchFamily="49" charset="0"/>
              </a:rPr>
              <a:t>32</a:t>
            </a:r>
            <a:endParaRPr lang="en-GB" sz="1200" b="0">
              <a:solidFill>
                <a:srgbClr val="D4D4D4"/>
              </a:solidFill>
              <a:effectLst/>
              <a:latin typeface="Consolas" panose="020B0609020204030204" pitchFamily="49" charset="0"/>
            </a:endParaRPr>
          </a:p>
          <a:p>
            <a:br>
              <a:rPr lang="en-GB" sz="1200" b="0">
                <a:solidFill>
                  <a:srgbClr val="D4D4D4"/>
                </a:solidFill>
                <a:effectLst/>
                <a:latin typeface="Consolas" panose="020B0609020204030204" pitchFamily="49" charset="0"/>
              </a:rPr>
            </a:br>
            <a:r>
              <a:rPr lang="en-GB" sz="1200" b="0">
                <a:solidFill>
                  <a:srgbClr val="D4D4D4"/>
                </a:solidFill>
                <a:effectLst/>
                <a:latin typeface="Consolas" panose="020B0609020204030204" pitchFamily="49" charset="0"/>
              </a:rPr>
              <a:t>    </a:t>
            </a:r>
            <a:r>
              <a:rPr lang="en-GB" sz="1200" b="0">
                <a:solidFill>
                  <a:srgbClr val="DCDCAA"/>
                </a:solidFill>
                <a:effectLst/>
                <a:latin typeface="Consolas" panose="020B0609020204030204" pitchFamily="49" charset="0"/>
              </a:rPr>
              <a:t>@</a:t>
            </a:r>
            <a:r>
              <a:rPr lang="en-GB" sz="1200" b="0">
                <a:solidFill>
                  <a:srgbClr val="4EC9B0"/>
                </a:solidFill>
                <a:effectLst/>
                <a:latin typeface="Consolas" panose="020B0609020204030204" pitchFamily="49" charset="0"/>
              </a:rPr>
              <a:t>property</a:t>
            </a:r>
            <a:endParaRPr lang="en-GB" sz="1200" b="0">
              <a:solidFill>
                <a:srgbClr val="D4D4D4"/>
              </a:solidFill>
              <a:effectLst/>
              <a:latin typeface="Consolas" panose="020B0609020204030204" pitchFamily="49" charset="0"/>
            </a:endParaRPr>
          </a:p>
          <a:p>
            <a:r>
              <a:rPr lang="en-GB" sz="1200" b="0">
                <a:solidFill>
                  <a:srgbClr val="D4D4D4"/>
                </a:solidFill>
                <a:effectLst/>
                <a:latin typeface="Consolas" panose="020B0609020204030204" pitchFamily="49" charset="0"/>
              </a:rPr>
              <a:t>    </a:t>
            </a:r>
            <a:r>
              <a:rPr lang="en-GB" sz="1200" b="0">
                <a:solidFill>
                  <a:srgbClr val="569CD6"/>
                </a:solidFill>
                <a:effectLst/>
                <a:latin typeface="Consolas" panose="020B0609020204030204" pitchFamily="49" charset="0"/>
              </a:rPr>
              <a:t>def</a:t>
            </a:r>
            <a:r>
              <a:rPr lang="en-GB" sz="1200" b="0">
                <a:solidFill>
                  <a:srgbClr val="D4D4D4"/>
                </a:solidFill>
                <a:effectLst/>
                <a:latin typeface="Consolas" panose="020B0609020204030204" pitchFamily="49" charset="0"/>
              </a:rPr>
              <a:t> </a:t>
            </a:r>
            <a:r>
              <a:rPr lang="en-GB" sz="1200" b="0">
                <a:solidFill>
                  <a:srgbClr val="9CDCFE"/>
                </a:solidFill>
                <a:effectLst/>
                <a:latin typeface="Consolas" panose="020B0609020204030204" pitchFamily="49" charset="0"/>
              </a:rPr>
              <a:t>temperature</a:t>
            </a:r>
            <a:r>
              <a:rPr lang="en-GB" sz="1200" b="0">
                <a:solidFill>
                  <a:srgbClr val="D4D4D4"/>
                </a:solidFill>
                <a:effectLst/>
                <a:latin typeface="Consolas" panose="020B0609020204030204" pitchFamily="49" charset="0"/>
              </a:rPr>
              <a:t>(</a:t>
            </a:r>
            <a:r>
              <a:rPr lang="en-GB" sz="1200" b="0">
                <a:solidFill>
                  <a:srgbClr val="9CDCFE"/>
                </a:solidFill>
                <a:effectLst/>
                <a:latin typeface="Consolas" panose="020B0609020204030204" pitchFamily="49" charset="0"/>
              </a:rPr>
              <a:t>self</a:t>
            </a:r>
            <a:r>
              <a:rPr lang="en-GB" sz="1200" b="0">
                <a:solidFill>
                  <a:srgbClr val="D4D4D4"/>
                </a:solidFill>
                <a:effectLst/>
                <a:latin typeface="Consolas" panose="020B0609020204030204" pitchFamily="49" charset="0"/>
              </a:rPr>
              <a:t>):</a:t>
            </a:r>
          </a:p>
          <a:p>
            <a:r>
              <a:rPr lang="en-GB" sz="1200" b="0">
                <a:solidFill>
                  <a:srgbClr val="D4D4D4"/>
                </a:solidFill>
                <a:effectLst/>
                <a:latin typeface="Consolas" panose="020B0609020204030204" pitchFamily="49" charset="0"/>
              </a:rPr>
              <a:t>        </a:t>
            </a:r>
            <a:r>
              <a:rPr lang="en-GB" sz="1200" b="0">
                <a:solidFill>
                  <a:srgbClr val="C586C0"/>
                </a:solidFill>
                <a:effectLst/>
                <a:latin typeface="Consolas" panose="020B0609020204030204" pitchFamily="49" charset="0"/>
              </a:rPr>
              <a:t>return</a:t>
            </a:r>
            <a:r>
              <a:rPr lang="en-GB" sz="1200" b="0">
                <a:solidFill>
                  <a:srgbClr val="D4D4D4"/>
                </a:solidFill>
                <a:effectLst/>
                <a:latin typeface="Consolas" panose="020B0609020204030204" pitchFamily="49" charset="0"/>
              </a:rPr>
              <a:t> </a:t>
            </a:r>
            <a:r>
              <a:rPr lang="en-GB" sz="1200" b="0" err="1">
                <a:solidFill>
                  <a:srgbClr val="9CDCFE"/>
                </a:solidFill>
                <a:effectLst/>
                <a:latin typeface="Consolas" panose="020B0609020204030204" pitchFamily="49" charset="0"/>
              </a:rPr>
              <a:t>self</a:t>
            </a:r>
            <a:r>
              <a:rPr lang="en-GB" sz="1200" b="0" err="1">
                <a:solidFill>
                  <a:srgbClr val="D4D4D4"/>
                </a:solidFill>
                <a:effectLst/>
                <a:latin typeface="Consolas" panose="020B0609020204030204" pitchFamily="49" charset="0"/>
              </a:rPr>
              <a:t>.</a:t>
            </a:r>
            <a:r>
              <a:rPr lang="en-GB" sz="1200" b="0" err="1">
                <a:solidFill>
                  <a:srgbClr val="9CDCFE"/>
                </a:solidFill>
                <a:effectLst/>
                <a:latin typeface="Consolas" panose="020B0609020204030204" pitchFamily="49" charset="0"/>
              </a:rPr>
              <a:t>_temperature</a:t>
            </a:r>
            <a:endParaRPr lang="en-GB" sz="1200" b="0">
              <a:solidFill>
                <a:srgbClr val="D4D4D4"/>
              </a:solidFill>
              <a:effectLst/>
              <a:latin typeface="Consolas" panose="020B0609020204030204" pitchFamily="49" charset="0"/>
            </a:endParaRPr>
          </a:p>
          <a:p>
            <a:endParaRPr lang="en-GB" sz="1200" b="0">
              <a:solidFill>
                <a:srgbClr val="D4D4D4"/>
              </a:solidFill>
              <a:effectLst/>
              <a:latin typeface="Consolas" panose="020B0609020204030204" pitchFamily="49" charset="0"/>
            </a:endParaRPr>
          </a:p>
          <a:p>
            <a:r>
              <a:rPr lang="en-GB" sz="1200" b="0">
                <a:solidFill>
                  <a:srgbClr val="D4D4D4"/>
                </a:solidFill>
                <a:effectLst/>
                <a:latin typeface="Consolas" panose="020B0609020204030204" pitchFamily="49" charset="0"/>
              </a:rPr>
              <a:t>    </a:t>
            </a:r>
            <a:r>
              <a:rPr lang="en-GB" sz="1200" b="0">
                <a:solidFill>
                  <a:srgbClr val="DCDCAA"/>
                </a:solidFill>
                <a:effectLst/>
                <a:latin typeface="Consolas" panose="020B0609020204030204" pitchFamily="49" charset="0"/>
              </a:rPr>
              <a:t>@</a:t>
            </a:r>
            <a:r>
              <a:rPr lang="en-GB" sz="1200" b="0">
                <a:solidFill>
                  <a:srgbClr val="9CDCFE"/>
                </a:solidFill>
                <a:effectLst/>
                <a:latin typeface="Consolas" panose="020B0609020204030204" pitchFamily="49" charset="0"/>
              </a:rPr>
              <a:t>temperature</a:t>
            </a:r>
            <a:r>
              <a:rPr lang="en-GB" sz="1200" b="0">
                <a:solidFill>
                  <a:srgbClr val="DCDCAA"/>
                </a:solidFill>
                <a:effectLst/>
                <a:latin typeface="Consolas" panose="020B0609020204030204" pitchFamily="49" charset="0"/>
              </a:rPr>
              <a:t>.setter</a:t>
            </a:r>
            <a:endParaRPr lang="en-GB" sz="1200" b="0">
              <a:solidFill>
                <a:srgbClr val="D4D4D4"/>
              </a:solidFill>
              <a:effectLst/>
              <a:latin typeface="Consolas" panose="020B0609020204030204" pitchFamily="49" charset="0"/>
            </a:endParaRPr>
          </a:p>
          <a:p>
            <a:r>
              <a:rPr lang="en-GB" sz="1200" b="0">
                <a:solidFill>
                  <a:srgbClr val="D4D4D4"/>
                </a:solidFill>
                <a:effectLst/>
                <a:latin typeface="Consolas" panose="020B0609020204030204" pitchFamily="49" charset="0"/>
              </a:rPr>
              <a:t>    </a:t>
            </a:r>
            <a:r>
              <a:rPr lang="en-GB" sz="1200" b="0">
                <a:solidFill>
                  <a:srgbClr val="569CD6"/>
                </a:solidFill>
                <a:effectLst/>
                <a:latin typeface="Consolas" panose="020B0609020204030204" pitchFamily="49" charset="0"/>
              </a:rPr>
              <a:t>def</a:t>
            </a:r>
            <a:r>
              <a:rPr lang="en-GB" sz="1200" b="0">
                <a:solidFill>
                  <a:srgbClr val="D4D4D4"/>
                </a:solidFill>
                <a:effectLst/>
                <a:latin typeface="Consolas" panose="020B0609020204030204" pitchFamily="49" charset="0"/>
              </a:rPr>
              <a:t> </a:t>
            </a:r>
            <a:r>
              <a:rPr lang="en-GB" sz="1200" b="0">
                <a:solidFill>
                  <a:srgbClr val="9CDCFE"/>
                </a:solidFill>
                <a:effectLst/>
                <a:latin typeface="Consolas" panose="020B0609020204030204" pitchFamily="49" charset="0"/>
              </a:rPr>
              <a:t>temperature</a:t>
            </a:r>
            <a:r>
              <a:rPr lang="en-GB" sz="1200" b="0">
                <a:solidFill>
                  <a:srgbClr val="D4D4D4"/>
                </a:solidFill>
                <a:effectLst/>
                <a:latin typeface="Consolas" panose="020B0609020204030204" pitchFamily="49" charset="0"/>
              </a:rPr>
              <a:t>(</a:t>
            </a:r>
            <a:r>
              <a:rPr lang="en-GB" sz="1200" b="0">
                <a:solidFill>
                  <a:srgbClr val="9CDCFE"/>
                </a:solidFill>
                <a:effectLst/>
                <a:latin typeface="Consolas" panose="020B0609020204030204" pitchFamily="49" charset="0"/>
              </a:rPr>
              <a:t>self</a:t>
            </a:r>
            <a:r>
              <a:rPr lang="en-GB" sz="1200" b="0">
                <a:solidFill>
                  <a:srgbClr val="D4D4D4"/>
                </a:solidFill>
                <a:effectLst/>
                <a:latin typeface="Consolas" panose="020B0609020204030204" pitchFamily="49" charset="0"/>
              </a:rPr>
              <a:t>, </a:t>
            </a:r>
            <a:r>
              <a:rPr lang="en-GB" sz="1200" b="0">
                <a:solidFill>
                  <a:srgbClr val="9CDCFE"/>
                </a:solidFill>
                <a:effectLst/>
                <a:latin typeface="Consolas" panose="020B0609020204030204" pitchFamily="49" charset="0"/>
              </a:rPr>
              <a:t>value</a:t>
            </a:r>
            <a:r>
              <a:rPr lang="en-GB" sz="1200" b="0">
                <a:solidFill>
                  <a:srgbClr val="D4D4D4"/>
                </a:solidFill>
                <a:effectLst/>
                <a:latin typeface="Consolas" panose="020B0609020204030204" pitchFamily="49" charset="0"/>
              </a:rPr>
              <a:t>):</a:t>
            </a:r>
          </a:p>
          <a:p>
            <a:r>
              <a:rPr lang="en-GB" sz="1200" b="0">
                <a:solidFill>
                  <a:srgbClr val="D4D4D4"/>
                </a:solidFill>
                <a:effectLst/>
                <a:latin typeface="Consolas" panose="020B0609020204030204" pitchFamily="49" charset="0"/>
              </a:rPr>
              <a:t>        </a:t>
            </a:r>
            <a:r>
              <a:rPr lang="en-GB" sz="1200" b="0">
                <a:solidFill>
                  <a:srgbClr val="C586C0"/>
                </a:solidFill>
                <a:effectLst/>
                <a:latin typeface="Consolas" panose="020B0609020204030204" pitchFamily="49" charset="0"/>
              </a:rPr>
              <a:t>if</a:t>
            </a:r>
            <a:r>
              <a:rPr lang="en-GB" sz="1200" b="0">
                <a:solidFill>
                  <a:srgbClr val="D4D4D4"/>
                </a:solidFill>
                <a:effectLst/>
                <a:latin typeface="Consolas" panose="020B0609020204030204" pitchFamily="49" charset="0"/>
              </a:rPr>
              <a:t> </a:t>
            </a:r>
            <a:r>
              <a:rPr lang="en-GB" sz="1200" b="0">
                <a:solidFill>
                  <a:srgbClr val="9CDCFE"/>
                </a:solidFill>
                <a:effectLst/>
                <a:latin typeface="Consolas" panose="020B0609020204030204" pitchFamily="49" charset="0"/>
              </a:rPr>
              <a:t>value</a:t>
            </a:r>
            <a:r>
              <a:rPr lang="en-GB" sz="1200" b="0">
                <a:solidFill>
                  <a:srgbClr val="D4D4D4"/>
                </a:solidFill>
                <a:effectLst/>
                <a:latin typeface="Consolas" panose="020B0609020204030204" pitchFamily="49" charset="0"/>
              </a:rPr>
              <a:t> &lt; -</a:t>
            </a:r>
            <a:r>
              <a:rPr lang="en-GB" sz="1200" b="0">
                <a:solidFill>
                  <a:srgbClr val="B5CEA8"/>
                </a:solidFill>
                <a:effectLst/>
                <a:latin typeface="Consolas" panose="020B0609020204030204" pitchFamily="49" charset="0"/>
              </a:rPr>
              <a:t>273.15</a:t>
            </a:r>
            <a:r>
              <a:rPr lang="en-GB" sz="1200" b="0">
                <a:solidFill>
                  <a:srgbClr val="D4D4D4"/>
                </a:solidFill>
                <a:effectLst/>
                <a:latin typeface="Consolas" panose="020B0609020204030204" pitchFamily="49" charset="0"/>
              </a:rPr>
              <a:t>:</a:t>
            </a:r>
          </a:p>
          <a:p>
            <a:r>
              <a:rPr lang="en-GB" sz="1200" b="0">
                <a:solidFill>
                  <a:srgbClr val="D4D4D4"/>
                </a:solidFill>
                <a:effectLst/>
                <a:latin typeface="Consolas" panose="020B0609020204030204" pitchFamily="49" charset="0"/>
              </a:rPr>
              <a:t>            </a:t>
            </a:r>
            <a:r>
              <a:rPr lang="en-GB" sz="1200" b="0">
                <a:solidFill>
                  <a:srgbClr val="C586C0"/>
                </a:solidFill>
                <a:effectLst/>
                <a:latin typeface="Consolas" panose="020B0609020204030204" pitchFamily="49" charset="0"/>
              </a:rPr>
              <a:t>raise</a:t>
            </a:r>
            <a:r>
              <a:rPr lang="en-GB" sz="1200" b="0">
                <a:solidFill>
                  <a:srgbClr val="D4D4D4"/>
                </a:solidFill>
                <a:effectLst/>
                <a:latin typeface="Consolas" panose="020B0609020204030204" pitchFamily="49" charset="0"/>
              </a:rPr>
              <a:t> </a:t>
            </a:r>
            <a:r>
              <a:rPr lang="en-GB" sz="1200" b="0" err="1">
                <a:solidFill>
                  <a:srgbClr val="4EC9B0"/>
                </a:solidFill>
                <a:effectLst/>
                <a:latin typeface="Consolas" panose="020B0609020204030204" pitchFamily="49" charset="0"/>
              </a:rPr>
              <a:t>ValueError</a:t>
            </a:r>
            <a:r>
              <a:rPr lang="en-GB" sz="1200" b="0">
                <a:solidFill>
                  <a:srgbClr val="D4D4D4"/>
                </a:solidFill>
                <a:effectLst/>
                <a:latin typeface="Consolas" panose="020B0609020204030204" pitchFamily="49" charset="0"/>
              </a:rPr>
              <a:t>(</a:t>
            </a:r>
            <a:r>
              <a:rPr lang="en-GB" sz="1200" b="0">
                <a:solidFill>
                  <a:srgbClr val="CE9178"/>
                </a:solidFill>
                <a:effectLst/>
                <a:latin typeface="Consolas" panose="020B0609020204030204" pitchFamily="49" charset="0"/>
              </a:rPr>
              <a:t>“T &lt; -273.15 not possible"</a:t>
            </a:r>
            <a:r>
              <a:rPr lang="en-GB" sz="1200" b="0">
                <a:solidFill>
                  <a:srgbClr val="D4D4D4"/>
                </a:solidFill>
                <a:effectLst/>
                <a:latin typeface="Consolas" panose="020B0609020204030204" pitchFamily="49" charset="0"/>
              </a:rPr>
              <a:t>)</a:t>
            </a:r>
          </a:p>
          <a:p>
            <a:r>
              <a:rPr lang="en-GB" sz="1200" b="0">
                <a:solidFill>
                  <a:srgbClr val="9CDCFE"/>
                </a:solidFill>
                <a:effectLst/>
                <a:latin typeface="Consolas" panose="020B0609020204030204" pitchFamily="49" charset="0"/>
              </a:rPr>
              <a:t>	</a:t>
            </a:r>
            <a:r>
              <a:rPr lang="en-GB" sz="1200" b="0" err="1">
                <a:solidFill>
                  <a:srgbClr val="9CDCFE"/>
                </a:solidFill>
                <a:effectLst/>
                <a:latin typeface="Consolas" panose="020B0609020204030204" pitchFamily="49" charset="0"/>
              </a:rPr>
              <a:t>self</a:t>
            </a:r>
            <a:r>
              <a:rPr lang="en-GB" sz="1200" b="0" err="1">
                <a:solidFill>
                  <a:srgbClr val="D4D4D4"/>
                </a:solidFill>
                <a:effectLst/>
                <a:latin typeface="Consolas" panose="020B0609020204030204" pitchFamily="49" charset="0"/>
              </a:rPr>
              <a:t>.</a:t>
            </a:r>
            <a:r>
              <a:rPr lang="en-GB" sz="1200" b="0" err="1">
                <a:solidFill>
                  <a:srgbClr val="9CDCFE"/>
                </a:solidFill>
                <a:effectLst/>
                <a:latin typeface="Consolas" panose="020B0609020204030204" pitchFamily="49" charset="0"/>
              </a:rPr>
              <a:t>_temperature</a:t>
            </a:r>
            <a:r>
              <a:rPr lang="en-GB" sz="1200" b="0">
                <a:solidFill>
                  <a:srgbClr val="D4D4D4"/>
                </a:solidFill>
                <a:effectLst/>
                <a:latin typeface="Consolas" panose="020B0609020204030204" pitchFamily="49" charset="0"/>
              </a:rPr>
              <a:t> = </a:t>
            </a:r>
            <a:r>
              <a:rPr lang="en-GB" sz="1200" b="0">
                <a:solidFill>
                  <a:srgbClr val="9CDCFE"/>
                </a:solidFill>
                <a:effectLst/>
                <a:latin typeface="Consolas" panose="020B0609020204030204" pitchFamily="49" charset="0"/>
              </a:rPr>
              <a:t>value</a:t>
            </a:r>
            <a:endParaRPr lang="en-GB" sz="1200" b="0">
              <a:solidFill>
                <a:srgbClr val="D4D4D4"/>
              </a:solidFill>
              <a:effectLst/>
              <a:latin typeface="Consolas" panose="020B0609020204030204" pitchFamily="49" charset="0"/>
            </a:endParaRPr>
          </a:p>
          <a:p>
            <a:br>
              <a:rPr lang="en-GB" sz="1200" b="0">
                <a:solidFill>
                  <a:srgbClr val="D4D4D4"/>
                </a:solidFill>
                <a:effectLst/>
                <a:latin typeface="Consolas" panose="020B0609020204030204" pitchFamily="49" charset="0"/>
              </a:rPr>
            </a:br>
            <a:r>
              <a:rPr lang="en-GB" sz="1200" b="0">
                <a:solidFill>
                  <a:srgbClr val="9CDCFE"/>
                </a:solidFill>
                <a:effectLst/>
                <a:latin typeface="Consolas" panose="020B0609020204030204" pitchFamily="49" charset="0"/>
              </a:rPr>
              <a:t>human</a:t>
            </a:r>
            <a:r>
              <a:rPr lang="en-GB" sz="1200" b="0">
                <a:solidFill>
                  <a:srgbClr val="D4D4D4"/>
                </a:solidFill>
                <a:effectLst/>
                <a:latin typeface="Consolas" panose="020B0609020204030204" pitchFamily="49" charset="0"/>
              </a:rPr>
              <a:t> = </a:t>
            </a:r>
            <a:r>
              <a:rPr lang="en-GB" sz="1200" b="0">
                <a:solidFill>
                  <a:srgbClr val="4EC9B0"/>
                </a:solidFill>
                <a:effectLst/>
                <a:latin typeface="Consolas" panose="020B0609020204030204" pitchFamily="49" charset="0"/>
              </a:rPr>
              <a:t>Celsius</a:t>
            </a:r>
            <a:r>
              <a:rPr lang="en-GB" sz="1200" b="0">
                <a:solidFill>
                  <a:srgbClr val="D4D4D4"/>
                </a:solidFill>
                <a:effectLst/>
                <a:latin typeface="Consolas" panose="020B0609020204030204" pitchFamily="49" charset="0"/>
              </a:rPr>
              <a:t>(</a:t>
            </a:r>
            <a:r>
              <a:rPr lang="en-GB" sz="1200" b="0">
                <a:solidFill>
                  <a:srgbClr val="B5CEA8"/>
                </a:solidFill>
                <a:effectLst/>
                <a:latin typeface="Consolas" panose="020B0609020204030204" pitchFamily="49" charset="0"/>
              </a:rPr>
              <a:t>37</a:t>
            </a:r>
            <a:r>
              <a:rPr lang="en-GB" sz="1200" b="0">
                <a:solidFill>
                  <a:srgbClr val="D4D4D4"/>
                </a:solidFill>
                <a:effectLst/>
                <a:latin typeface="Consolas" panose="020B0609020204030204" pitchFamily="49" charset="0"/>
              </a:rPr>
              <a:t>)</a:t>
            </a:r>
          </a:p>
          <a:p>
            <a:r>
              <a:rPr lang="en-GB" sz="1200" b="0">
                <a:solidFill>
                  <a:srgbClr val="DCDCAA"/>
                </a:solidFill>
                <a:effectLst/>
                <a:latin typeface="Consolas" panose="020B0609020204030204" pitchFamily="49" charset="0"/>
              </a:rPr>
              <a:t>print</a:t>
            </a:r>
            <a:r>
              <a:rPr lang="en-GB" sz="1200" b="0">
                <a:solidFill>
                  <a:srgbClr val="D4D4D4"/>
                </a:solidFill>
                <a:effectLst/>
                <a:latin typeface="Consolas" panose="020B0609020204030204" pitchFamily="49" charset="0"/>
              </a:rPr>
              <a:t>(</a:t>
            </a:r>
            <a:r>
              <a:rPr lang="en-GB" sz="1200" b="0" err="1">
                <a:solidFill>
                  <a:srgbClr val="9CDCFE"/>
                </a:solidFill>
                <a:effectLst/>
                <a:latin typeface="Consolas" panose="020B0609020204030204" pitchFamily="49" charset="0"/>
              </a:rPr>
              <a:t>human</a:t>
            </a:r>
            <a:r>
              <a:rPr lang="en-GB" sz="1200" b="0" err="1">
                <a:solidFill>
                  <a:srgbClr val="D4D4D4"/>
                </a:solidFill>
                <a:effectLst/>
                <a:latin typeface="Consolas" panose="020B0609020204030204" pitchFamily="49" charset="0"/>
              </a:rPr>
              <a:t>.</a:t>
            </a:r>
            <a:r>
              <a:rPr lang="en-GB" sz="1200" b="0" err="1">
                <a:solidFill>
                  <a:srgbClr val="9CDCFE"/>
                </a:solidFill>
                <a:effectLst/>
                <a:latin typeface="Consolas" panose="020B0609020204030204" pitchFamily="49" charset="0"/>
              </a:rPr>
              <a:t>temperature</a:t>
            </a:r>
            <a:r>
              <a:rPr lang="en-GB" sz="1200" b="0">
                <a:solidFill>
                  <a:srgbClr val="D4D4D4"/>
                </a:solidFill>
                <a:effectLst/>
                <a:latin typeface="Consolas" panose="020B0609020204030204" pitchFamily="49" charset="0"/>
              </a:rPr>
              <a:t>)   # getter</a:t>
            </a:r>
          </a:p>
          <a:p>
            <a:r>
              <a:rPr lang="en-GB" sz="1200" b="0" err="1">
                <a:solidFill>
                  <a:srgbClr val="9CDCFE"/>
                </a:solidFill>
                <a:effectLst/>
                <a:latin typeface="Consolas" panose="020B0609020204030204" pitchFamily="49" charset="0"/>
              </a:rPr>
              <a:t>human</a:t>
            </a:r>
            <a:r>
              <a:rPr lang="en-GB" sz="1200" b="0" err="1">
                <a:solidFill>
                  <a:srgbClr val="D4D4D4"/>
                </a:solidFill>
                <a:effectLst/>
                <a:latin typeface="Consolas" panose="020B0609020204030204" pitchFamily="49" charset="0"/>
              </a:rPr>
              <a:t>.</a:t>
            </a:r>
            <a:r>
              <a:rPr lang="en-GB" sz="1200" b="0" err="1">
                <a:solidFill>
                  <a:srgbClr val="9CDCFE"/>
                </a:solidFill>
                <a:effectLst/>
                <a:latin typeface="Consolas" panose="020B0609020204030204" pitchFamily="49" charset="0"/>
              </a:rPr>
              <a:t>temperature</a:t>
            </a:r>
            <a:r>
              <a:rPr lang="en-GB" sz="1200" b="0">
                <a:solidFill>
                  <a:srgbClr val="D4D4D4"/>
                </a:solidFill>
                <a:effectLst/>
                <a:latin typeface="Consolas" panose="020B0609020204030204" pitchFamily="49" charset="0"/>
              </a:rPr>
              <a:t> = </a:t>
            </a:r>
            <a:r>
              <a:rPr lang="en-GB" sz="1200" b="0">
                <a:solidFill>
                  <a:srgbClr val="B5CEA8"/>
                </a:solidFill>
                <a:effectLst/>
                <a:latin typeface="Consolas" panose="020B0609020204030204" pitchFamily="49" charset="0"/>
              </a:rPr>
              <a:t>38     </a:t>
            </a:r>
            <a:r>
              <a:rPr lang="en-GB" sz="1200">
                <a:solidFill>
                  <a:srgbClr val="D4D4D4"/>
                </a:solidFill>
                <a:latin typeface="Consolas" panose="020B0609020204030204" pitchFamily="49" charset="0"/>
              </a:rPr>
              <a:t># setter</a:t>
            </a:r>
          </a:p>
          <a:p>
            <a:r>
              <a:rPr lang="en-GB" sz="1200" b="0">
                <a:solidFill>
                  <a:srgbClr val="DCDCAA"/>
                </a:solidFill>
                <a:effectLst/>
                <a:latin typeface="Consolas" panose="020B0609020204030204" pitchFamily="49" charset="0"/>
              </a:rPr>
              <a:t>print</a:t>
            </a:r>
            <a:r>
              <a:rPr lang="en-GB" sz="1200" b="0">
                <a:solidFill>
                  <a:srgbClr val="D4D4D4"/>
                </a:solidFill>
                <a:effectLst/>
                <a:latin typeface="Consolas" panose="020B0609020204030204" pitchFamily="49" charset="0"/>
              </a:rPr>
              <a:t>(</a:t>
            </a:r>
            <a:r>
              <a:rPr lang="en-GB" sz="1200" b="0" err="1">
                <a:solidFill>
                  <a:srgbClr val="9CDCFE"/>
                </a:solidFill>
                <a:effectLst/>
                <a:latin typeface="Consolas" panose="020B0609020204030204" pitchFamily="49" charset="0"/>
              </a:rPr>
              <a:t>human</a:t>
            </a:r>
            <a:r>
              <a:rPr lang="en-GB" sz="1200" b="0" err="1">
                <a:solidFill>
                  <a:srgbClr val="D4D4D4"/>
                </a:solidFill>
                <a:effectLst/>
                <a:latin typeface="Consolas" panose="020B0609020204030204" pitchFamily="49" charset="0"/>
              </a:rPr>
              <a:t>.</a:t>
            </a:r>
            <a:r>
              <a:rPr lang="en-GB" sz="1200" b="0" err="1">
                <a:solidFill>
                  <a:srgbClr val="9CDCFE"/>
                </a:solidFill>
                <a:effectLst/>
                <a:latin typeface="Consolas" panose="020B0609020204030204" pitchFamily="49" charset="0"/>
              </a:rPr>
              <a:t>temperature</a:t>
            </a:r>
            <a:r>
              <a:rPr lang="en-GB" sz="1200" b="0">
                <a:solidFill>
                  <a:srgbClr val="D4D4D4"/>
                </a:solidFill>
                <a:effectLst/>
                <a:latin typeface="Consolas" panose="020B0609020204030204" pitchFamily="49" charset="0"/>
              </a:rPr>
              <a:t>)   # setter</a:t>
            </a:r>
          </a:p>
          <a:p>
            <a:r>
              <a:rPr lang="en-GB" sz="1200" b="0">
                <a:solidFill>
                  <a:srgbClr val="DCDCAA"/>
                </a:solidFill>
                <a:effectLst/>
                <a:latin typeface="Consolas" panose="020B0609020204030204" pitchFamily="49" charset="0"/>
              </a:rPr>
              <a:t>print</a:t>
            </a:r>
            <a:r>
              <a:rPr lang="en-GB" sz="1200" b="0">
                <a:solidFill>
                  <a:srgbClr val="D4D4D4"/>
                </a:solidFill>
                <a:effectLst/>
                <a:latin typeface="Consolas" panose="020B0609020204030204" pitchFamily="49" charset="0"/>
              </a:rPr>
              <a:t>(</a:t>
            </a:r>
            <a:r>
              <a:rPr lang="en-GB" sz="1200" b="0" err="1">
                <a:solidFill>
                  <a:srgbClr val="9CDCFE"/>
                </a:solidFill>
                <a:effectLst/>
                <a:latin typeface="Consolas" panose="020B0609020204030204" pitchFamily="49" charset="0"/>
              </a:rPr>
              <a:t>human</a:t>
            </a:r>
            <a:r>
              <a:rPr lang="en-GB" sz="1200" b="0" err="1">
                <a:solidFill>
                  <a:srgbClr val="D4D4D4"/>
                </a:solidFill>
                <a:effectLst/>
                <a:latin typeface="Consolas" panose="020B0609020204030204" pitchFamily="49" charset="0"/>
              </a:rPr>
              <a:t>.</a:t>
            </a:r>
            <a:r>
              <a:rPr lang="en-GB" sz="1200" b="0" err="1">
                <a:solidFill>
                  <a:srgbClr val="DCDCAA"/>
                </a:solidFill>
                <a:effectLst/>
                <a:latin typeface="Consolas" panose="020B0609020204030204" pitchFamily="49" charset="0"/>
              </a:rPr>
              <a:t>to_fahrenheit</a:t>
            </a:r>
            <a:r>
              <a:rPr lang="en-GB" sz="1200" b="0">
                <a:solidFill>
                  <a:srgbClr val="D4D4D4"/>
                </a:solidFill>
                <a:effectLst/>
                <a:latin typeface="Consolas" panose="020B0609020204030204" pitchFamily="49" charset="0"/>
              </a:rPr>
              <a:t>())</a:t>
            </a:r>
          </a:p>
        </p:txBody>
      </p:sp>
      <p:pic>
        <p:nvPicPr>
          <p:cNvPr id="11" name="Picture 10">
            <a:extLst>
              <a:ext uri="{FF2B5EF4-FFF2-40B4-BE49-F238E27FC236}">
                <a16:creationId xmlns:a16="http://schemas.microsoft.com/office/drawing/2014/main" id="{70836B8C-25AA-E3BA-F6BF-8C75008A6E14}"/>
              </a:ext>
            </a:extLst>
          </p:cNvPr>
          <p:cNvPicPr>
            <a:picLocks noChangeAspect="1"/>
          </p:cNvPicPr>
          <p:nvPr/>
        </p:nvPicPr>
        <p:blipFill>
          <a:blip r:embed="rId3"/>
          <a:stretch>
            <a:fillRect/>
          </a:stretch>
        </p:blipFill>
        <p:spPr>
          <a:xfrm>
            <a:off x="8212872" y="3850445"/>
            <a:ext cx="466728" cy="552454"/>
          </a:xfrm>
          <a:prstGeom prst="rect">
            <a:avLst/>
          </a:prstGeom>
          <a:ln w="19050">
            <a:solidFill>
              <a:srgbClr val="FF0000"/>
            </a:solidFill>
          </a:ln>
        </p:spPr>
      </p:pic>
    </p:spTree>
    <p:extLst>
      <p:ext uri="{BB962C8B-B14F-4D97-AF65-F5344CB8AC3E}">
        <p14:creationId xmlns:p14="http://schemas.microsoft.com/office/powerpoint/2010/main" val="243579130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36256A2-67B2-CA01-7417-6A9C17C6B307}"/>
              </a:ext>
            </a:extLst>
          </p:cNvPr>
          <p:cNvSpPr>
            <a:spLocks noGrp="1"/>
          </p:cNvSpPr>
          <p:nvPr>
            <p:ph type="title"/>
          </p:nvPr>
        </p:nvSpPr>
        <p:spPr/>
        <p:txBody>
          <a:bodyPr>
            <a:normAutofit/>
          </a:bodyPr>
          <a:lstStyle/>
          <a:p>
            <a:r>
              <a:rPr lang="en-US"/>
              <a:t>Now you have everything you need to start with assignment 5</a:t>
            </a:r>
          </a:p>
        </p:txBody>
      </p:sp>
    </p:spTree>
    <p:extLst>
      <p:ext uri="{BB962C8B-B14F-4D97-AF65-F5344CB8AC3E}">
        <p14:creationId xmlns:p14="http://schemas.microsoft.com/office/powerpoint/2010/main" val="310877780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Inhaltsplatzhalter 15">
            <a:extLst>
              <a:ext uri="{FF2B5EF4-FFF2-40B4-BE49-F238E27FC236}">
                <a16:creationId xmlns:a16="http://schemas.microsoft.com/office/drawing/2014/main" id="{909CA527-9C4E-4704-9579-AA53445EF11F}"/>
              </a:ext>
            </a:extLst>
          </p:cNvPr>
          <p:cNvSpPr>
            <a:spLocks noGrp="1"/>
          </p:cNvSpPr>
          <p:nvPr>
            <p:ph sz="quarter" idx="13"/>
          </p:nvPr>
        </p:nvSpPr>
        <p:spPr/>
        <p:txBody>
          <a:bodyPr/>
          <a:lstStyle/>
          <a:p>
            <a:pPr marL="0" indent="0"/>
            <a:endParaRPr lang="de-DE"/>
          </a:p>
          <a:p>
            <a:pPr marL="0" indent="0"/>
            <a:endParaRPr lang="de-DE"/>
          </a:p>
        </p:txBody>
      </p:sp>
      <p:sp>
        <p:nvSpPr>
          <p:cNvPr id="3" name="Inhaltsplatzhalter 15">
            <a:extLst>
              <a:ext uri="{FF2B5EF4-FFF2-40B4-BE49-F238E27FC236}">
                <a16:creationId xmlns:a16="http://schemas.microsoft.com/office/drawing/2014/main" id="{81499559-9ABD-D64C-17A2-71773EE89A01}"/>
              </a:ext>
            </a:extLst>
          </p:cNvPr>
          <p:cNvSpPr txBox="1">
            <a:spLocks/>
          </p:cNvSpPr>
          <p:nvPr/>
        </p:nvSpPr>
        <p:spPr>
          <a:xfrm>
            <a:off x="7387200" y="3585600"/>
            <a:ext cx="1541998" cy="594066"/>
          </a:xfrm>
          <a:prstGeom prst="rect">
            <a:avLst/>
          </a:prstGeom>
        </p:spPr>
        <p:txBody>
          <a:bodyPr vert="horz" lIns="0" tIns="0" rIns="0" bIns="0" rtlCol="0">
            <a:noAutofit/>
          </a:bodyPr>
          <a:lstStyle>
            <a:lvl1pPr marL="180000" indent="-180000" algn="l" defTabSz="685800" rtl="0" eaLnBrk="1" latinLnBrk="0" hangingPunct="1">
              <a:lnSpc>
                <a:spcPct val="100000"/>
              </a:lnSpc>
              <a:spcBef>
                <a:spcPts val="0"/>
              </a:spcBef>
              <a:buFont typeface="Arial" panose="020B0604020202020204" pitchFamily="34" charset="0"/>
              <a:buNone/>
              <a:defRPr lang="de-CH" sz="750" b="1" kern="1200" dirty="0" smtClean="0">
                <a:solidFill>
                  <a:schemeClr val="tx1"/>
                </a:solidFill>
                <a:latin typeface="+mn-lt"/>
                <a:ea typeface="+mn-ea"/>
                <a:cs typeface="+mn-cs"/>
              </a:defRPr>
            </a:lvl1pPr>
            <a:lvl2pPr marL="358775" indent="-179388" algn="l" defTabSz="685800" rtl="0" eaLnBrk="1" latinLnBrk="0" hangingPunct="1">
              <a:lnSpc>
                <a:spcPct val="100000"/>
              </a:lnSpc>
              <a:spcBef>
                <a:spcPts val="0"/>
              </a:spcBef>
              <a:spcAft>
                <a:spcPts val="400"/>
              </a:spcAft>
              <a:buFont typeface="Arial" panose="020B0604020202020204" pitchFamily="34" charset="0"/>
              <a:buChar char="‒"/>
              <a:defRPr lang="de-CH" sz="750" kern="1200" dirty="0" smtClean="0">
                <a:solidFill>
                  <a:schemeClr val="tx1"/>
                </a:solidFill>
                <a:latin typeface="+mn-lt"/>
                <a:ea typeface="+mn-ea"/>
                <a:cs typeface="+mn-cs"/>
              </a:defRPr>
            </a:lvl2pPr>
            <a:lvl3pPr marL="539750" indent="-179388" algn="l" defTabSz="685800" rtl="0" eaLnBrk="1" latinLnBrk="0" hangingPunct="1">
              <a:lnSpc>
                <a:spcPct val="100000"/>
              </a:lnSpc>
              <a:spcBef>
                <a:spcPts val="0"/>
              </a:spcBef>
              <a:spcAft>
                <a:spcPts val="400"/>
              </a:spcAft>
              <a:buFont typeface="Arial" panose="020B0604020202020204" pitchFamily="34" charset="0"/>
              <a:buChar char="•"/>
              <a:defRPr lang="de-CH" sz="750" kern="1200" dirty="0" smtClean="0">
                <a:solidFill>
                  <a:schemeClr val="tx1"/>
                </a:solidFill>
                <a:latin typeface="+mn-lt"/>
                <a:ea typeface="+mn-ea"/>
                <a:cs typeface="+mn-cs"/>
              </a:defRPr>
            </a:lvl3pPr>
            <a:lvl4pPr marL="717550" indent="-179388" algn="l" defTabSz="685800" rtl="0" eaLnBrk="1" latinLnBrk="0" hangingPunct="1">
              <a:lnSpc>
                <a:spcPct val="100000"/>
              </a:lnSpc>
              <a:spcBef>
                <a:spcPts val="0"/>
              </a:spcBef>
              <a:spcAft>
                <a:spcPts val="400"/>
              </a:spcAft>
              <a:buSzPct val="110000"/>
              <a:buFont typeface="Arial" panose="020B0604020202020204" pitchFamily="34" charset="0"/>
              <a:buChar char="◦"/>
              <a:defRPr lang="de-CH" sz="750" kern="1200" dirty="0" smtClean="0">
                <a:solidFill>
                  <a:schemeClr val="tx1"/>
                </a:solidFill>
                <a:latin typeface="+mn-lt"/>
                <a:ea typeface="+mn-ea"/>
                <a:cs typeface="+mn-cs"/>
              </a:defRPr>
            </a:lvl4pPr>
            <a:lvl5pPr marL="898525" indent="-179388" algn="l" defTabSz="685800" rtl="0" eaLnBrk="1" latinLnBrk="0" hangingPunct="1">
              <a:lnSpc>
                <a:spcPct val="100000"/>
              </a:lnSpc>
              <a:spcBef>
                <a:spcPts val="0"/>
              </a:spcBef>
              <a:spcAft>
                <a:spcPts val="400"/>
              </a:spcAft>
              <a:buSzPct val="110000"/>
              <a:buFont typeface="Arial" panose="020B0604020202020204" pitchFamily="34" charset="0"/>
              <a:buChar char="◦"/>
              <a:defRPr lang="de-CH" sz="750" kern="1200" dirty="0" smtClean="0">
                <a:solidFill>
                  <a:schemeClr val="tx1"/>
                </a:solidFill>
                <a:latin typeface="+mn-lt"/>
                <a:ea typeface="+mn-ea"/>
                <a:cs typeface="+mn-cs"/>
              </a:defRPr>
            </a:lvl5pPr>
            <a:lvl6pPr marL="1260000" indent="-180000" algn="l" defTabSz="685800" rtl="0" eaLnBrk="1" latinLnBrk="0" hangingPunct="1">
              <a:lnSpc>
                <a:spcPct val="100000"/>
              </a:lnSpc>
              <a:spcBef>
                <a:spcPts val="0"/>
              </a:spcBef>
              <a:spcAft>
                <a:spcPts val="400"/>
              </a:spcAft>
              <a:buSzPct val="110000"/>
              <a:buFont typeface="Arial" panose="020B0604020202020204" pitchFamily="34" charset="0"/>
              <a:buChar char="◦"/>
              <a:defRPr sz="1400" kern="1200">
                <a:solidFill>
                  <a:schemeClr val="tx1"/>
                </a:solidFill>
                <a:latin typeface="+mn-lt"/>
                <a:ea typeface="+mn-ea"/>
                <a:cs typeface="+mn-cs"/>
              </a:defRPr>
            </a:lvl6pPr>
            <a:lvl7pPr marL="1260000" indent="-180000" algn="l" defTabSz="685800" rtl="0" eaLnBrk="1" latinLnBrk="0" hangingPunct="1">
              <a:lnSpc>
                <a:spcPct val="100000"/>
              </a:lnSpc>
              <a:spcBef>
                <a:spcPts val="0"/>
              </a:spcBef>
              <a:spcAft>
                <a:spcPts val="400"/>
              </a:spcAft>
              <a:buSzPct val="110000"/>
              <a:buFont typeface="Arial" panose="020B0604020202020204" pitchFamily="34" charset="0"/>
              <a:buChar char="◦"/>
              <a:defRPr sz="1400" kern="1200">
                <a:solidFill>
                  <a:schemeClr val="tx1"/>
                </a:solidFill>
                <a:latin typeface="+mn-lt"/>
                <a:ea typeface="+mn-ea"/>
                <a:cs typeface="+mn-cs"/>
              </a:defRPr>
            </a:lvl7pPr>
            <a:lvl8pPr marL="1260000" indent="-180000" algn="l" defTabSz="685800" rtl="0" eaLnBrk="1" latinLnBrk="0" hangingPunct="1">
              <a:lnSpc>
                <a:spcPct val="100000"/>
              </a:lnSpc>
              <a:spcBef>
                <a:spcPts val="0"/>
              </a:spcBef>
              <a:spcAft>
                <a:spcPts val="400"/>
              </a:spcAft>
              <a:buSzPct val="110000"/>
              <a:buFont typeface="Arial" panose="020B0604020202020204" pitchFamily="34" charset="0"/>
              <a:buChar char="◦"/>
              <a:defRPr sz="1400" kern="1200">
                <a:solidFill>
                  <a:schemeClr val="tx1"/>
                </a:solidFill>
                <a:latin typeface="+mn-lt"/>
                <a:ea typeface="+mn-ea"/>
                <a:cs typeface="+mn-cs"/>
              </a:defRPr>
            </a:lvl8pPr>
            <a:lvl9pPr marL="1260000" indent="-180000" algn="l" defTabSz="685800" rtl="0" eaLnBrk="1" latinLnBrk="0" hangingPunct="1">
              <a:lnSpc>
                <a:spcPct val="100000"/>
              </a:lnSpc>
              <a:spcBef>
                <a:spcPts val="0"/>
              </a:spcBef>
              <a:spcAft>
                <a:spcPts val="400"/>
              </a:spcAft>
              <a:buSzPct val="110000"/>
              <a:buFont typeface="Arial" panose="020B0604020202020204" pitchFamily="34" charset="0"/>
              <a:buChar char="◦"/>
              <a:defRPr sz="1400" kern="1200">
                <a:solidFill>
                  <a:schemeClr val="tx1"/>
                </a:solidFill>
                <a:latin typeface="+mn-lt"/>
                <a:ea typeface="+mn-ea"/>
                <a:cs typeface="+mn-cs"/>
              </a:defRPr>
            </a:lvl9pPr>
          </a:lstStyle>
          <a:p>
            <a:pPr marL="0" indent="0"/>
            <a:r>
              <a:rPr lang="de-DE"/>
              <a:t>&lt;Your name&gt;</a:t>
            </a:r>
          </a:p>
          <a:p>
            <a:pPr marL="0" lvl="1" indent="0" defTabSz="914400">
              <a:spcAft>
                <a:spcPts val="450"/>
              </a:spcAft>
              <a:buClr>
                <a:srgbClr val="00802F"/>
              </a:buClr>
              <a:buFont typeface="Arial" panose="020B0604020202020204" pitchFamily="34" charset="0"/>
              <a:buNone/>
            </a:pPr>
            <a:r>
              <a:rPr lang="de-DE">
                <a:cs typeface="Arial" pitchFamily="34" charset="0"/>
              </a:rPr>
              <a:t>&lt;Function&gt;</a:t>
            </a:r>
          </a:p>
          <a:p>
            <a:pPr marL="0" indent="0"/>
            <a:r>
              <a:rPr lang="de-DE" b="0">
                <a:hlinkClick r:id="rId3"/>
              </a:rPr>
              <a:t>f</a:t>
            </a:r>
            <a:r>
              <a:rPr lang="de-DE" b="0">
                <a:hlinkClick r:id="rId4"/>
              </a:rPr>
              <a:t>irst.last@&lt;student&gt;.unisg.ch</a:t>
            </a:r>
            <a:r>
              <a:rPr lang="de-DE" b="0"/>
              <a:t> </a:t>
            </a:r>
            <a:endParaRPr lang="de-DE"/>
          </a:p>
        </p:txBody>
      </p:sp>
    </p:spTree>
    <p:extLst>
      <p:ext uri="{BB962C8B-B14F-4D97-AF65-F5344CB8AC3E}">
        <p14:creationId xmlns:p14="http://schemas.microsoft.com/office/powerpoint/2010/main" val="395013314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EE4P_STYLE_ID" val="6cd991bf-f022-4378-96e7-2c338aeb3f5a"/>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SCS_Theme">
  <a:themeElements>
    <a:clrScheme name="uni stgallen Colors">
      <a:dk1>
        <a:sysClr val="windowText" lastClr="000000"/>
      </a:dk1>
      <a:lt1>
        <a:sysClr val="window" lastClr="FFFFFF"/>
      </a:lt1>
      <a:dk2>
        <a:srgbClr val="0A5F2D"/>
      </a:dk2>
      <a:lt2>
        <a:srgbClr val="FFFFFF"/>
      </a:lt2>
      <a:accent1>
        <a:srgbClr val="00802F"/>
      </a:accent1>
      <a:accent2>
        <a:srgbClr val="E1D7C3"/>
      </a:accent2>
      <a:accent3>
        <a:srgbClr val="EB6969"/>
      </a:accent3>
      <a:accent4>
        <a:srgbClr val="73A5AF"/>
      </a:accent4>
      <a:accent5>
        <a:srgbClr val="FFF04B"/>
      </a:accent5>
      <a:accent6>
        <a:srgbClr val="0A5F2D"/>
      </a:accent6>
      <a:hlink>
        <a:srgbClr val="00802F"/>
      </a:hlink>
      <a:folHlink>
        <a:srgbClr val="0A5F2D"/>
      </a:folHlink>
    </a:clrScheme>
    <a:fontScheme name="uni stgallen Fonts">
      <a:majorFont>
        <a:latin typeface="Gill Sans Nova"/>
        <a:ea typeface=""/>
        <a:cs typeface=""/>
      </a:majorFont>
      <a:minorFont>
        <a:latin typeface="Gill Sans Nov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CS_Theme" id="{14AC96C4-A653-419B-9F98-BCEAB59CA431}" vid="{36A816B0-F4C2-482D-BABA-E7D145EB4E4D}"/>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E5017C11-67CF-41FA-9001-5446285FBB5A}">
  <we:reference id="0978a9cb-a548-4218-ab38-75ef22e0bf01" version="1.0.0.7" store="EXCatalog" storeType="EXCatalog"/>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5dc96929-7643-4924-91c0-9b0ff054556d" xsi:nil="true"/>
    <lcf76f155ced4ddcb4097134ff3c332f xmlns="180db94c-82de-4c89-acb5-d41e1b03bacc">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kument" ma:contentTypeID="0x010100BA3AC0B29D543742836C64EC22DE252D" ma:contentTypeVersion="16" ma:contentTypeDescription="Ein neues Dokument erstellen." ma:contentTypeScope="" ma:versionID="339e47241db8b1bfcf047119cc1327c6">
  <xsd:schema xmlns:xsd="http://www.w3.org/2001/XMLSchema" xmlns:xs="http://www.w3.org/2001/XMLSchema" xmlns:p="http://schemas.microsoft.com/office/2006/metadata/properties" xmlns:ns2="180db94c-82de-4c89-acb5-d41e1b03bacc" xmlns:ns3="5dc96929-7643-4924-91c0-9b0ff054556d" targetNamespace="http://schemas.microsoft.com/office/2006/metadata/properties" ma:root="true" ma:fieldsID="f0b445b952ace5b528c8037bebd79e18" ns2:_="" ns3:_="">
    <xsd:import namespace="180db94c-82de-4c89-acb5-d41e1b03bacc"/>
    <xsd:import namespace="5dc96929-7643-4924-91c0-9b0ff054556d"/>
    <xsd:element name="properties">
      <xsd:complexType>
        <xsd:sequence>
          <xsd:element name="documentManagement">
            <xsd:complexType>
              <xsd:all>
                <xsd:element ref="ns2:MediaServiceMetadata" minOccurs="0"/>
                <xsd:element ref="ns2:MediaServiceFastMetadata"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DateTaken" minOccurs="0"/>
                <xsd:element ref="ns2:MediaServiceObjectDetectorVersions" minOccurs="0"/>
                <xsd:element ref="ns2:MediaLengthInSeconds" minOccurs="0"/>
                <xsd:element ref="ns3:SharedWithUsers" minOccurs="0"/>
                <xsd:element ref="ns3:SharedWithDetails" minOccurs="0"/>
                <xsd:element ref="ns2:MediaServiceSearchProperties" minOccurs="0"/>
                <xsd:element ref="ns2:MediaServiceLocation"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80db94c-82de-4c89-acb5-d41e1b03bac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1" nillable="true" ma:taxonomy="true" ma:internalName="lcf76f155ced4ddcb4097134ff3c332f" ma:taxonomyFieldName="MediaServiceImageTags" ma:displayName="Bildmarkierungen" ma:readOnly="false" ma:fieldId="{5cf76f15-5ced-4ddc-b409-7134ff3c332f}" ma:taxonomyMulti="true" ma:sspId="e6e639ec-35b1-4635-902a-5d5459502348" ma:termSetId="09814cd3-568e-fe90-9814-8d621ff8fb84" ma:anchorId="fba54fb3-c3e1-fe81-a776-ca4b69148c4d" ma:open="true" ma:isKeyword="false">
      <xsd:complexType>
        <xsd:sequence>
          <xsd:element ref="pc:Terms" minOccurs="0" maxOccurs="1"/>
        </xsd:sequence>
      </xsd:complex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dexed="true" ma:internalName="MediaServiceDateTaken" ma:readOnly="true">
      <xsd:simpleType>
        <xsd:restriction base="dms:Text"/>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MediaServiceSearchProperties" ma:index="21" nillable="true" ma:displayName="MediaServiceSearchProperties" ma:hidden="true" ma:internalName="MediaServiceSearchProperties" ma:readOnly="true">
      <xsd:simpleType>
        <xsd:restriction base="dms:Note"/>
      </xsd:simpleType>
    </xsd:element>
    <xsd:element name="MediaServiceLocation" ma:index="22" nillable="true" ma:displayName="Location" ma:indexed="true" ma:internalName="MediaServiceLocation" ma:readOnly="true">
      <xsd:simpleType>
        <xsd:restriction base="dms:Text"/>
      </xsd:simpleType>
    </xsd:element>
    <xsd:element name="MediaServiceBillingMetadata" ma:index="23"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dc96929-7643-4924-91c0-9b0ff054556d" elementFormDefault="qualified">
    <xsd:import namespace="http://schemas.microsoft.com/office/2006/documentManagement/types"/>
    <xsd:import namespace="http://schemas.microsoft.com/office/infopath/2007/PartnerControls"/>
    <xsd:element name="TaxCatchAll" ma:index="12" nillable="true" ma:displayName="Taxonomy Catch All Column" ma:hidden="true" ma:list="{f537732f-bc61-4787-ba39-90e4ba434c8f}" ma:internalName="TaxCatchAll" ma:showField="CatchAllData" ma:web="5dc96929-7643-4924-91c0-9b0ff054556d">
      <xsd:complexType>
        <xsd:complexContent>
          <xsd:extension base="dms:MultiChoiceLookup">
            <xsd:sequence>
              <xsd:element name="Value" type="dms:Lookup" maxOccurs="unbounded" minOccurs="0" nillable="true"/>
            </xsd:sequence>
          </xsd:extension>
        </xsd:complexContent>
      </xsd:complexType>
    </xsd:element>
    <xsd:element name="SharedWithUsers" ma:index="19" nillable="true" ma:displayName="Freigegeben für"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Freigegeben für -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7AAF511-705D-4D22-B307-3E691874066C}">
  <ds:schemaRefs>
    <ds:schemaRef ds:uri="http://schemas.microsoft.com/sharepoint/v3/contenttype/forms"/>
  </ds:schemaRefs>
</ds:datastoreItem>
</file>

<file path=customXml/itemProps2.xml><?xml version="1.0" encoding="utf-8"?>
<ds:datastoreItem xmlns:ds="http://schemas.openxmlformats.org/officeDocument/2006/customXml" ds:itemID="{8006C3C9-FB59-4473-BC1F-8644C613D910}">
  <ds:schemaRefs>
    <ds:schemaRef ds:uri="http://purl.org/dc/terms/"/>
    <ds:schemaRef ds:uri="http://schemas.openxmlformats.org/package/2006/metadata/core-properties"/>
    <ds:schemaRef ds:uri="http://schemas.microsoft.com/office/2006/documentManagement/types"/>
    <ds:schemaRef ds:uri="5dc96929-7643-4924-91c0-9b0ff054556d"/>
    <ds:schemaRef ds:uri="180db94c-82de-4c89-acb5-d41e1b03bacc"/>
    <ds:schemaRef ds:uri="http://purl.org/dc/dcmitype/"/>
    <ds:schemaRef ds:uri="http://schemas.microsoft.com/office/infopath/2007/PartnerControls"/>
    <ds:schemaRef ds:uri="http://schemas.microsoft.com/office/2006/metadata/properties"/>
    <ds:schemaRef ds:uri="http://www.w3.org/XML/1998/namespace"/>
    <ds:schemaRef ds:uri="http://purl.org/dc/elements/1.1/"/>
  </ds:schemaRefs>
</ds:datastoreItem>
</file>

<file path=customXml/itemProps3.xml><?xml version="1.0" encoding="utf-8"?>
<ds:datastoreItem xmlns:ds="http://schemas.openxmlformats.org/officeDocument/2006/customXml" ds:itemID="{22F4F205-C9CA-45DB-92D2-3B8A384BA99D}"/>
</file>

<file path=docMetadata/LabelInfo.xml><?xml version="1.0" encoding="utf-8"?>
<clbl:labelList xmlns:clbl="http://schemas.microsoft.com/office/2020/mipLabelMetadata">
  <clbl:label id="{a7262e59-1b56-4f5a-a412-6f07181f48ee}" enabled="0" method="" siteId="{a7262e59-1b56-4f5a-a412-6f07181f48ee}" removed="1"/>
</clbl:labelList>
</file>

<file path=docProps/app.xml><?xml version="1.0" encoding="utf-8"?>
<Properties xmlns="http://schemas.openxmlformats.org/officeDocument/2006/extended-properties" xmlns:vt="http://schemas.openxmlformats.org/officeDocument/2006/docPropsVTypes">
  <Template>SCS_Theme</Template>
  <TotalTime>67</TotalTime>
  <Words>3377</Words>
  <Application>Microsoft Office PowerPoint</Application>
  <PresentationFormat>On-screen Show (16:9)</PresentationFormat>
  <Paragraphs>388</Paragraphs>
  <Slides>31</Slides>
  <Notes>3</Notes>
  <HiddenSlides>0</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2</vt:i4>
      </vt:variant>
      <vt:variant>
        <vt:lpstr>Slide Titles</vt:lpstr>
      </vt:variant>
      <vt:variant>
        <vt:i4>31</vt:i4>
      </vt:variant>
    </vt:vector>
  </HeadingPairs>
  <TitlesOfParts>
    <vt:vector size="43" baseType="lpstr">
      <vt:lpstr>Arial</vt:lpstr>
      <vt:lpstr>Calibri</vt:lpstr>
      <vt:lpstr>Cambria Math</vt:lpstr>
      <vt:lpstr>Consolas</vt:lpstr>
      <vt:lpstr>Gill Alt One MT Light</vt:lpstr>
      <vt:lpstr>Gill Sans Nova</vt:lpstr>
      <vt:lpstr>Gill Sans Nova Light</vt:lpstr>
      <vt:lpstr>Symbol</vt:lpstr>
      <vt:lpstr>Wingdings</vt:lpstr>
      <vt:lpstr>SCS_Theme</vt:lpstr>
      <vt:lpstr>think-cell Slide</vt:lpstr>
      <vt:lpstr>think-cell Folie</vt:lpstr>
      <vt:lpstr>Fundamentals and Methods of Computer Science</vt:lpstr>
      <vt:lpstr>Today’s Menu</vt:lpstr>
      <vt:lpstr>Project Idea Presentations &amp; What is Machine Learning?</vt:lpstr>
      <vt:lpstr>Disclaimer on “Machine Learning” Requirement</vt:lpstr>
      <vt:lpstr>Disclaimer on “Machine Learning” Requirement</vt:lpstr>
      <vt:lpstr>Statistics</vt:lpstr>
      <vt:lpstr>Statistics</vt:lpstr>
      <vt:lpstr>Statistics</vt:lpstr>
      <vt:lpstr>Why do we need ML?</vt:lpstr>
      <vt:lpstr>What data do you need?</vt:lpstr>
      <vt:lpstr>How do we implement ML in this course?</vt:lpstr>
      <vt:lpstr>Discussion of assignment 4 and the respective quiz</vt:lpstr>
      <vt:lpstr>Question 1</vt:lpstr>
      <vt:lpstr>Question 2</vt:lpstr>
      <vt:lpstr>Question 3</vt:lpstr>
      <vt:lpstr>Question 4</vt:lpstr>
      <vt:lpstr>Question 5</vt:lpstr>
      <vt:lpstr>Question 6</vt:lpstr>
      <vt:lpstr>Brief summary of skills necessary to solve assignment 5</vt:lpstr>
      <vt:lpstr>Getting the right intuition about Object Oriented Programming</vt:lpstr>
      <vt:lpstr>Getting the right intuition about Object Oriented Programming</vt:lpstr>
      <vt:lpstr>Getting the right intuition about Object Oriented Programming</vt:lpstr>
      <vt:lpstr>Special Methods</vt:lpstr>
      <vt:lpstr>Accessing attributes and methods of an object</vt:lpstr>
      <vt:lpstr>Excursus: Getter, Setter &amp; @ Decorator</vt:lpstr>
      <vt:lpstr>Access attributes directly</vt:lpstr>
      <vt:lpstr>Attribute Protection by Convention</vt:lpstr>
      <vt:lpstr>Getters &amp; Setters</vt:lpstr>
      <vt:lpstr>Using @ Decorator</vt:lpstr>
      <vt:lpstr>Now you have everything you need to start with assignment 5</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Fundamentals and Methods of  Computer Science</dc:title>
  <dc:creator>Stephan Aier</dc:creator>
  <cp:lastModifiedBy>Ranjha, Muhammad</cp:lastModifiedBy>
  <cp:revision>13</cp:revision>
  <dcterms:created xsi:type="dcterms:W3CDTF">2022-09-12T10:36:05Z</dcterms:created>
  <dcterms:modified xsi:type="dcterms:W3CDTF">2026-03-19T20:14:27Z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0x010100BA3AC0B29D543742836C64EC22DE252D</vt:lpwstr>
  </property>
  <property fmtid="{D5CDD505-2E9C-101B-9397-08002B2CF9AE}" pid="3" name="MediaServiceImageTags">
    <vt:lpwstr/>
  </property>
</Properties>
</file>